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55.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68"/>
  </p:notesMasterIdLst>
  <p:sldIdLst>
    <p:sldId id="256" r:id="rId2"/>
    <p:sldId id="279" r:id="rId3"/>
    <p:sldId id="280" r:id="rId4"/>
    <p:sldId id="309" r:id="rId5"/>
    <p:sldId id="257" r:id="rId6"/>
    <p:sldId id="325" r:id="rId7"/>
    <p:sldId id="326" r:id="rId8"/>
    <p:sldId id="308" r:id="rId9"/>
    <p:sldId id="258" r:id="rId10"/>
    <p:sldId id="327" r:id="rId11"/>
    <p:sldId id="329" r:id="rId12"/>
    <p:sldId id="330" r:id="rId13"/>
    <p:sldId id="331" r:id="rId14"/>
    <p:sldId id="310" r:id="rId15"/>
    <p:sldId id="316" r:id="rId16"/>
    <p:sldId id="363" r:id="rId17"/>
    <p:sldId id="364" r:id="rId18"/>
    <p:sldId id="365" r:id="rId19"/>
    <p:sldId id="371" r:id="rId20"/>
    <p:sldId id="372" r:id="rId21"/>
    <p:sldId id="377" r:id="rId22"/>
    <p:sldId id="387" r:id="rId23"/>
    <p:sldId id="389" r:id="rId24"/>
    <p:sldId id="378" r:id="rId25"/>
    <p:sldId id="388" r:id="rId26"/>
    <p:sldId id="391" r:id="rId27"/>
    <p:sldId id="379" r:id="rId28"/>
    <p:sldId id="380" r:id="rId29"/>
    <p:sldId id="382" r:id="rId30"/>
    <p:sldId id="392" r:id="rId31"/>
    <p:sldId id="397" r:id="rId32"/>
    <p:sldId id="383" r:id="rId33"/>
    <p:sldId id="398" r:id="rId34"/>
    <p:sldId id="399" r:id="rId35"/>
    <p:sldId id="395" r:id="rId36"/>
    <p:sldId id="400" r:id="rId37"/>
    <p:sldId id="402" r:id="rId38"/>
    <p:sldId id="396" r:id="rId39"/>
    <p:sldId id="403" r:id="rId40"/>
    <p:sldId id="404" r:id="rId41"/>
    <p:sldId id="384" r:id="rId42"/>
    <p:sldId id="405" r:id="rId43"/>
    <p:sldId id="406" r:id="rId44"/>
    <p:sldId id="311" r:id="rId45"/>
    <p:sldId id="362" r:id="rId46"/>
    <p:sldId id="386" r:id="rId47"/>
    <p:sldId id="354" r:id="rId48"/>
    <p:sldId id="417" r:id="rId49"/>
    <p:sldId id="368" r:id="rId50"/>
    <p:sldId id="373" r:id="rId51"/>
    <p:sldId id="374" r:id="rId52"/>
    <p:sldId id="376" r:id="rId53"/>
    <p:sldId id="375" r:id="rId54"/>
    <p:sldId id="385" r:id="rId55"/>
    <p:sldId id="416" r:id="rId56"/>
    <p:sldId id="413" r:id="rId57"/>
    <p:sldId id="414" r:id="rId58"/>
    <p:sldId id="415" r:id="rId59"/>
    <p:sldId id="412" r:id="rId60"/>
    <p:sldId id="418" r:id="rId61"/>
    <p:sldId id="312" r:id="rId62"/>
    <p:sldId id="407" r:id="rId63"/>
    <p:sldId id="313" r:id="rId64"/>
    <p:sldId id="381" r:id="rId65"/>
    <p:sldId id="410" r:id="rId66"/>
    <p:sldId id="314" r:id="rId6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1D239B0F-43F9-E843-8295-6505CA81FAEE}">
          <p14:sldIdLst>
            <p14:sldId id="256"/>
            <p14:sldId id="279"/>
            <p14:sldId id="280"/>
            <p14:sldId id="309"/>
            <p14:sldId id="257"/>
            <p14:sldId id="325"/>
            <p14:sldId id="326"/>
            <p14:sldId id="308"/>
            <p14:sldId id="258"/>
            <p14:sldId id="327"/>
            <p14:sldId id="329"/>
            <p14:sldId id="330"/>
            <p14:sldId id="331"/>
            <p14:sldId id="310"/>
            <p14:sldId id="316"/>
            <p14:sldId id="363"/>
            <p14:sldId id="364"/>
            <p14:sldId id="365"/>
            <p14:sldId id="371"/>
            <p14:sldId id="372"/>
            <p14:sldId id="377"/>
            <p14:sldId id="387"/>
            <p14:sldId id="389"/>
            <p14:sldId id="378"/>
            <p14:sldId id="388"/>
            <p14:sldId id="391"/>
            <p14:sldId id="379"/>
            <p14:sldId id="380"/>
            <p14:sldId id="382"/>
            <p14:sldId id="392"/>
            <p14:sldId id="397"/>
            <p14:sldId id="383"/>
            <p14:sldId id="398"/>
            <p14:sldId id="399"/>
            <p14:sldId id="395"/>
            <p14:sldId id="400"/>
            <p14:sldId id="402"/>
            <p14:sldId id="396"/>
            <p14:sldId id="403"/>
            <p14:sldId id="404"/>
            <p14:sldId id="384"/>
            <p14:sldId id="405"/>
            <p14:sldId id="406"/>
            <p14:sldId id="311"/>
            <p14:sldId id="362"/>
            <p14:sldId id="386"/>
            <p14:sldId id="354"/>
            <p14:sldId id="417"/>
            <p14:sldId id="368"/>
            <p14:sldId id="373"/>
            <p14:sldId id="374"/>
            <p14:sldId id="376"/>
            <p14:sldId id="375"/>
            <p14:sldId id="385"/>
            <p14:sldId id="416"/>
            <p14:sldId id="413"/>
            <p14:sldId id="414"/>
            <p14:sldId id="415"/>
            <p14:sldId id="412"/>
            <p14:sldId id="418"/>
            <p14:sldId id="312"/>
            <p14:sldId id="407"/>
            <p14:sldId id="313"/>
            <p14:sldId id="381"/>
            <p14:sldId id="410"/>
            <p14:sldId id="314"/>
          </p14:sldIdLst>
        </p14:section>
        <p14:section name="Marcelo's Draft Slides" id="{19A29132-5928-8A4E-9918-6665AADFDF85}">
          <p14:sldIdLst/>
        </p14:section>
        <p14:section name="Gautam's Draft Slides" id="{9070A836-713F-A341-9CFF-4875B788F257}">
          <p14:sldIdLst/>
        </p14:section>
        <p14:section name="Arjun's Draft Slides" id="{E25F6A2E-AFA0-7943-9188-50FA8424A34F}">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7" d="100"/>
          <a:sy n="107" d="100"/>
        </p:scale>
        <p:origin x="1027" y="3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notesMaster" Target="notesMasters/notesMaster1.xml"/><Relationship Id="rId7" Type="http://schemas.openxmlformats.org/officeDocument/2006/relationships/slide" Target="slides/slide6.xml"/><Relationship Id="rId71"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diagrams/_rels/data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svg"/><Relationship Id="rId1" Type="http://schemas.openxmlformats.org/officeDocument/2006/relationships/image" Target="../media/image1.png"/><Relationship Id="rId4" Type="http://schemas.openxmlformats.org/officeDocument/2006/relationships/image" Target="../media/image4.svg"/></Relationships>
</file>

<file path=ppt/diagrams/_rels/data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svg"/><Relationship Id="rId1" Type="http://schemas.openxmlformats.org/officeDocument/2006/relationships/image" Target="../media/image6.png"/><Relationship Id="rId4" Type="http://schemas.openxmlformats.org/officeDocument/2006/relationships/image" Target="../media/image9.svg"/></Relationships>
</file>

<file path=ppt/diagrams/_rels/data3.xml.rels><?xml version="1.0" encoding="UTF-8" standalone="yes"?>
<Relationships xmlns="http://schemas.openxmlformats.org/package/2006/relationships"><Relationship Id="rId2" Type="http://schemas.openxmlformats.org/officeDocument/2006/relationships/image" Target="../media/image12.svg"/><Relationship Id="rId1" Type="http://schemas.openxmlformats.org/officeDocument/2006/relationships/image" Target="../media/image11.png"/></Relationships>
</file>

<file path=ppt/diagrams/_rels/data4.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7.svg"/><Relationship Id="rId1" Type="http://schemas.openxmlformats.org/officeDocument/2006/relationships/image" Target="../media/image6.png"/><Relationship Id="rId4" Type="http://schemas.openxmlformats.org/officeDocument/2006/relationships/image" Target="../media/image44.svg"/></Relationships>
</file>

<file path=ppt/diagrams/_rels/data5.xml.rels><?xml version="1.0" encoding="UTF-8" standalone="yes"?>
<Relationships xmlns="http://schemas.openxmlformats.org/package/2006/relationships"><Relationship Id="rId3" Type="http://schemas.openxmlformats.org/officeDocument/2006/relationships/image" Target="../media/image54.svg"/><Relationship Id="rId2" Type="http://schemas.openxmlformats.org/officeDocument/2006/relationships/image" Target="../media/image53.png"/><Relationship Id="rId1" Type="http://schemas.openxmlformats.org/officeDocument/2006/relationships/hyperlink" Target="https://aka.ms/semgrep-workshop" TargetMode="External"/><Relationship Id="rId5" Type="http://schemas.openxmlformats.org/officeDocument/2006/relationships/image" Target="../media/image56.svg"/><Relationship Id="rId4" Type="http://schemas.openxmlformats.org/officeDocument/2006/relationships/image" Target="../media/image55.png"/></Relationships>
</file>

<file path=ppt/diagrams/_rels/data6.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8.svg"/><Relationship Id="rId1" Type="http://schemas.openxmlformats.org/officeDocument/2006/relationships/image" Target="../media/image57.png"/><Relationship Id="rId4" Type="http://schemas.openxmlformats.org/officeDocument/2006/relationships/image" Target="../media/image60.svg"/></Relationships>
</file>

<file path=ppt/diagrams/_rels/drawing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svg"/><Relationship Id="rId1" Type="http://schemas.openxmlformats.org/officeDocument/2006/relationships/image" Target="../media/image1.png"/><Relationship Id="rId4" Type="http://schemas.openxmlformats.org/officeDocument/2006/relationships/image" Target="../media/image4.svg"/></Relationships>
</file>

<file path=ppt/diagrams/_rels/drawing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svg"/><Relationship Id="rId1" Type="http://schemas.openxmlformats.org/officeDocument/2006/relationships/image" Target="../media/image6.png"/><Relationship Id="rId4" Type="http://schemas.openxmlformats.org/officeDocument/2006/relationships/image" Target="../media/image9.svg"/></Relationships>
</file>

<file path=ppt/diagrams/_rels/drawing3.xml.rels><?xml version="1.0" encoding="UTF-8" standalone="yes"?>
<Relationships xmlns="http://schemas.openxmlformats.org/package/2006/relationships"><Relationship Id="rId2" Type="http://schemas.openxmlformats.org/officeDocument/2006/relationships/image" Target="../media/image12.svg"/><Relationship Id="rId1" Type="http://schemas.openxmlformats.org/officeDocument/2006/relationships/image" Target="../media/image11.png"/></Relationships>
</file>

<file path=ppt/diagrams/_rels/drawing4.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7.svg"/><Relationship Id="rId1" Type="http://schemas.openxmlformats.org/officeDocument/2006/relationships/image" Target="../media/image6.png"/><Relationship Id="rId4" Type="http://schemas.openxmlformats.org/officeDocument/2006/relationships/image" Target="../media/image44.svg"/></Relationships>
</file>

<file path=ppt/diagrams/_rels/drawing5.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svg"/><Relationship Id="rId1" Type="http://schemas.openxmlformats.org/officeDocument/2006/relationships/image" Target="../media/image53.png"/><Relationship Id="rId5" Type="http://schemas.openxmlformats.org/officeDocument/2006/relationships/hyperlink" Target="https://aka.ms/semgrep-workshop" TargetMode="External"/><Relationship Id="rId4" Type="http://schemas.openxmlformats.org/officeDocument/2006/relationships/image" Target="../media/image56.svg"/></Relationships>
</file>

<file path=ppt/diagrams/_rels/drawing6.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8.svg"/><Relationship Id="rId1" Type="http://schemas.openxmlformats.org/officeDocument/2006/relationships/image" Target="../media/image57.png"/><Relationship Id="rId4" Type="http://schemas.openxmlformats.org/officeDocument/2006/relationships/image" Target="../media/image60.svg"/></Relationships>
</file>

<file path=ppt/diagrams/colors1.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C1B8E75-DD70-496A-A515-82A4ED4A97F1}" type="doc">
      <dgm:prSet loTypeId="urn:microsoft.com/office/officeart/2018/2/layout/IconVerticalSolidList" loCatId="icon" qsTypeId="urn:microsoft.com/office/officeart/2005/8/quickstyle/simple1" qsCatId="simple" csTypeId="urn:microsoft.com/office/officeart/2018/5/colors/Iconchunking_neutralbg_colorful1" csCatId="colorful" phldr="1"/>
      <dgm:spPr/>
      <dgm:t>
        <a:bodyPr/>
        <a:lstStyle/>
        <a:p>
          <a:endParaRPr lang="en-US"/>
        </a:p>
      </dgm:t>
    </dgm:pt>
    <dgm:pt modelId="{E67FA18C-4D25-4DCD-8C5E-27E71EE673F1}">
      <dgm:prSet/>
      <dgm:spPr/>
      <dgm:t>
        <a:bodyPr/>
        <a:lstStyle/>
        <a:p>
          <a:pPr>
            <a:lnSpc>
              <a:spcPct val="100000"/>
            </a:lnSpc>
          </a:pPr>
          <a:r>
            <a:rPr lang="en-US"/>
            <a:t>Understanding SAST: Concepts and significance in securing software.</a:t>
          </a:r>
        </a:p>
      </dgm:t>
    </dgm:pt>
    <dgm:pt modelId="{2610171B-0ACB-451B-844F-C3A54F83A6EE}" type="parTrans" cxnId="{DAC4F455-AD67-47EF-8BCF-DD1B20E14C85}">
      <dgm:prSet/>
      <dgm:spPr/>
      <dgm:t>
        <a:bodyPr/>
        <a:lstStyle/>
        <a:p>
          <a:endParaRPr lang="en-US"/>
        </a:p>
      </dgm:t>
    </dgm:pt>
    <dgm:pt modelId="{B59C0714-ED37-4D09-A10C-3C9522B40D27}" type="sibTrans" cxnId="{DAC4F455-AD67-47EF-8BCF-DD1B20E14C85}">
      <dgm:prSet/>
      <dgm:spPr/>
      <dgm:t>
        <a:bodyPr/>
        <a:lstStyle/>
        <a:p>
          <a:endParaRPr lang="en-US"/>
        </a:p>
      </dgm:t>
    </dgm:pt>
    <dgm:pt modelId="{8964D660-10BA-41A6-B7EB-4A58C2CAB4C6}">
      <dgm:prSet/>
      <dgm:spPr/>
      <dgm:t>
        <a:bodyPr/>
        <a:lstStyle/>
        <a:p>
          <a:pPr>
            <a:lnSpc>
              <a:spcPct val="100000"/>
            </a:lnSpc>
          </a:pPr>
          <a:r>
            <a:rPr lang="en-US"/>
            <a:t>The role of SAST in the Software Development Life Cycle (SDLC).</a:t>
          </a:r>
        </a:p>
      </dgm:t>
    </dgm:pt>
    <dgm:pt modelId="{E416E5EB-466B-4E37-9184-C1EABDA6DDFA}" type="parTrans" cxnId="{0BC019E3-E4D4-4F98-A213-7C8FA9F67CB4}">
      <dgm:prSet/>
      <dgm:spPr/>
      <dgm:t>
        <a:bodyPr/>
        <a:lstStyle/>
        <a:p>
          <a:endParaRPr lang="en-US"/>
        </a:p>
      </dgm:t>
    </dgm:pt>
    <dgm:pt modelId="{F0EDD8D9-9A85-4410-B832-44AAEC3C0B68}" type="sibTrans" cxnId="{0BC019E3-E4D4-4F98-A213-7C8FA9F67CB4}">
      <dgm:prSet/>
      <dgm:spPr/>
      <dgm:t>
        <a:bodyPr/>
        <a:lstStyle/>
        <a:p>
          <a:endParaRPr lang="en-US"/>
        </a:p>
      </dgm:t>
    </dgm:pt>
    <dgm:pt modelId="{FB6AA490-B6E3-4772-A111-3E2B5770258D}" type="pres">
      <dgm:prSet presAssocID="{1C1B8E75-DD70-496A-A515-82A4ED4A97F1}" presName="root" presStyleCnt="0">
        <dgm:presLayoutVars>
          <dgm:dir/>
          <dgm:resizeHandles val="exact"/>
        </dgm:presLayoutVars>
      </dgm:prSet>
      <dgm:spPr/>
    </dgm:pt>
    <dgm:pt modelId="{54C81DA2-C274-4083-BD9B-9336B64AEDA8}" type="pres">
      <dgm:prSet presAssocID="{E67FA18C-4D25-4DCD-8C5E-27E71EE673F1}" presName="compNode" presStyleCnt="0"/>
      <dgm:spPr/>
    </dgm:pt>
    <dgm:pt modelId="{AA6CD430-EB88-4CDA-ACA9-012A69D3E104}" type="pres">
      <dgm:prSet presAssocID="{E67FA18C-4D25-4DCD-8C5E-27E71EE673F1}" presName="bgRect" presStyleLbl="bgShp" presStyleIdx="0" presStyleCnt="2"/>
      <dgm:spPr/>
    </dgm:pt>
    <dgm:pt modelId="{53685CB5-B4D4-4FEA-A995-FFFD058E8AA5}" type="pres">
      <dgm:prSet presAssocID="{E67FA18C-4D25-4DCD-8C5E-27E71EE673F1}" presName="iconRect" presStyleLbl="node1" presStyleIdx="0" presStyleCnt="2"/>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Questions"/>
        </a:ext>
      </dgm:extLst>
    </dgm:pt>
    <dgm:pt modelId="{94D427F0-F339-48C9-BB1C-80C4255098A8}" type="pres">
      <dgm:prSet presAssocID="{E67FA18C-4D25-4DCD-8C5E-27E71EE673F1}" presName="spaceRect" presStyleCnt="0"/>
      <dgm:spPr/>
    </dgm:pt>
    <dgm:pt modelId="{49AA1FE6-BB42-4AE2-83F6-E454FD1B8FCD}" type="pres">
      <dgm:prSet presAssocID="{E67FA18C-4D25-4DCD-8C5E-27E71EE673F1}" presName="parTx" presStyleLbl="revTx" presStyleIdx="0" presStyleCnt="2">
        <dgm:presLayoutVars>
          <dgm:chMax val="0"/>
          <dgm:chPref val="0"/>
        </dgm:presLayoutVars>
      </dgm:prSet>
      <dgm:spPr/>
    </dgm:pt>
    <dgm:pt modelId="{255DF693-9A5A-423E-A2A3-C0F187966D46}" type="pres">
      <dgm:prSet presAssocID="{B59C0714-ED37-4D09-A10C-3C9522B40D27}" presName="sibTrans" presStyleCnt="0"/>
      <dgm:spPr/>
    </dgm:pt>
    <dgm:pt modelId="{68F2F345-527F-4597-81D4-5EB931486C09}" type="pres">
      <dgm:prSet presAssocID="{8964D660-10BA-41A6-B7EB-4A58C2CAB4C6}" presName="compNode" presStyleCnt="0"/>
      <dgm:spPr/>
    </dgm:pt>
    <dgm:pt modelId="{E286B465-362B-4C73-97AE-9A80FB1FD6F7}" type="pres">
      <dgm:prSet presAssocID="{8964D660-10BA-41A6-B7EB-4A58C2CAB4C6}" presName="bgRect" presStyleLbl="bgShp" presStyleIdx="1" presStyleCnt="2"/>
      <dgm:spPr/>
    </dgm:pt>
    <dgm:pt modelId="{16979011-18F3-41E0-A4FF-7FA91F5B4B14}" type="pres">
      <dgm:prSet presAssocID="{8964D660-10BA-41A6-B7EB-4A58C2CAB4C6}" presName="iconRect" presStyleLbl="node1" presStyleIdx="1" presStyleCnt="2"/>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Arrow Circle"/>
        </a:ext>
      </dgm:extLst>
    </dgm:pt>
    <dgm:pt modelId="{8F7FE926-6652-42F1-825E-47C11A03434D}" type="pres">
      <dgm:prSet presAssocID="{8964D660-10BA-41A6-B7EB-4A58C2CAB4C6}" presName="spaceRect" presStyleCnt="0"/>
      <dgm:spPr/>
    </dgm:pt>
    <dgm:pt modelId="{A4AFC195-2608-4867-8C19-2C578267AACC}" type="pres">
      <dgm:prSet presAssocID="{8964D660-10BA-41A6-B7EB-4A58C2CAB4C6}" presName="parTx" presStyleLbl="revTx" presStyleIdx="1" presStyleCnt="2">
        <dgm:presLayoutVars>
          <dgm:chMax val="0"/>
          <dgm:chPref val="0"/>
        </dgm:presLayoutVars>
      </dgm:prSet>
      <dgm:spPr/>
    </dgm:pt>
  </dgm:ptLst>
  <dgm:cxnLst>
    <dgm:cxn modelId="{D5AEFC12-BE45-46F1-A4D8-67ED754826D9}" type="presOf" srcId="{8964D660-10BA-41A6-B7EB-4A58C2CAB4C6}" destId="{A4AFC195-2608-4867-8C19-2C578267AACC}" srcOrd="0" destOrd="0" presId="urn:microsoft.com/office/officeart/2018/2/layout/IconVerticalSolidList"/>
    <dgm:cxn modelId="{5F24B033-F7E1-4F7F-9C64-73FFCB0478CA}" type="presOf" srcId="{1C1B8E75-DD70-496A-A515-82A4ED4A97F1}" destId="{FB6AA490-B6E3-4772-A111-3E2B5770258D}" srcOrd="0" destOrd="0" presId="urn:microsoft.com/office/officeart/2018/2/layout/IconVerticalSolidList"/>
    <dgm:cxn modelId="{DAC4F455-AD67-47EF-8BCF-DD1B20E14C85}" srcId="{1C1B8E75-DD70-496A-A515-82A4ED4A97F1}" destId="{E67FA18C-4D25-4DCD-8C5E-27E71EE673F1}" srcOrd="0" destOrd="0" parTransId="{2610171B-0ACB-451B-844F-C3A54F83A6EE}" sibTransId="{B59C0714-ED37-4D09-A10C-3C9522B40D27}"/>
    <dgm:cxn modelId="{62C267CA-A253-482E-B163-B3A72C0057E3}" type="presOf" srcId="{E67FA18C-4D25-4DCD-8C5E-27E71EE673F1}" destId="{49AA1FE6-BB42-4AE2-83F6-E454FD1B8FCD}" srcOrd="0" destOrd="0" presId="urn:microsoft.com/office/officeart/2018/2/layout/IconVerticalSolidList"/>
    <dgm:cxn modelId="{0BC019E3-E4D4-4F98-A213-7C8FA9F67CB4}" srcId="{1C1B8E75-DD70-496A-A515-82A4ED4A97F1}" destId="{8964D660-10BA-41A6-B7EB-4A58C2CAB4C6}" srcOrd="1" destOrd="0" parTransId="{E416E5EB-466B-4E37-9184-C1EABDA6DDFA}" sibTransId="{F0EDD8D9-9A85-4410-B832-44AAEC3C0B68}"/>
    <dgm:cxn modelId="{B75F2C0F-1ADF-4D5E-A5DC-C7D05697DD67}" type="presParOf" srcId="{FB6AA490-B6E3-4772-A111-3E2B5770258D}" destId="{54C81DA2-C274-4083-BD9B-9336B64AEDA8}" srcOrd="0" destOrd="0" presId="urn:microsoft.com/office/officeart/2018/2/layout/IconVerticalSolidList"/>
    <dgm:cxn modelId="{1C21B3C7-C73B-415F-A1A7-182B85E0E409}" type="presParOf" srcId="{54C81DA2-C274-4083-BD9B-9336B64AEDA8}" destId="{AA6CD430-EB88-4CDA-ACA9-012A69D3E104}" srcOrd="0" destOrd="0" presId="urn:microsoft.com/office/officeart/2018/2/layout/IconVerticalSolidList"/>
    <dgm:cxn modelId="{83599B14-81C8-4A3D-8C18-7C7BAD63F616}" type="presParOf" srcId="{54C81DA2-C274-4083-BD9B-9336B64AEDA8}" destId="{53685CB5-B4D4-4FEA-A995-FFFD058E8AA5}" srcOrd="1" destOrd="0" presId="urn:microsoft.com/office/officeart/2018/2/layout/IconVerticalSolidList"/>
    <dgm:cxn modelId="{293AEE81-64F2-47FF-A6B2-49335A2EDDAA}" type="presParOf" srcId="{54C81DA2-C274-4083-BD9B-9336B64AEDA8}" destId="{94D427F0-F339-48C9-BB1C-80C4255098A8}" srcOrd="2" destOrd="0" presId="urn:microsoft.com/office/officeart/2018/2/layout/IconVerticalSolidList"/>
    <dgm:cxn modelId="{8D5116E2-D125-411C-8F26-E25C86BD7478}" type="presParOf" srcId="{54C81DA2-C274-4083-BD9B-9336B64AEDA8}" destId="{49AA1FE6-BB42-4AE2-83F6-E454FD1B8FCD}" srcOrd="3" destOrd="0" presId="urn:microsoft.com/office/officeart/2018/2/layout/IconVerticalSolidList"/>
    <dgm:cxn modelId="{7CF26569-6232-459C-B786-08FA6855B874}" type="presParOf" srcId="{FB6AA490-B6E3-4772-A111-3E2B5770258D}" destId="{255DF693-9A5A-423E-A2A3-C0F187966D46}" srcOrd="1" destOrd="0" presId="urn:microsoft.com/office/officeart/2018/2/layout/IconVerticalSolidList"/>
    <dgm:cxn modelId="{532B3DE0-14E5-4AB9-BE32-C55F0272B851}" type="presParOf" srcId="{FB6AA490-B6E3-4772-A111-3E2B5770258D}" destId="{68F2F345-527F-4597-81D4-5EB931486C09}" srcOrd="2" destOrd="0" presId="urn:microsoft.com/office/officeart/2018/2/layout/IconVerticalSolidList"/>
    <dgm:cxn modelId="{688B44E4-A39F-47FC-8678-28479036A1E4}" type="presParOf" srcId="{68F2F345-527F-4597-81D4-5EB931486C09}" destId="{E286B465-362B-4C73-97AE-9A80FB1FD6F7}" srcOrd="0" destOrd="0" presId="urn:microsoft.com/office/officeart/2018/2/layout/IconVerticalSolidList"/>
    <dgm:cxn modelId="{76608881-C97E-4412-BA39-883DA71D3C2B}" type="presParOf" srcId="{68F2F345-527F-4597-81D4-5EB931486C09}" destId="{16979011-18F3-41E0-A4FF-7FA91F5B4B14}" srcOrd="1" destOrd="0" presId="urn:microsoft.com/office/officeart/2018/2/layout/IconVerticalSolidList"/>
    <dgm:cxn modelId="{D124BD87-541C-4ED6-9394-28C0E53C140A}" type="presParOf" srcId="{68F2F345-527F-4597-81D4-5EB931486C09}" destId="{8F7FE926-6652-42F1-825E-47C11A03434D}" srcOrd="2" destOrd="0" presId="urn:microsoft.com/office/officeart/2018/2/layout/IconVerticalSolidList"/>
    <dgm:cxn modelId="{FC3C6C12-0657-412E-AA9C-0214C4D8A921}" type="presParOf" srcId="{68F2F345-527F-4597-81D4-5EB931486C09}" destId="{A4AFC195-2608-4867-8C19-2C578267AACC}"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651EE938-1E46-4879-B5FA-DB6CBBB03EBE}" type="doc">
      <dgm:prSet loTypeId="urn:microsoft.com/office/officeart/2018/2/layout/IconVerticalSolidList" loCatId="icon" qsTypeId="urn:microsoft.com/office/officeart/2005/8/quickstyle/simple1" qsCatId="simple" csTypeId="urn:microsoft.com/office/officeart/2018/5/colors/Iconchunking_neutralbg_colorful1" csCatId="colorful" phldr="1"/>
      <dgm:spPr/>
      <dgm:t>
        <a:bodyPr/>
        <a:lstStyle/>
        <a:p>
          <a:endParaRPr lang="en-US"/>
        </a:p>
      </dgm:t>
    </dgm:pt>
    <dgm:pt modelId="{FB564878-2608-4893-8B79-E1FE0776DBAC}">
      <dgm:prSet/>
      <dgm:spPr/>
      <dgm:t>
        <a:bodyPr/>
        <a:lstStyle/>
        <a:p>
          <a:pPr>
            <a:lnSpc>
              <a:spcPct val="100000"/>
            </a:lnSpc>
          </a:pPr>
          <a:r>
            <a:rPr lang="en-US"/>
            <a:t>Installing and configuring Semgrep.</a:t>
          </a:r>
        </a:p>
      </dgm:t>
    </dgm:pt>
    <dgm:pt modelId="{38E143FD-5212-4861-AE21-D57E0EC86154}" type="parTrans" cxnId="{53494877-ADC5-4AF6-BE99-FB24F6DFF4B7}">
      <dgm:prSet/>
      <dgm:spPr/>
      <dgm:t>
        <a:bodyPr/>
        <a:lstStyle/>
        <a:p>
          <a:endParaRPr lang="en-US"/>
        </a:p>
      </dgm:t>
    </dgm:pt>
    <dgm:pt modelId="{F11957A3-C548-4EBB-9A9E-6A170629C5CD}" type="sibTrans" cxnId="{53494877-ADC5-4AF6-BE99-FB24F6DFF4B7}">
      <dgm:prSet/>
      <dgm:spPr/>
      <dgm:t>
        <a:bodyPr/>
        <a:lstStyle/>
        <a:p>
          <a:endParaRPr lang="en-US"/>
        </a:p>
      </dgm:t>
    </dgm:pt>
    <dgm:pt modelId="{EB709153-1C66-4D04-BC4E-C9632129DF34}">
      <dgm:prSet/>
      <dgm:spPr/>
      <dgm:t>
        <a:bodyPr/>
        <a:lstStyle/>
        <a:p>
          <a:pPr>
            <a:lnSpc>
              <a:spcPct val="100000"/>
            </a:lnSpc>
          </a:pPr>
          <a:r>
            <a:rPr lang="en-US"/>
            <a:t>Navigating the Semgrep ecosystem: CLI and Playground.</a:t>
          </a:r>
        </a:p>
      </dgm:t>
    </dgm:pt>
    <dgm:pt modelId="{1F58A7D1-9614-4D91-9ADF-08644DB26C45}" type="parTrans" cxnId="{26A74F7F-5150-46F5-9AD1-18B36ABD2163}">
      <dgm:prSet/>
      <dgm:spPr/>
      <dgm:t>
        <a:bodyPr/>
        <a:lstStyle/>
        <a:p>
          <a:endParaRPr lang="en-US"/>
        </a:p>
      </dgm:t>
    </dgm:pt>
    <dgm:pt modelId="{3882ADED-E8C2-403F-931C-EF8B5AB3EA76}" type="sibTrans" cxnId="{26A74F7F-5150-46F5-9AD1-18B36ABD2163}">
      <dgm:prSet/>
      <dgm:spPr/>
      <dgm:t>
        <a:bodyPr/>
        <a:lstStyle/>
        <a:p>
          <a:endParaRPr lang="en-US"/>
        </a:p>
      </dgm:t>
    </dgm:pt>
    <dgm:pt modelId="{60AD557A-9C2C-4E16-82F1-20E1641286C5}" type="pres">
      <dgm:prSet presAssocID="{651EE938-1E46-4879-B5FA-DB6CBBB03EBE}" presName="root" presStyleCnt="0">
        <dgm:presLayoutVars>
          <dgm:dir/>
          <dgm:resizeHandles val="exact"/>
        </dgm:presLayoutVars>
      </dgm:prSet>
      <dgm:spPr/>
    </dgm:pt>
    <dgm:pt modelId="{F952542B-8359-45C6-BE94-926A4AE2E6BC}" type="pres">
      <dgm:prSet presAssocID="{FB564878-2608-4893-8B79-E1FE0776DBAC}" presName="compNode" presStyleCnt="0"/>
      <dgm:spPr/>
    </dgm:pt>
    <dgm:pt modelId="{0EB0AB11-6F6A-4D9B-B569-C7F94902CF82}" type="pres">
      <dgm:prSet presAssocID="{FB564878-2608-4893-8B79-E1FE0776DBAC}" presName="bgRect" presStyleLbl="bgShp" presStyleIdx="0" presStyleCnt="2"/>
      <dgm:spPr/>
    </dgm:pt>
    <dgm:pt modelId="{9571F9A4-DD47-4701-B951-7EFCA6A7E10A}" type="pres">
      <dgm:prSet presAssocID="{FB564878-2608-4893-8B79-E1FE0776DBAC}" presName="iconRect" presStyleLbl="node1" presStyleIdx="0" presStyleCnt="2"/>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Gears"/>
        </a:ext>
      </dgm:extLst>
    </dgm:pt>
    <dgm:pt modelId="{0EB72514-8D86-411C-AFEF-D636DAADECD2}" type="pres">
      <dgm:prSet presAssocID="{FB564878-2608-4893-8B79-E1FE0776DBAC}" presName="spaceRect" presStyleCnt="0"/>
      <dgm:spPr/>
    </dgm:pt>
    <dgm:pt modelId="{17B31DE9-122C-4169-B5CF-D8A4F89BCB1E}" type="pres">
      <dgm:prSet presAssocID="{FB564878-2608-4893-8B79-E1FE0776DBAC}" presName="parTx" presStyleLbl="revTx" presStyleIdx="0" presStyleCnt="2">
        <dgm:presLayoutVars>
          <dgm:chMax val="0"/>
          <dgm:chPref val="0"/>
        </dgm:presLayoutVars>
      </dgm:prSet>
      <dgm:spPr/>
    </dgm:pt>
    <dgm:pt modelId="{09013F8B-85D6-44BA-B964-3225E4186EE4}" type="pres">
      <dgm:prSet presAssocID="{F11957A3-C548-4EBB-9A9E-6A170629C5CD}" presName="sibTrans" presStyleCnt="0"/>
      <dgm:spPr/>
    </dgm:pt>
    <dgm:pt modelId="{AC2F0F60-3D0C-4F32-A288-CD802B8D5AF5}" type="pres">
      <dgm:prSet presAssocID="{EB709153-1C66-4D04-BC4E-C9632129DF34}" presName="compNode" presStyleCnt="0"/>
      <dgm:spPr/>
    </dgm:pt>
    <dgm:pt modelId="{8AF90D06-41B5-4067-BF80-12E6D94CDB25}" type="pres">
      <dgm:prSet presAssocID="{EB709153-1C66-4D04-BC4E-C9632129DF34}" presName="bgRect" presStyleLbl="bgShp" presStyleIdx="1" presStyleCnt="2"/>
      <dgm:spPr/>
    </dgm:pt>
    <dgm:pt modelId="{91145011-A0B5-425A-BC2C-4CB01808A71C}" type="pres">
      <dgm:prSet presAssocID="{EB709153-1C66-4D04-BC4E-C9632129DF34}" presName="iconRect" presStyleLbl="node1" presStyleIdx="1" presStyleCnt="2"/>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Bridge scene"/>
        </a:ext>
      </dgm:extLst>
    </dgm:pt>
    <dgm:pt modelId="{1486F893-392A-47E5-849B-CABE12C9E2BC}" type="pres">
      <dgm:prSet presAssocID="{EB709153-1C66-4D04-BC4E-C9632129DF34}" presName="spaceRect" presStyleCnt="0"/>
      <dgm:spPr/>
    </dgm:pt>
    <dgm:pt modelId="{ED66BC80-151A-49E1-966F-84BFFF6C1436}" type="pres">
      <dgm:prSet presAssocID="{EB709153-1C66-4D04-BC4E-C9632129DF34}" presName="parTx" presStyleLbl="revTx" presStyleIdx="1" presStyleCnt="2">
        <dgm:presLayoutVars>
          <dgm:chMax val="0"/>
          <dgm:chPref val="0"/>
        </dgm:presLayoutVars>
      </dgm:prSet>
      <dgm:spPr/>
    </dgm:pt>
  </dgm:ptLst>
  <dgm:cxnLst>
    <dgm:cxn modelId="{4BBF8364-41FD-44D1-BEE8-5248B288F2E9}" type="presOf" srcId="{EB709153-1C66-4D04-BC4E-C9632129DF34}" destId="{ED66BC80-151A-49E1-966F-84BFFF6C1436}" srcOrd="0" destOrd="0" presId="urn:microsoft.com/office/officeart/2018/2/layout/IconVerticalSolidList"/>
    <dgm:cxn modelId="{53494877-ADC5-4AF6-BE99-FB24F6DFF4B7}" srcId="{651EE938-1E46-4879-B5FA-DB6CBBB03EBE}" destId="{FB564878-2608-4893-8B79-E1FE0776DBAC}" srcOrd="0" destOrd="0" parTransId="{38E143FD-5212-4861-AE21-D57E0EC86154}" sibTransId="{F11957A3-C548-4EBB-9A9E-6A170629C5CD}"/>
    <dgm:cxn modelId="{26A74F7F-5150-46F5-9AD1-18B36ABD2163}" srcId="{651EE938-1E46-4879-B5FA-DB6CBBB03EBE}" destId="{EB709153-1C66-4D04-BC4E-C9632129DF34}" srcOrd="1" destOrd="0" parTransId="{1F58A7D1-9614-4D91-9ADF-08644DB26C45}" sibTransId="{3882ADED-E8C2-403F-931C-EF8B5AB3EA76}"/>
    <dgm:cxn modelId="{73D82288-257C-4F1C-B6F1-C3FB7E0B966E}" type="presOf" srcId="{FB564878-2608-4893-8B79-E1FE0776DBAC}" destId="{17B31DE9-122C-4169-B5CF-D8A4F89BCB1E}" srcOrd="0" destOrd="0" presId="urn:microsoft.com/office/officeart/2018/2/layout/IconVerticalSolidList"/>
    <dgm:cxn modelId="{353A61AB-D629-482B-8636-1EF354019635}" type="presOf" srcId="{651EE938-1E46-4879-B5FA-DB6CBBB03EBE}" destId="{60AD557A-9C2C-4E16-82F1-20E1641286C5}" srcOrd="0" destOrd="0" presId="urn:microsoft.com/office/officeart/2018/2/layout/IconVerticalSolidList"/>
    <dgm:cxn modelId="{E5DFB954-FDD5-46E0-9827-4D0BE5D21787}" type="presParOf" srcId="{60AD557A-9C2C-4E16-82F1-20E1641286C5}" destId="{F952542B-8359-45C6-BE94-926A4AE2E6BC}" srcOrd="0" destOrd="0" presId="urn:microsoft.com/office/officeart/2018/2/layout/IconVerticalSolidList"/>
    <dgm:cxn modelId="{F90536B5-B595-4F1E-BB86-62B13180E6F1}" type="presParOf" srcId="{F952542B-8359-45C6-BE94-926A4AE2E6BC}" destId="{0EB0AB11-6F6A-4D9B-B569-C7F94902CF82}" srcOrd="0" destOrd="0" presId="urn:microsoft.com/office/officeart/2018/2/layout/IconVerticalSolidList"/>
    <dgm:cxn modelId="{2B46652F-C444-4B64-B2B4-1BF3FDB8FB93}" type="presParOf" srcId="{F952542B-8359-45C6-BE94-926A4AE2E6BC}" destId="{9571F9A4-DD47-4701-B951-7EFCA6A7E10A}" srcOrd="1" destOrd="0" presId="urn:microsoft.com/office/officeart/2018/2/layout/IconVerticalSolidList"/>
    <dgm:cxn modelId="{38718864-EBE2-438C-919E-AF373933BE51}" type="presParOf" srcId="{F952542B-8359-45C6-BE94-926A4AE2E6BC}" destId="{0EB72514-8D86-411C-AFEF-D636DAADECD2}" srcOrd="2" destOrd="0" presId="urn:microsoft.com/office/officeart/2018/2/layout/IconVerticalSolidList"/>
    <dgm:cxn modelId="{7C24239B-BC4B-447C-9B3F-5DD2515B6AC0}" type="presParOf" srcId="{F952542B-8359-45C6-BE94-926A4AE2E6BC}" destId="{17B31DE9-122C-4169-B5CF-D8A4F89BCB1E}" srcOrd="3" destOrd="0" presId="urn:microsoft.com/office/officeart/2018/2/layout/IconVerticalSolidList"/>
    <dgm:cxn modelId="{CB88F11F-8619-4393-B48E-6954DE33FCE1}" type="presParOf" srcId="{60AD557A-9C2C-4E16-82F1-20E1641286C5}" destId="{09013F8B-85D6-44BA-B964-3225E4186EE4}" srcOrd="1" destOrd="0" presId="urn:microsoft.com/office/officeart/2018/2/layout/IconVerticalSolidList"/>
    <dgm:cxn modelId="{1565D80E-39B0-4D93-8229-C31F6ECFF801}" type="presParOf" srcId="{60AD557A-9C2C-4E16-82F1-20E1641286C5}" destId="{AC2F0F60-3D0C-4F32-A288-CD802B8D5AF5}" srcOrd="2" destOrd="0" presId="urn:microsoft.com/office/officeart/2018/2/layout/IconVerticalSolidList"/>
    <dgm:cxn modelId="{735D82E8-74E8-4F58-9BEB-FD0FA3DBDAB2}" type="presParOf" srcId="{AC2F0F60-3D0C-4F32-A288-CD802B8D5AF5}" destId="{8AF90D06-41B5-4067-BF80-12E6D94CDB25}" srcOrd="0" destOrd="0" presId="urn:microsoft.com/office/officeart/2018/2/layout/IconVerticalSolidList"/>
    <dgm:cxn modelId="{86897261-7823-4CB4-9640-D7B462DC1698}" type="presParOf" srcId="{AC2F0F60-3D0C-4F32-A288-CD802B8D5AF5}" destId="{91145011-A0B5-425A-BC2C-4CB01808A71C}" srcOrd="1" destOrd="0" presId="urn:microsoft.com/office/officeart/2018/2/layout/IconVerticalSolidList"/>
    <dgm:cxn modelId="{01F072C5-A02D-48AB-8B18-2A28BCEC4846}" type="presParOf" srcId="{AC2F0F60-3D0C-4F32-A288-CD802B8D5AF5}" destId="{1486F893-392A-47E5-849B-CABE12C9E2BC}" srcOrd="2" destOrd="0" presId="urn:microsoft.com/office/officeart/2018/2/layout/IconVerticalSolidList"/>
    <dgm:cxn modelId="{79034892-D4FA-44C8-87ED-6ACEF1DBC4E4}" type="presParOf" srcId="{AC2F0F60-3D0C-4F32-A288-CD802B8D5AF5}" destId="{ED66BC80-151A-49E1-966F-84BFFF6C1436}"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651EE938-1E46-4879-B5FA-DB6CBBB03EBE}" type="doc">
      <dgm:prSet loTypeId="urn:microsoft.com/office/officeart/2018/2/layout/IconVerticalSolidList" loCatId="icon" qsTypeId="urn:microsoft.com/office/officeart/2005/8/quickstyle/simple1" qsCatId="simple" csTypeId="urn:microsoft.com/office/officeart/2018/5/colors/Iconchunking_neutralbg_colorful1" csCatId="colorful" phldr="1"/>
      <dgm:spPr/>
      <dgm:t>
        <a:bodyPr/>
        <a:lstStyle/>
        <a:p>
          <a:endParaRPr lang="en-US"/>
        </a:p>
      </dgm:t>
    </dgm:pt>
    <dgm:pt modelId="{EB709153-1C66-4D04-BC4E-C9632129DF34}">
      <dgm:prSet/>
      <dgm:spPr/>
      <dgm:t>
        <a:bodyPr/>
        <a:lstStyle/>
        <a:p>
          <a:pPr>
            <a:lnSpc>
              <a:spcPct val="100000"/>
            </a:lnSpc>
          </a:pPr>
          <a:r>
            <a:rPr lang="en-US"/>
            <a:t>Deep dive into </a:t>
          </a:r>
          <a:r>
            <a:rPr lang="en-US" err="1"/>
            <a:t>Semgrep’s</a:t>
          </a:r>
          <a:r>
            <a:rPr lang="en-US"/>
            <a:t> rule syntax and pattern matching.</a:t>
          </a:r>
        </a:p>
      </dgm:t>
    </dgm:pt>
    <dgm:pt modelId="{1F58A7D1-9614-4D91-9ADF-08644DB26C45}" type="parTrans" cxnId="{26A74F7F-5150-46F5-9AD1-18B36ABD2163}">
      <dgm:prSet/>
      <dgm:spPr/>
      <dgm:t>
        <a:bodyPr/>
        <a:lstStyle/>
        <a:p>
          <a:endParaRPr lang="en-US"/>
        </a:p>
      </dgm:t>
    </dgm:pt>
    <dgm:pt modelId="{3882ADED-E8C2-403F-931C-EF8B5AB3EA76}" type="sibTrans" cxnId="{26A74F7F-5150-46F5-9AD1-18B36ABD2163}">
      <dgm:prSet/>
      <dgm:spPr/>
      <dgm:t>
        <a:bodyPr/>
        <a:lstStyle/>
        <a:p>
          <a:endParaRPr lang="en-US"/>
        </a:p>
      </dgm:t>
    </dgm:pt>
    <dgm:pt modelId="{60AD557A-9C2C-4E16-82F1-20E1641286C5}" type="pres">
      <dgm:prSet presAssocID="{651EE938-1E46-4879-B5FA-DB6CBBB03EBE}" presName="root" presStyleCnt="0">
        <dgm:presLayoutVars>
          <dgm:dir/>
          <dgm:resizeHandles val="exact"/>
        </dgm:presLayoutVars>
      </dgm:prSet>
      <dgm:spPr/>
    </dgm:pt>
    <dgm:pt modelId="{AC2F0F60-3D0C-4F32-A288-CD802B8D5AF5}" type="pres">
      <dgm:prSet presAssocID="{EB709153-1C66-4D04-BC4E-C9632129DF34}" presName="compNode" presStyleCnt="0"/>
      <dgm:spPr/>
    </dgm:pt>
    <dgm:pt modelId="{8AF90D06-41B5-4067-BF80-12E6D94CDB25}" type="pres">
      <dgm:prSet presAssocID="{EB709153-1C66-4D04-BC4E-C9632129DF34}" presName="bgRect" presStyleLbl="bgShp" presStyleIdx="0" presStyleCnt="1"/>
      <dgm:spPr/>
    </dgm:pt>
    <dgm:pt modelId="{91145011-A0B5-425A-BC2C-4CB01808A71C}" type="pres">
      <dgm:prSet presAssocID="{EB709153-1C66-4D04-BC4E-C9632129DF34}" presName="iconRect" presStyleLbl="node1" presStyleIdx="0" presStyleCnt="1"/>
      <dgm:spPr>
        <a:blipFill>
          <a:blip xmlns:r="http://schemas.openxmlformats.org/officeDocument/2006/relationships" r:embed="rId1">
            <a:extLst>
              <a:ext uri="{96DAC541-7B7A-43D3-8B79-37D633B846F1}">
                <asvg:svgBlip xmlns:asvg="http://schemas.microsoft.com/office/drawing/2016/SVG/main" r:embed="rId2"/>
              </a:ext>
            </a:extLst>
          </a:blip>
          <a:srcRect/>
          <a:stretch>
            <a:fillRect/>
          </a:stretch>
        </a:blipFill>
        <a:ln>
          <a:noFill/>
        </a:ln>
      </dgm:spPr>
      <dgm:extLst>
        <a:ext uri="{E40237B7-FDA0-4F09-8148-C483321AD2D9}">
          <dgm14:cNvPr xmlns:dgm14="http://schemas.microsoft.com/office/drawing/2010/diagram" id="0" name="" descr="Scuba diving with solid fill"/>
        </a:ext>
      </dgm:extLst>
    </dgm:pt>
    <dgm:pt modelId="{1486F893-392A-47E5-849B-CABE12C9E2BC}" type="pres">
      <dgm:prSet presAssocID="{EB709153-1C66-4D04-BC4E-C9632129DF34}" presName="spaceRect" presStyleCnt="0"/>
      <dgm:spPr/>
    </dgm:pt>
    <dgm:pt modelId="{ED66BC80-151A-49E1-966F-84BFFF6C1436}" type="pres">
      <dgm:prSet presAssocID="{EB709153-1C66-4D04-BC4E-C9632129DF34}" presName="parTx" presStyleLbl="revTx" presStyleIdx="0" presStyleCnt="1">
        <dgm:presLayoutVars>
          <dgm:chMax val="0"/>
          <dgm:chPref val="0"/>
        </dgm:presLayoutVars>
      </dgm:prSet>
      <dgm:spPr/>
    </dgm:pt>
  </dgm:ptLst>
  <dgm:cxnLst>
    <dgm:cxn modelId="{4BBF8364-41FD-44D1-BEE8-5248B288F2E9}" type="presOf" srcId="{EB709153-1C66-4D04-BC4E-C9632129DF34}" destId="{ED66BC80-151A-49E1-966F-84BFFF6C1436}" srcOrd="0" destOrd="0" presId="urn:microsoft.com/office/officeart/2018/2/layout/IconVerticalSolidList"/>
    <dgm:cxn modelId="{26A74F7F-5150-46F5-9AD1-18B36ABD2163}" srcId="{651EE938-1E46-4879-B5FA-DB6CBBB03EBE}" destId="{EB709153-1C66-4D04-BC4E-C9632129DF34}" srcOrd="0" destOrd="0" parTransId="{1F58A7D1-9614-4D91-9ADF-08644DB26C45}" sibTransId="{3882ADED-E8C2-403F-931C-EF8B5AB3EA76}"/>
    <dgm:cxn modelId="{353A61AB-D629-482B-8636-1EF354019635}" type="presOf" srcId="{651EE938-1E46-4879-B5FA-DB6CBBB03EBE}" destId="{60AD557A-9C2C-4E16-82F1-20E1641286C5}" srcOrd="0" destOrd="0" presId="urn:microsoft.com/office/officeart/2018/2/layout/IconVerticalSolidList"/>
    <dgm:cxn modelId="{1565D80E-39B0-4D93-8229-C31F6ECFF801}" type="presParOf" srcId="{60AD557A-9C2C-4E16-82F1-20E1641286C5}" destId="{AC2F0F60-3D0C-4F32-A288-CD802B8D5AF5}" srcOrd="0" destOrd="0" presId="urn:microsoft.com/office/officeart/2018/2/layout/IconVerticalSolidList"/>
    <dgm:cxn modelId="{735D82E8-74E8-4F58-9BEB-FD0FA3DBDAB2}" type="presParOf" srcId="{AC2F0F60-3D0C-4F32-A288-CD802B8D5AF5}" destId="{8AF90D06-41B5-4067-BF80-12E6D94CDB25}" srcOrd="0" destOrd="0" presId="urn:microsoft.com/office/officeart/2018/2/layout/IconVerticalSolidList"/>
    <dgm:cxn modelId="{86897261-7823-4CB4-9640-D7B462DC1698}" type="presParOf" srcId="{AC2F0F60-3D0C-4F32-A288-CD802B8D5AF5}" destId="{91145011-A0B5-425A-BC2C-4CB01808A71C}" srcOrd="1" destOrd="0" presId="urn:microsoft.com/office/officeart/2018/2/layout/IconVerticalSolidList"/>
    <dgm:cxn modelId="{01F072C5-A02D-48AB-8B18-2A28BCEC4846}" type="presParOf" srcId="{AC2F0F60-3D0C-4F32-A288-CD802B8D5AF5}" destId="{1486F893-392A-47E5-849B-CABE12C9E2BC}" srcOrd="2" destOrd="0" presId="urn:microsoft.com/office/officeart/2018/2/layout/IconVerticalSolidList"/>
    <dgm:cxn modelId="{79034892-D4FA-44C8-87ED-6ACEF1DBC4E4}" type="presParOf" srcId="{AC2F0F60-3D0C-4F32-A288-CD802B8D5AF5}" destId="{ED66BC80-151A-49E1-966F-84BFFF6C1436}"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651EE938-1E46-4879-B5FA-DB6CBBB03EBE}" type="doc">
      <dgm:prSet loTypeId="urn:microsoft.com/office/officeart/2018/2/layout/IconVerticalSolidList" loCatId="icon" qsTypeId="urn:microsoft.com/office/officeart/2005/8/quickstyle/simple1" qsCatId="simple" csTypeId="urn:microsoft.com/office/officeart/2018/5/colors/Iconchunking_neutralbg_colorful1" csCatId="colorful" phldr="1"/>
      <dgm:spPr/>
      <dgm:t>
        <a:bodyPr/>
        <a:lstStyle/>
        <a:p>
          <a:endParaRPr lang="en-US"/>
        </a:p>
      </dgm:t>
    </dgm:pt>
    <dgm:pt modelId="{FB564878-2608-4893-8B79-E1FE0776DBAC}">
      <dgm:prSet/>
      <dgm:spPr/>
      <dgm:t>
        <a:bodyPr/>
        <a:lstStyle/>
        <a:p>
          <a:pPr>
            <a:lnSpc>
              <a:spcPct val="100000"/>
            </a:lnSpc>
          </a:pPr>
          <a:r>
            <a:rPr lang="en-US"/>
            <a:t>Overview of advanced Semgrep features: Taint mode, and editor integration.</a:t>
          </a:r>
        </a:p>
      </dgm:t>
    </dgm:pt>
    <dgm:pt modelId="{38E143FD-5212-4861-AE21-D57E0EC86154}" type="parTrans" cxnId="{53494877-ADC5-4AF6-BE99-FB24F6DFF4B7}">
      <dgm:prSet/>
      <dgm:spPr/>
      <dgm:t>
        <a:bodyPr/>
        <a:lstStyle/>
        <a:p>
          <a:endParaRPr lang="en-US"/>
        </a:p>
      </dgm:t>
    </dgm:pt>
    <dgm:pt modelId="{F11957A3-C548-4EBB-9A9E-6A170629C5CD}" type="sibTrans" cxnId="{53494877-ADC5-4AF6-BE99-FB24F6DFF4B7}">
      <dgm:prSet/>
      <dgm:spPr/>
      <dgm:t>
        <a:bodyPr/>
        <a:lstStyle/>
        <a:p>
          <a:endParaRPr lang="en-US"/>
        </a:p>
      </dgm:t>
    </dgm:pt>
    <dgm:pt modelId="{EB709153-1C66-4D04-BC4E-C9632129DF34}">
      <dgm:prSet/>
      <dgm:spPr/>
      <dgm:t>
        <a:bodyPr/>
        <a:lstStyle/>
        <a:p>
          <a:pPr>
            <a:lnSpc>
              <a:spcPct val="100000"/>
            </a:lnSpc>
          </a:pPr>
          <a:r>
            <a:rPr lang="en-US"/>
            <a:t>Leveraging Semgrep findings for LLM-based code analysis.</a:t>
          </a:r>
        </a:p>
      </dgm:t>
    </dgm:pt>
    <dgm:pt modelId="{1F58A7D1-9614-4D91-9ADF-08644DB26C45}" type="parTrans" cxnId="{26A74F7F-5150-46F5-9AD1-18B36ABD2163}">
      <dgm:prSet/>
      <dgm:spPr/>
      <dgm:t>
        <a:bodyPr/>
        <a:lstStyle/>
        <a:p>
          <a:endParaRPr lang="en-US"/>
        </a:p>
      </dgm:t>
    </dgm:pt>
    <dgm:pt modelId="{3882ADED-E8C2-403F-931C-EF8B5AB3EA76}" type="sibTrans" cxnId="{26A74F7F-5150-46F5-9AD1-18B36ABD2163}">
      <dgm:prSet/>
      <dgm:spPr/>
      <dgm:t>
        <a:bodyPr/>
        <a:lstStyle/>
        <a:p>
          <a:endParaRPr lang="en-US"/>
        </a:p>
      </dgm:t>
    </dgm:pt>
    <dgm:pt modelId="{60AD557A-9C2C-4E16-82F1-20E1641286C5}" type="pres">
      <dgm:prSet presAssocID="{651EE938-1E46-4879-B5FA-DB6CBBB03EBE}" presName="root" presStyleCnt="0">
        <dgm:presLayoutVars>
          <dgm:dir/>
          <dgm:resizeHandles val="exact"/>
        </dgm:presLayoutVars>
      </dgm:prSet>
      <dgm:spPr/>
    </dgm:pt>
    <dgm:pt modelId="{F952542B-8359-45C6-BE94-926A4AE2E6BC}" type="pres">
      <dgm:prSet presAssocID="{FB564878-2608-4893-8B79-E1FE0776DBAC}" presName="compNode" presStyleCnt="0"/>
      <dgm:spPr/>
    </dgm:pt>
    <dgm:pt modelId="{0EB0AB11-6F6A-4D9B-B569-C7F94902CF82}" type="pres">
      <dgm:prSet presAssocID="{FB564878-2608-4893-8B79-E1FE0776DBAC}" presName="bgRect" presStyleLbl="bgShp" presStyleIdx="0" presStyleCnt="2"/>
      <dgm:spPr/>
    </dgm:pt>
    <dgm:pt modelId="{9571F9A4-DD47-4701-B951-7EFCA6A7E10A}" type="pres">
      <dgm:prSet presAssocID="{FB564878-2608-4893-8B79-E1FE0776DBAC}" presName="iconRect" presStyleLbl="node1" presStyleIdx="0" presStyleCnt="2"/>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Gears"/>
        </a:ext>
      </dgm:extLst>
    </dgm:pt>
    <dgm:pt modelId="{0EB72514-8D86-411C-AFEF-D636DAADECD2}" type="pres">
      <dgm:prSet presAssocID="{FB564878-2608-4893-8B79-E1FE0776DBAC}" presName="spaceRect" presStyleCnt="0"/>
      <dgm:spPr/>
    </dgm:pt>
    <dgm:pt modelId="{17B31DE9-122C-4169-B5CF-D8A4F89BCB1E}" type="pres">
      <dgm:prSet presAssocID="{FB564878-2608-4893-8B79-E1FE0776DBAC}" presName="parTx" presStyleLbl="revTx" presStyleIdx="0" presStyleCnt="2">
        <dgm:presLayoutVars>
          <dgm:chMax val="0"/>
          <dgm:chPref val="0"/>
        </dgm:presLayoutVars>
      </dgm:prSet>
      <dgm:spPr/>
    </dgm:pt>
    <dgm:pt modelId="{09013F8B-85D6-44BA-B964-3225E4186EE4}" type="pres">
      <dgm:prSet presAssocID="{F11957A3-C548-4EBB-9A9E-6A170629C5CD}" presName="sibTrans" presStyleCnt="0"/>
      <dgm:spPr/>
    </dgm:pt>
    <dgm:pt modelId="{AC2F0F60-3D0C-4F32-A288-CD802B8D5AF5}" type="pres">
      <dgm:prSet presAssocID="{EB709153-1C66-4D04-BC4E-C9632129DF34}" presName="compNode" presStyleCnt="0"/>
      <dgm:spPr/>
    </dgm:pt>
    <dgm:pt modelId="{8AF90D06-41B5-4067-BF80-12E6D94CDB25}" type="pres">
      <dgm:prSet presAssocID="{EB709153-1C66-4D04-BC4E-C9632129DF34}" presName="bgRect" presStyleLbl="bgShp" presStyleIdx="1" presStyleCnt="2"/>
      <dgm:spPr/>
    </dgm:pt>
    <dgm:pt modelId="{91145011-A0B5-425A-BC2C-4CB01808A71C}" type="pres">
      <dgm:prSet presAssocID="{EB709153-1C66-4D04-BC4E-C9632129DF34}" presName="iconRect" presStyleLbl="node1" presStyleIdx="1" presStyleCnt="2"/>
      <dgm:spPr>
        <a:blipFill>
          <a:blip xmlns:r="http://schemas.openxmlformats.org/officeDocument/2006/relationships" r:embed="rId3">
            <a:extLst>
              <a:ext uri="{96DAC541-7B7A-43D3-8B79-37D633B846F1}">
                <asvg:svgBlip xmlns:asvg="http://schemas.microsoft.com/office/drawing/2016/SVG/main" r:embed="rId4"/>
              </a:ext>
            </a:extLst>
          </a:blip>
          <a:srcRect/>
          <a:stretch>
            <a:fillRect/>
          </a:stretch>
        </a:blipFill>
        <a:ln>
          <a:noFill/>
        </a:ln>
      </dgm:spPr>
      <dgm:extLst>
        <a:ext uri="{E40237B7-FDA0-4F09-8148-C483321AD2D9}">
          <dgm14:cNvPr xmlns:dgm14="http://schemas.microsoft.com/office/drawing/2010/diagram" id="0" name="" descr="Robot with solid fill"/>
        </a:ext>
      </dgm:extLst>
    </dgm:pt>
    <dgm:pt modelId="{1486F893-392A-47E5-849B-CABE12C9E2BC}" type="pres">
      <dgm:prSet presAssocID="{EB709153-1C66-4D04-BC4E-C9632129DF34}" presName="spaceRect" presStyleCnt="0"/>
      <dgm:spPr/>
    </dgm:pt>
    <dgm:pt modelId="{ED66BC80-151A-49E1-966F-84BFFF6C1436}" type="pres">
      <dgm:prSet presAssocID="{EB709153-1C66-4D04-BC4E-C9632129DF34}" presName="parTx" presStyleLbl="revTx" presStyleIdx="1" presStyleCnt="2">
        <dgm:presLayoutVars>
          <dgm:chMax val="0"/>
          <dgm:chPref val="0"/>
        </dgm:presLayoutVars>
      </dgm:prSet>
      <dgm:spPr/>
    </dgm:pt>
  </dgm:ptLst>
  <dgm:cxnLst>
    <dgm:cxn modelId="{4BBF8364-41FD-44D1-BEE8-5248B288F2E9}" type="presOf" srcId="{EB709153-1C66-4D04-BC4E-C9632129DF34}" destId="{ED66BC80-151A-49E1-966F-84BFFF6C1436}" srcOrd="0" destOrd="0" presId="urn:microsoft.com/office/officeart/2018/2/layout/IconVerticalSolidList"/>
    <dgm:cxn modelId="{53494877-ADC5-4AF6-BE99-FB24F6DFF4B7}" srcId="{651EE938-1E46-4879-B5FA-DB6CBBB03EBE}" destId="{FB564878-2608-4893-8B79-E1FE0776DBAC}" srcOrd="0" destOrd="0" parTransId="{38E143FD-5212-4861-AE21-D57E0EC86154}" sibTransId="{F11957A3-C548-4EBB-9A9E-6A170629C5CD}"/>
    <dgm:cxn modelId="{26A74F7F-5150-46F5-9AD1-18B36ABD2163}" srcId="{651EE938-1E46-4879-B5FA-DB6CBBB03EBE}" destId="{EB709153-1C66-4D04-BC4E-C9632129DF34}" srcOrd="1" destOrd="0" parTransId="{1F58A7D1-9614-4D91-9ADF-08644DB26C45}" sibTransId="{3882ADED-E8C2-403F-931C-EF8B5AB3EA76}"/>
    <dgm:cxn modelId="{73D82288-257C-4F1C-B6F1-C3FB7E0B966E}" type="presOf" srcId="{FB564878-2608-4893-8B79-E1FE0776DBAC}" destId="{17B31DE9-122C-4169-B5CF-D8A4F89BCB1E}" srcOrd="0" destOrd="0" presId="urn:microsoft.com/office/officeart/2018/2/layout/IconVerticalSolidList"/>
    <dgm:cxn modelId="{353A61AB-D629-482B-8636-1EF354019635}" type="presOf" srcId="{651EE938-1E46-4879-B5FA-DB6CBBB03EBE}" destId="{60AD557A-9C2C-4E16-82F1-20E1641286C5}" srcOrd="0" destOrd="0" presId="urn:microsoft.com/office/officeart/2018/2/layout/IconVerticalSolidList"/>
    <dgm:cxn modelId="{E5DFB954-FDD5-46E0-9827-4D0BE5D21787}" type="presParOf" srcId="{60AD557A-9C2C-4E16-82F1-20E1641286C5}" destId="{F952542B-8359-45C6-BE94-926A4AE2E6BC}" srcOrd="0" destOrd="0" presId="urn:microsoft.com/office/officeart/2018/2/layout/IconVerticalSolidList"/>
    <dgm:cxn modelId="{F90536B5-B595-4F1E-BB86-62B13180E6F1}" type="presParOf" srcId="{F952542B-8359-45C6-BE94-926A4AE2E6BC}" destId="{0EB0AB11-6F6A-4D9B-B569-C7F94902CF82}" srcOrd="0" destOrd="0" presId="urn:microsoft.com/office/officeart/2018/2/layout/IconVerticalSolidList"/>
    <dgm:cxn modelId="{2B46652F-C444-4B64-B2B4-1BF3FDB8FB93}" type="presParOf" srcId="{F952542B-8359-45C6-BE94-926A4AE2E6BC}" destId="{9571F9A4-DD47-4701-B951-7EFCA6A7E10A}" srcOrd="1" destOrd="0" presId="urn:microsoft.com/office/officeart/2018/2/layout/IconVerticalSolidList"/>
    <dgm:cxn modelId="{38718864-EBE2-438C-919E-AF373933BE51}" type="presParOf" srcId="{F952542B-8359-45C6-BE94-926A4AE2E6BC}" destId="{0EB72514-8D86-411C-AFEF-D636DAADECD2}" srcOrd="2" destOrd="0" presId="urn:microsoft.com/office/officeart/2018/2/layout/IconVerticalSolidList"/>
    <dgm:cxn modelId="{7C24239B-BC4B-447C-9B3F-5DD2515B6AC0}" type="presParOf" srcId="{F952542B-8359-45C6-BE94-926A4AE2E6BC}" destId="{17B31DE9-122C-4169-B5CF-D8A4F89BCB1E}" srcOrd="3" destOrd="0" presId="urn:microsoft.com/office/officeart/2018/2/layout/IconVerticalSolidList"/>
    <dgm:cxn modelId="{CB88F11F-8619-4393-B48E-6954DE33FCE1}" type="presParOf" srcId="{60AD557A-9C2C-4E16-82F1-20E1641286C5}" destId="{09013F8B-85D6-44BA-B964-3225E4186EE4}" srcOrd="1" destOrd="0" presId="urn:microsoft.com/office/officeart/2018/2/layout/IconVerticalSolidList"/>
    <dgm:cxn modelId="{1565D80E-39B0-4D93-8229-C31F6ECFF801}" type="presParOf" srcId="{60AD557A-9C2C-4E16-82F1-20E1641286C5}" destId="{AC2F0F60-3D0C-4F32-A288-CD802B8D5AF5}" srcOrd="2" destOrd="0" presId="urn:microsoft.com/office/officeart/2018/2/layout/IconVerticalSolidList"/>
    <dgm:cxn modelId="{735D82E8-74E8-4F58-9BEB-FD0FA3DBDAB2}" type="presParOf" srcId="{AC2F0F60-3D0C-4F32-A288-CD802B8D5AF5}" destId="{8AF90D06-41B5-4067-BF80-12E6D94CDB25}" srcOrd="0" destOrd="0" presId="urn:microsoft.com/office/officeart/2018/2/layout/IconVerticalSolidList"/>
    <dgm:cxn modelId="{86897261-7823-4CB4-9640-D7B462DC1698}" type="presParOf" srcId="{AC2F0F60-3D0C-4F32-A288-CD802B8D5AF5}" destId="{91145011-A0B5-425A-BC2C-4CB01808A71C}" srcOrd="1" destOrd="0" presId="urn:microsoft.com/office/officeart/2018/2/layout/IconVerticalSolidList"/>
    <dgm:cxn modelId="{01F072C5-A02D-48AB-8B18-2A28BCEC4846}" type="presParOf" srcId="{AC2F0F60-3D0C-4F32-A288-CD802B8D5AF5}" destId="{1486F893-392A-47E5-849B-CABE12C9E2BC}" srcOrd="2" destOrd="0" presId="urn:microsoft.com/office/officeart/2018/2/layout/IconVerticalSolidList"/>
    <dgm:cxn modelId="{79034892-D4FA-44C8-87ED-6ACEF1DBC4E4}" type="presParOf" srcId="{AC2F0F60-3D0C-4F32-A288-CD802B8D5AF5}" destId="{ED66BC80-151A-49E1-966F-84BFFF6C1436}"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651EE938-1E46-4879-B5FA-DB6CBBB03EBE}" type="doc">
      <dgm:prSet loTypeId="urn:microsoft.com/office/officeart/2018/2/layout/IconVerticalSolidList" loCatId="icon" qsTypeId="urn:microsoft.com/office/officeart/2005/8/quickstyle/simple1" qsCatId="simple" csTypeId="urn:microsoft.com/office/officeart/2018/5/colors/Iconchunking_neutralbg_colorful1" csCatId="colorful" phldr="1"/>
      <dgm:spPr/>
      <dgm:t>
        <a:bodyPr/>
        <a:lstStyle/>
        <a:p>
          <a:endParaRPr lang="en-US"/>
        </a:p>
      </dgm:t>
    </dgm:pt>
    <dgm:pt modelId="{FB564878-2608-4893-8B79-E1FE0776DBAC}">
      <dgm:prSet/>
      <dgm:spPr/>
      <dgm:t>
        <a:bodyPr/>
        <a:lstStyle/>
        <a:p>
          <a:pPr>
            <a:lnSpc>
              <a:spcPct val="100000"/>
            </a:lnSpc>
          </a:pPr>
          <a:r>
            <a:rPr lang="en-US"/>
            <a:t>C#, TypeScript, Python</a:t>
          </a:r>
        </a:p>
      </dgm:t>
    </dgm:pt>
    <dgm:pt modelId="{38E143FD-5212-4861-AE21-D57E0EC86154}" type="parTrans" cxnId="{53494877-ADC5-4AF6-BE99-FB24F6DFF4B7}">
      <dgm:prSet/>
      <dgm:spPr/>
      <dgm:t>
        <a:bodyPr/>
        <a:lstStyle/>
        <a:p>
          <a:endParaRPr lang="en-US"/>
        </a:p>
      </dgm:t>
    </dgm:pt>
    <dgm:pt modelId="{F11957A3-C548-4EBB-9A9E-6A170629C5CD}" type="sibTrans" cxnId="{53494877-ADC5-4AF6-BE99-FB24F6DFF4B7}">
      <dgm:prSet/>
      <dgm:spPr/>
      <dgm:t>
        <a:bodyPr/>
        <a:lstStyle/>
        <a:p>
          <a:endParaRPr lang="en-US"/>
        </a:p>
      </dgm:t>
    </dgm:pt>
    <dgm:pt modelId="{EB709153-1C66-4D04-BC4E-C9632129DF34}">
      <dgm:prSet/>
      <dgm:spPr/>
      <dgm:t>
        <a:bodyPr/>
        <a:lstStyle/>
        <a:p>
          <a:pPr>
            <a:lnSpc>
              <a:spcPct val="100000"/>
            </a:lnSpc>
          </a:pPr>
          <a:r>
            <a:rPr lang="en-US">
              <a:hlinkClick xmlns:r="http://schemas.openxmlformats.org/officeDocument/2006/relationships" r:id="rId1"/>
            </a:rPr>
            <a:t>https://aka.ms/semgrep-workshop</a:t>
          </a:r>
          <a:r>
            <a:rPr lang="en-US"/>
            <a:t> </a:t>
          </a:r>
        </a:p>
      </dgm:t>
    </dgm:pt>
    <dgm:pt modelId="{1F58A7D1-9614-4D91-9ADF-08644DB26C45}" type="parTrans" cxnId="{26A74F7F-5150-46F5-9AD1-18B36ABD2163}">
      <dgm:prSet/>
      <dgm:spPr/>
      <dgm:t>
        <a:bodyPr/>
        <a:lstStyle/>
        <a:p>
          <a:endParaRPr lang="en-US"/>
        </a:p>
      </dgm:t>
    </dgm:pt>
    <dgm:pt modelId="{3882ADED-E8C2-403F-931C-EF8B5AB3EA76}" type="sibTrans" cxnId="{26A74F7F-5150-46F5-9AD1-18B36ABD2163}">
      <dgm:prSet/>
      <dgm:spPr/>
      <dgm:t>
        <a:bodyPr/>
        <a:lstStyle/>
        <a:p>
          <a:endParaRPr lang="en-US"/>
        </a:p>
      </dgm:t>
    </dgm:pt>
    <dgm:pt modelId="{60AD557A-9C2C-4E16-82F1-20E1641286C5}" type="pres">
      <dgm:prSet presAssocID="{651EE938-1E46-4879-B5FA-DB6CBBB03EBE}" presName="root" presStyleCnt="0">
        <dgm:presLayoutVars>
          <dgm:dir/>
          <dgm:resizeHandles val="exact"/>
        </dgm:presLayoutVars>
      </dgm:prSet>
      <dgm:spPr/>
    </dgm:pt>
    <dgm:pt modelId="{F952542B-8359-45C6-BE94-926A4AE2E6BC}" type="pres">
      <dgm:prSet presAssocID="{FB564878-2608-4893-8B79-E1FE0776DBAC}" presName="compNode" presStyleCnt="0"/>
      <dgm:spPr/>
    </dgm:pt>
    <dgm:pt modelId="{0EB0AB11-6F6A-4D9B-B569-C7F94902CF82}" type="pres">
      <dgm:prSet presAssocID="{FB564878-2608-4893-8B79-E1FE0776DBAC}" presName="bgRect" presStyleLbl="bgShp" presStyleIdx="0" presStyleCnt="2"/>
      <dgm:spPr/>
    </dgm:pt>
    <dgm:pt modelId="{9571F9A4-DD47-4701-B951-7EFCA6A7E10A}" type="pres">
      <dgm:prSet presAssocID="{FB564878-2608-4893-8B79-E1FE0776DBAC}" presName="iconRect" presStyleLbl="node1" presStyleIdx="0" presStyleCnt="2"/>
      <dgm:spPr>
        <a:blipFill>
          <a:blip xmlns:r="http://schemas.openxmlformats.org/officeDocument/2006/relationships" r:embed="rId2">
            <a:extLst>
              <a:ext uri="{96DAC541-7B7A-43D3-8B79-37D633B846F1}">
                <asvg:svgBlip xmlns:asvg="http://schemas.microsoft.com/office/drawing/2016/SVG/main" r:embed="rId3"/>
              </a:ext>
            </a:extLst>
          </a:blip>
          <a:srcRect/>
          <a:stretch>
            <a:fillRect/>
          </a:stretch>
        </a:blipFill>
        <a:ln>
          <a:noFill/>
        </a:ln>
      </dgm:spPr>
      <dgm:extLst>
        <a:ext uri="{E40237B7-FDA0-4F09-8148-C483321AD2D9}">
          <dgm14:cNvPr xmlns:dgm14="http://schemas.microsoft.com/office/drawing/2010/diagram" id="0" name="" descr="Hurdle with solid fill"/>
        </a:ext>
      </dgm:extLst>
    </dgm:pt>
    <dgm:pt modelId="{0EB72514-8D86-411C-AFEF-D636DAADECD2}" type="pres">
      <dgm:prSet presAssocID="{FB564878-2608-4893-8B79-E1FE0776DBAC}" presName="spaceRect" presStyleCnt="0"/>
      <dgm:spPr/>
    </dgm:pt>
    <dgm:pt modelId="{17B31DE9-122C-4169-B5CF-D8A4F89BCB1E}" type="pres">
      <dgm:prSet presAssocID="{FB564878-2608-4893-8B79-E1FE0776DBAC}" presName="parTx" presStyleLbl="revTx" presStyleIdx="0" presStyleCnt="2">
        <dgm:presLayoutVars>
          <dgm:chMax val="0"/>
          <dgm:chPref val="0"/>
        </dgm:presLayoutVars>
      </dgm:prSet>
      <dgm:spPr/>
    </dgm:pt>
    <dgm:pt modelId="{09013F8B-85D6-44BA-B964-3225E4186EE4}" type="pres">
      <dgm:prSet presAssocID="{F11957A3-C548-4EBB-9A9E-6A170629C5CD}" presName="sibTrans" presStyleCnt="0"/>
      <dgm:spPr/>
    </dgm:pt>
    <dgm:pt modelId="{AC2F0F60-3D0C-4F32-A288-CD802B8D5AF5}" type="pres">
      <dgm:prSet presAssocID="{EB709153-1C66-4D04-BC4E-C9632129DF34}" presName="compNode" presStyleCnt="0"/>
      <dgm:spPr/>
    </dgm:pt>
    <dgm:pt modelId="{8AF90D06-41B5-4067-BF80-12E6D94CDB25}" type="pres">
      <dgm:prSet presAssocID="{EB709153-1C66-4D04-BC4E-C9632129DF34}" presName="bgRect" presStyleLbl="bgShp" presStyleIdx="1" presStyleCnt="2"/>
      <dgm:spPr/>
    </dgm:pt>
    <dgm:pt modelId="{91145011-A0B5-425A-BC2C-4CB01808A71C}" type="pres">
      <dgm:prSet presAssocID="{EB709153-1C66-4D04-BC4E-C9632129DF34}" presName="iconRect" presStyleLbl="node1" presStyleIdx="1" presStyleCnt="2"/>
      <dgm:spPr>
        <a:blipFill>
          <a:blip xmlns:r="http://schemas.openxmlformats.org/officeDocument/2006/relationships" r:embed="rId4">
            <a:extLst>
              <a:ext uri="{96DAC541-7B7A-43D3-8B79-37D633B846F1}">
                <asvg:svgBlip xmlns:asvg="http://schemas.microsoft.com/office/drawing/2016/SVG/main" r:embed="rId5"/>
              </a:ext>
            </a:extLst>
          </a:blip>
          <a:srcRect/>
          <a:stretch>
            <a:fillRect/>
          </a:stretch>
        </a:blipFill>
        <a:ln>
          <a:noFill/>
        </a:ln>
      </dgm:spPr>
      <dgm:extLst>
        <a:ext uri="{E40237B7-FDA0-4F09-8148-C483321AD2D9}">
          <dgm14:cNvPr xmlns:dgm14="http://schemas.microsoft.com/office/drawing/2010/diagram" id="0" name="" descr="Remote learning science with solid fill"/>
        </a:ext>
      </dgm:extLst>
    </dgm:pt>
    <dgm:pt modelId="{1486F893-392A-47E5-849B-CABE12C9E2BC}" type="pres">
      <dgm:prSet presAssocID="{EB709153-1C66-4D04-BC4E-C9632129DF34}" presName="spaceRect" presStyleCnt="0"/>
      <dgm:spPr/>
    </dgm:pt>
    <dgm:pt modelId="{ED66BC80-151A-49E1-966F-84BFFF6C1436}" type="pres">
      <dgm:prSet presAssocID="{EB709153-1C66-4D04-BC4E-C9632129DF34}" presName="parTx" presStyleLbl="revTx" presStyleIdx="1" presStyleCnt="2">
        <dgm:presLayoutVars>
          <dgm:chMax val="0"/>
          <dgm:chPref val="0"/>
        </dgm:presLayoutVars>
      </dgm:prSet>
      <dgm:spPr/>
    </dgm:pt>
  </dgm:ptLst>
  <dgm:cxnLst>
    <dgm:cxn modelId="{4BBF8364-41FD-44D1-BEE8-5248B288F2E9}" type="presOf" srcId="{EB709153-1C66-4D04-BC4E-C9632129DF34}" destId="{ED66BC80-151A-49E1-966F-84BFFF6C1436}" srcOrd="0" destOrd="0" presId="urn:microsoft.com/office/officeart/2018/2/layout/IconVerticalSolidList"/>
    <dgm:cxn modelId="{53494877-ADC5-4AF6-BE99-FB24F6DFF4B7}" srcId="{651EE938-1E46-4879-B5FA-DB6CBBB03EBE}" destId="{FB564878-2608-4893-8B79-E1FE0776DBAC}" srcOrd="0" destOrd="0" parTransId="{38E143FD-5212-4861-AE21-D57E0EC86154}" sibTransId="{F11957A3-C548-4EBB-9A9E-6A170629C5CD}"/>
    <dgm:cxn modelId="{26A74F7F-5150-46F5-9AD1-18B36ABD2163}" srcId="{651EE938-1E46-4879-B5FA-DB6CBBB03EBE}" destId="{EB709153-1C66-4D04-BC4E-C9632129DF34}" srcOrd="1" destOrd="0" parTransId="{1F58A7D1-9614-4D91-9ADF-08644DB26C45}" sibTransId="{3882ADED-E8C2-403F-931C-EF8B5AB3EA76}"/>
    <dgm:cxn modelId="{73D82288-257C-4F1C-B6F1-C3FB7E0B966E}" type="presOf" srcId="{FB564878-2608-4893-8B79-E1FE0776DBAC}" destId="{17B31DE9-122C-4169-B5CF-D8A4F89BCB1E}" srcOrd="0" destOrd="0" presId="urn:microsoft.com/office/officeart/2018/2/layout/IconVerticalSolidList"/>
    <dgm:cxn modelId="{353A61AB-D629-482B-8636-1EF354019635}" type="presOf" srcId="{651EE938-1E46-4879-B5FA-DB6CBBB03EBE}" destId="{60AD557A-9C2C-4E16-82F1-20E1641286C5}" srcOrd="0" destOrd="0" presId="urn:microsoft.com/office/officeart/2018/2/layout/IconVerticalSolidList"/>
    <dgm:cxn modelId="{E5DFB954-FDD5-46E0-9827-4D0BE5D21787}" type="presParOf" srcId="{60AD557A-9C2C-4E16-82F1-20E1641286C5}" destId="{F952542B-8359-45C6-BE94-926A4AE2E6BC}" srcOrd="0" destOrd="0" presId="urn:microsoft.com/office/officeart/2018/2/layout/IconVerticalSolidList"/>
    <dgm:cxn modelId="{F90536B5-B595-4F1E-BB86-62B13180E6F1}" type="presParOf" srcId="{F952542B-8359-45C6-BE94-926A4AE2E6BC}" destId="{0EB0AB11-6F6A-4D9B-B569-C7F94902CF82}" srcOrd="0" destOrd="0" presId="urn:microsoft.com/office/officeart/2018/2/layout/IconVerticalSolidList"/>
    <dgm:cxn modelId="{2B46652F-C444-4B64-B2B4-1BF3FDB8FB93}" type="presParOf" srcId="{F952542B-8359-45C6-BE94-926A4AE2E6BC}" destId="{9571F9A4-DD47-4701-B951-7EFCA6A7E10A}" srcOrd="1" destOrd="0" presId="urn:microsoft.com/office/officeart/2018/2/layout/IconVerticalSolidList"/>
    <dgm:cxn modelId="{38718864-EBE2-438C-919E-AF373933BE51}" type="presParOf" srcId="{F952542B-8359-45C6-BE94-926A4AE2E6BC}" destId="{0EB72514-8D86-411C-AFEF-D636DAADECD2}" srcOrd="2" destOrd="0" presId="urn:microsoft.com/office/officeart/2018/2/layout/IconVerticalSolidList"/>
    <dgm:cxn modelId="{7C24239B-BC4B-447C-9B3F-5DD2515B6AC0}" type="presParOf" srcId="{F952542B-8359-45C6-BE94-926A4AE2E6BC}" destId="{17B31DE9-122C-4169-B5CF-D8A4F89BCB1E}" srcOrd="3" destOrd="0" presId="urn:microsoft.com/office/officeart/2018/2/layout/IconVerticalSolidList"/>
    <dgm:cxn modelId="{CB88F11F-8619-4393-B48E-6954DE33FCE1}" type="presParOf" srcId="{60AD557A-9C2C-4E16-82F1-20E1641286C5}" destId="{09013F8B-85D6-44BA-B964-3225E4186EE4}" srcOrd="1" destOrd="0" presId="urn:microsoft.com/office/officeart/2018/2/layout/IconVerticalSolidList"/>
    <dgm:cxn modelId="{1565D80E-39B0-4D93-8229-C31F6ECFF801}" type="presParOf" srcId="{60AD557A-9C2C-4E16-82F1-20E1641286C5}" destId="{AC2F0F60-3D0C-4F32-A288-CD802B8D5AF5}" srcOrd="2" destOrd="0" presId="urn:microsoft.com/office/officeart/2018/2/layout/IconVerticalSolidList"/>
    <dgm:cxn modelId="{735D82E8-74E8-4F58-9BEB-FD0FA3DBDAB2}" type="presParOf" srcId="{AC2F0F60-3D0C-4F32-A288-CD802B8D5AF5}" destId="{8AF90D06-41B5-4067-BF80-12E6D94CDB25}" srcOrd="0" destOrd="0" presId="urn:microsoft.com/office/officeart/2018/2/layout/IconVerticalSolidList"/>
    <dgm:cxn modelId="{86897261-7823-4CB4-9640-D7B462DC1698}" type="presParOf" srcId="{AC2F0F60-3D0C-4F32-A288-CD802B8D5AF5}" destId="{91145011-A0B5-425A-BC2C-4CB01808A71C}" srcOrd="1" destOrd="0" presId="urn:microsoft.com/office/officeart/2018/2/layout/IconVerticalSolidList"/>
    <dgm:cxn modelId="{01F072C5-A02D-48AB-8B18-2A28BCEC4846}" type="presParOf" srcId="{AC2F0F60-3D0C-4F32-A288-CD802B8D5AF5}" destId="{1486F893-392A-47E5-849B-CABE12C9E2BC}" srcOrd="2" destOrd="0" presId="urn:microsoft.com/office/officeart/2018/2/layout/IconVerticalSolidList"/>
    <dgm:cxn modelId="{79034892-D4FA-44C8-87ED-6ACEF1DBC4E4}" type="presParOf" srcId="{AC2F0F60-3D0C-4F32-A288-CD802B8D5AF5}" destId="{ED66BC80-151A-49E1-966F-84BFFF6C1436}"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651EE938-1E46-4879-B5FA-DB6CBBB03EBE}" type="doc">
      <dgm:prSet loTypeId="urn:microsoft.com/office/officeart/2018/2/layout/IconVerticalSolidList" loCatId="icon" qsTypeId="urn:microsoft.com/office/officeart/2005/8/quickstyle/simple1" qsCatId="simple" csTypeId="urn:microsoft.com/office/officeart/2018/5/colors/Iconchunking_neutralbg_colorful1" csCatId="colorful" phldr="1"/>
      <dgm:spPr/>
      <dgm:t>
        <a:bodyPr/>
        <a:lstStyle/>
        <a:p>
          <a:endParaRPr lang="en-US"/>
        </a:p>
      </dgm:t>
    </dgm:pt>
    <dgm:pt modelId="{FB564878-2608-4893-8B79-E1FE0776DBAC}">
      <dgm:prSet/>
      <dgm:spPr/>
      <dgm:t>
        <a:bodyPr/>
        <a:lstStyle/>
        <a:p>
          <a:pPr>
            <a:lnSpc>
              <a:spcPct val="100000"/>
            </a:lnSpc>
          </a:pPr>
          <a:r>
            <a:rPr lang="en-US"/>
            <a:t>Recap of key takeaways from the workshop</a:t>
          </a:r>
        </a:p>
      </dgm:t>
    </dgm:pt>
    <dgm:pt modelId="{38E143FD-5212-4861-AE21-D57E0EC86154}" type="parTrans" cxnId="{53494877-ADC5-4AF6-BE99-FB24F6DFF4B7}">
      <dgm:prSet/>
      <dgm:spPr/>
      <dgm:t>
        <a:bodyPr/>
        <a:lstStyle/>
        <a:p>
          <a:endParaRPr lang="en-US"/>
        </a:p>
      </dgm:t>
    </dgm:pt>
    <dgm:pt modelId="{F11957A3-C548-4EBB-9A9E-6A170629C5CD}" type="sibTrans" cxnId="{53494877-ADC5-4AF6-BE99-FB24F6DFF4B7}">
      <dgm:prSet/>
      <dgm:spPr/>
      <dgm:t>
        <a:bodyPr/>
        <a:lstStyle/>
        <a:p>
          <a:endParaRPr lang="en-US"/>
        </a:p>
      </dgm:t>
    </dgm:pt>
    <dgm:pt modelId="{EB709153-1C66-4D04-BC4E-C9632129DF34}">
      <dgm:prSet/>
      <dgm:spPr/>
      <dgm:t>
        <a:bodyPr/>
        <a:lstStyle/>
        <a:p>
          <a:pPr>
            <a:lnSpc>
              <a:spcPct val="100000"/>
            </a:lnSpc>
          </a:pPr>
          <a:r>
            <a:rPr lang="en-US"/>
            <a:t>Learning resources and contributing to community</a:t>
          </a:r>
        </a:p>
      </dgm:t>
    </dgm:pt>
    <dgm:pt modelId="{1F58A7D1-9614-4D91-9ADF-08644DB26C45}" type="parTrans" cxnId="{26A74F7F-5150-46F5-9AD1-18B36ABD2163}">
      <dgm:prSet/>
      <dgm:spPr/>
      <dgm:t>
        <a:bodyPr/>
        <a:lstStyle/>
        <a:p>
          <a:endParaRPr lang="en-US"/>
        </a:p>
      </dgm:t>
    </dgm:pt>
    <dgm:pt modelId="{3882ADED-E8C2-403F-931C-EF8B5AB3EA76}" type="sibTrans" cxnId="{26A74F7F-5150-46F5-9AD1-18B36ABD2163}">
      <dgm:prSet/>
      <dgm:spPr/>
      <dgm:t>
        <a:bodyPr/>
        <a:lstStyle/>
        <a:p>
          <a:endParaRPr lang="en-US"/>
        </a:p>
      </dgm:t>
    </dgm:pt>
    <dgm:pt modelId="{60AD557A-9C2C-4E16-82F1-20E1641286C5}" type="pres">
      <dgm:prSet presAssocID="{651EE938-1E46-4879-B5FA-DB6CBBB03EBE}" presName="root" presStyleCnt="0">
        <dgm:presLayoutVars>
          <dgm:dir/>
          <dgm:resizeHandles val="exact"/>
        </dgm:presLayoutVars>
      </dgm:prSet>
      <dgm:spPr/>
    </dgm:pt>
    <dgm:pt modelId="{F952542B-8359-45C6-BE94-926A4AE2E6BC}" type="pres">
      <dgm:prSet presAssocID="{FB564878-2608-4893-8B79-E1FE0776DBAC}" presName="compNode" presStyleCnt="0"/>
      <dgm:spPr/>
    </dgm:pt>
    <dgm:pt modelId="{0EB0AB11-6F6A-4D9B-B569-C7F94902CF82}" type="pres">
      <dgm:prSet presAssocID="{FB564878-2608-4893-8B79-E1FE0776DBAC}" presName="bgRect" presStyleLbl="bgShp" presStyleIdx="0" presStyleCnt="2"/>
      <dgm:spPr/>
    </dgm:pt>
    <dgm:pt modelId="{9571F9A4-DD47-4701-B951-7EFCA6A7E10A}" type="pres">
      <dgm:prSet presAssocID="{FB564878-2608-4893-8B79-E1FE0776DBAC}" presName="iconRect" presStyleLbl="node1" presStyleIdx="0" presStyleCnt="2"/>
      <dgm:spPr>
        <a:blipFill>
          <a:blip xmlns:r="http://schemas.openxmlformats.org/officeDocument/2006/relationships" r:embed="rId1">
            <a:extLst>
              <a:ext uri="{96DAC541-7B7A-43D3-8B79-37D633B846F1}">
                <asvg:svgBlip xmlns:asvg="http://schemas.microsoft.com/office/drawing/2016/SVG/main" r:embed="rId2"/>
              </a:ext>
            </a:extLst>
          </a:blip>
          <a:srcRect/>
          <a:stretch>
            <a:fillRect/>
          </a:stretch>
        </a:blipFill>
        <a:ln>
          <a:noFill/>
        </a:ln>
      </dgm:spPr>
      <dgm:extLst>
        <a:ext uri="{E40237B7-FDA0-4F09-8148-C483321AD2D9}">
          <dgm14:cNvPr xmlns:dgm14="http://schemas.microsoft.com/office/drawing/2010/diagram" id="0" name="" descr="Refresh with solid fill"/>
        </a:ext>
      </dgm:extLst>
    </dgm:pt>
    <dgm:pt modelId="{0EB72514-8D86-411C-AFEF-D636DAADECD2}" type="pres">
      <dgm:prSet presAssocID="{FB564878-2608-4893-8B79-E1FE0776DBAC}" presName="spaceRect" presStyleCnt="0"/>
      <dgm:spPr/>
    </dgm:pt>
    <dgm:pt modelId="{17B31DE9-122C-4169-B5CF-D8A4F89BCB1E}" type="pres">
      <dgm:prSet presAssocID="{FB564878-2608-4893-8B79-E1FE0776DBAC}" presName="parTx" presStyleLbl="revTx" presStyleIdx="0" presStyleCnt="2">
        <dgm:presLayoutVars>
          <dgm:chMax val="0"/>
          <dgm:chPref val="0"/>
        </dgm:presLayoutVars>
      </dgm:prSet>
      <dgm:spPr/>
    </dgm:pt>
    <dgm:pt modelId="{09013F8B-85D6-44BA-B964-3225E4186EE4}" type="pres">
      <dgm:prSet presAssocID="{F11957A3-C548-4EBB-9A9E-6A170629C5CD}" presName="sibTrans" presStyleCnt="0"/>
      <dgm:spPr/>
    </dgm:pt>
    <dgm:pt modelId="{AC2F0F60-3D0C-4F32-A288-CD802B8D5AF5}" type="pres">
      <dgm:prSet presAssocID="{EB709153-1C66-4D04-BC4E-C9632129DF34}" presName="compNode" presStyleCnt="0"/>
      <dgm:spPr/>
    </dgm:pt>
    <dgm:pt modelId="{8AF90D06-41B5-4067-BF80-12E6D94CDB25}" type="pres">
      <dgm:prSet presAssocID="{EB709153-1C66-4D04-BC4E-C9632129DF34}" presName="bgRect" presStyleLbl="bgShp" presStyleIdx="1" presStyleCnt="2"/>
      <dgm:spPr/>
    </dgm:pt>
    <dgm:pt modelId="{91145011-A0B5-425A-BC2C-4CB01808A71C}" type="pres">
      <dgm:prSet presAssocID="{EB709153-1C66-4D04-BC4E-C9632129DF34}" presName="iconRect" presStyleLbl="node1" presStyleIdx="1" presStyleCnt="2"/>
      <dgm:spPr>
        <a:blipFill>
          <a:blip xmlns:r="http://schemas.openxmlformats.org/officeDocument/2006/relationships" r:embed="rId3">
            <a:extLst>
              <a:ext uri="{96DAC541-7B7A-43D3-8B79-37D633B846F1}">
                <asvg:svgBlip xmlns:asvg="http://schemas.microsoft.com/office/drawing/2016/SVG/main" r:embed="rId4"/>
              </a:ext>
            </a:extLst>
          </a:blip>
          <a:srcRect/>
          <a:stretch>
            <a:fillRect/>
          </a:stretch>
        </a:blipFill>
        <a:ln>
          <a:noFill/>
        </a:ln>
      </dgm:spPr>
      <dgm:extLst>
        <a:ext uri="{E40237B7-FDA0-4F09-8148-C483321AD2D9}">
          <dgm14:cNvPr xmlns:dgm14="http://schemas.microsoft.com/office/drawing/2010/diagram" id="0" name="" descr="Group with solid fill"/>
        </a:ext>
      </dgm:extLst>
    </dgm:pt>
    <dgm:pt modelId="{1486F893-392A-47E5-849B-CABE12C9E2BC}" type="pres">
      <dgm:prSet presAssocID="{EB709153-1C66-4D04-BC4E-C9632129DF34}" presName="spaceRect" presStyleCnt="0"/>
      <dgm:spPr/>
    </dgm:pt>
    <dgm:pt modelId="{ED66BC80-151A-49E1-966F-84BFFF6C1436}" type="pres">
      <dgm:prSet presAssocID="{EB709153-1C66-4D04-BC4E-C9632129DF34}" presName="parTx" presStyleLbl="revTx" presStyleIdx="1" presStyleCnt="2">
        <dgm:presLayoutVars>
          <dgm:chMax val="0"/>
          <dgm:chPref val="0"/>
        </dgm:presLayoutVars>
      </dgm:prSet>
      <dgm:spPr/>
    </dgm:pt>
  </dgm:ptLst>
  <dgm:cxnLst>
    <dgm:cxn modelId="{4BBF8364-41FD-44D1-BEE8-5248B288F2E9}" type="presOf" srcId="{EB709153-1C66-4D04-BC4E-C9632129DF34}" destId="{ED66BC80-151A-49E1-966F-84BFFF6C1436}" srcOrd="0" destOrd="0" presId="urn:microsoft.com/office/officeart/2018/2/layout/IconVerticalSolidList"/>
    <dgm:cxn modelId="{53494877-ADC5-4AF6-BE99-FB24F6DFF4B7}" srcId="{651EE938-1E46-4879-B5FA-DB6CBBB03EBE}" destId="{FB564878-2608-4893-8B79-E1FE0776DBAC}" srcOrd="0" destOrd="0" parTransId="{38E143FD-5212-4861-AE21-D57E0EC86154}" sibTransId="{F11957A3-C548-4EBB-9A9E-6A170629C5CD}"/>
    <dgm:cxn modelId="{26A74F7F-5150-46F5-9AD1-18B36ABD2163}" srcId="{651EE938-1E46-4879-B5FA-DB6CBBB03EBE}" destId="{EB709153-1C66-4D04-BC4E-C9632129DF34}" srcOrd="1" destOrd="0" parTransId="{1F58A7D1-9614-4D91-9ADF-08644DB26C45}" sibTransId="{3882ADED-E8C2-403F-931C-EF8B5AB3EA76}"/>
    <dgm:cxn modelId="{73D82288-257C-4F1C-B6F1-C3FB7E0B966E}" type="presOf" srcId="{FB564878-2608-4893-8B79-E1FE0776DBAC}" destId="{17B31DE9-122C-4169-B5CF-D8A4F89BCB1E}" srcOrd="0" destOrd="0" presId="urn:microsoft.com/office/officeart/2018/2/layout/IconVerticalSolidList"/>
    <dgm:cxn modelId="{353A61AB-D629-482B-8636-1EF354019635}" type="presOf" srcId="{651EE938-1E46-4879-B5FA-DB6CBBB03EBE}" destId="{60AD557A-9C2C-4E16-82F1-20E1641286C5}" srcOrd="0" destOrd="0" presId="urn:microsoft.com/office/officeart/2018/2/layout/IconVerticalSolidList"/>
    <dgm:cxn modelId="{E5DFB954-FDD5-46E0-9827-4D0BE5D21787}" type="presParOf" srcId="{60AD557A-9C2C-4E16-82F1-20E1641286C5}" destId="{F952542B-8359-45C6-BE94-926A4AE2E6BC}" srcOrd="0" destOrd="0" presId="urn:microsoft.com/office/officeart/2018/2/layout/IconVerticalSolidList"/>
    <dgm:cxn modelId="{F90536B5-B595-4F1E-BB86-62B13180E6F1}" type="presParOf" srcId="{F952542B-8359-45C6-BE94-926A4AE2E6BC}" destId="{0EB0AB11-6F6A-4D9B-B569-C7F94902CF82}" srcOrd="0" destOrd="0" presId="urn:microsoft.com/office/officeart/2018/2/layout/IconVerticalSolidList"/>
    <dgm:cxn modelId="{2B46652F-C444-4B64-B2B4-1BF3FDB8FB93}" type="presParOf" srcId="{F952542B-8359-45C6-BE94-926A4AE2E6BC}" destId="{9571F9A4-DD47-4701-B951-7EFCA6A7E10A}" srcOrd="1" destOrd="0" presId="urn:microsoft.com/office/officeart/2018/2/layout/IconVerticalSolidList"/>
    <dgm:cxn modelId="{38718864-EBE2-438C-919E-AF373933BE51}" type="presParOf" srcId="{F952542B-8359-45C6-BE94-926A4AE2E6BC}" destId="{0EB72514-8D86-411C-AFEF-D636DAADECD2}" srcOrd="2" destOrd="0" presId="urn:microsoft.com/office/officeart/2018/2/layout/IconVerticalSolidList"/>
    <dgm:cxn modelId="{7C24239B-BC4B-447C-9B3F-5DD2515B6AC0}" type="presParOf" srcId="{F952542B-8359-45C6-BE94-926A4AE2E6BC}" destId="{17B31DE9-122C-4169-B5CF-D8A4F89BCB1E}" srcOrd="3" destOrd="0" presId="urn:microsoft.com/office/officeart/2018/2/layout/IconVerticalSolidList"/>
    <dgm:cxn modelId="{CB88F11F-8619-4393-B48E-6954DE33FCE1}" type="presParOf" srcId="{60AD557A-9C2C-4E16-82F1-20E1641286C5}" destId="{09013F8B-85D6-44BA-B964-3225E4186EE4}" srcOrd="1" destOrd="0" presId="urn:microsoft.com/office/officeart/2018/2/layout/IconVerticalSolidList"/>
    <dgm:cxn modelId="{1565D80E-39B0-4D93-8229-C31F6ECFF801}" type="presParOf" srcId="{60AD557A-9C2C-4E16-82F1-20E1641286C5}" destId="{AC2F0F60-3D0C-4F32-A288-CD802B8D5AF5}" srcOrd="2" destOrd="0" presId="urn:microsoft.com/office/officeart/2018/2/layout/IconVerticalSolidList"/>
    <dgm:cxn modelId="{735D82E8-74E8-4F58-9BEB-FD0FA3DBDAB2}" type="presParOf" srcId="{AC2F0F60-3D0C-4F32-A288-CD802B8D5AF5}" destId="{8AF90D06-41B5-4067-BF80-12E6D94CDB25}" srcOrd="0" destOrd="0" presId="urn:microsoft.com/office/officeart/2018/2/layout/IconVerticalSolidList"/>
    <dgm:cxn modelId="{86897261-7823-4CB4-9640-D7B462DC1698}" type="presParOf" srcId="{AC2F0F60-3D0C-4F32-A288-CD802B8D5AF5}" destId="{91145011-A0B5-425A-BC2C-4CB01808A71C}" srcOrd="1" destOrd="0" presId="urn:microsoft.com/office/officeart/2018/2/layout/IconVerticalSolidList"/>
    <dgm:cxn modelId="{01F072C5-A02D-48AB-8B18-2A28BCEC4846}" type="presParOf" srcId="{AC2F0F60-3D0C-4F32-A288-CD802B8D5AF5}" destId="{1486F893-392A-47E5-849B-CABE12C9E2BC}" srcOrd="2" destOrd="0" presId="urn:microsoft.com/office/officeart/2018/2/layout/IconVerticalSolidList"/>
    <dgm:cxn modelId="{79034892-D4FA-44C8-87ED-6ACEF1DBC4E4}" type="presParOf" srcId="{AC2F0F60-3D0C-4F32-A288-CD802B8D5AF5}" destId="{ED66BC80-151A-49E1-966F-84BFFF6C1436}"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A6CD430-EB88-4CDA-ACA9-012A69D3E104}">
      <dsp:nvSpPr>
        <dsp:cNvPr id="0" name=""/>
        <dsp:cNvSpPr/>
      </dsp:nvSpPr>
      <dsp:spPr>
        <a:xfrm>
          <a:off x="0" y="955306"/>
          <a:ext cx="6301601" cy="1763642"/>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3685CB5-B4D4-4FEA-A995-FFFD058E8AA5}">
      <dsp:nvSpPr>
        <dsp:cNvPr id="0" name=""/>
        <dsp:cNvSpPr/>
      </dsp:nvSpPr>
      <dsp:spPr>
        <a:xfrm>
          <a:off x="533501" y="1352126"/>
          <a:ext cx="970003" cy="970003"/>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49AA1FE6-BB42-4AE2-83F6-E454FD1B8FCD}">
      <dsp:nvSpPr>
        <dsp:cNvPr id="0" name=""/>
        <dsp:cNvSpPr/>
      </dsp:nvSpPr>
      <dsp:spPr>
        <a:xfrm>
          <a:off x="2037007" y="955306"/>
          <a:ext cx="4264593" cy="176364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86652" tIns="186652" rIns="186652" bIns="186652" numCol="1" spcCol="1270" anchor="ctr" anchorCtr="0">
          <a:noAutofit/>
        </a:bodyPr>
        <a:lstStyle/>
        <a:p>
          <a:pPr marL="0" lvl="0" indent="0" algn="l" defTabSz="1111250">
            <a:lnSpc>
              <a:spcPct val="100000"/>
            </a:lnSpc>
            <a:spcBef>
              <a:spcPct val="0"/>
            </a:spcBef>
            <a:spcAft>
              <a:spcPct val="35000"/>
            </a:spcAft>
            <a:buNone/>
          </a:pPr>
          <a:r>
            <a:rPr lang="en-US" sz="2500" kern="1200"/>
            <a:t>Understanding SAST: Concepts and significance in securing software.</a:t>
          </a:r>
        </a:p>
      </dsp:txBody>
      <dsp:txXfrm>
        <a:off x="2037007" y="955306"/>
        <a:ext cx="4264593" cy="1763642"/>
      </dsp:txXfrm>
    </dsp:sp>
    <dsp:sp modelId="{E286B465-362B-4C73-97AE-9A80FB1FD6F7}">
      <dsp:nvSpPr>
        <dsp:cNvPr id="0" name=""/>
        <dsp:cNvSpPr/>
      </dsp:nvSpPr>
      <dsp:spPr>
        <a:xfrm>
          <a:off x="0" y="3159859"/>
          <a:ext cx="6301601" cy="1763642"/>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6979011-18F3-41E0-A4FF-7FA91F5B4B14}">
      <dsp:nvSpPr>
        <dsp:cNvPr id="0" name=""/>
        <dsp:cNvSpPr/>
      </dsp:nvSpPr>
      <dsp:spPr>
        <a:xfrm>
          <a:off x="533501" y="3556679"/>
          <a:ext cx="970003" cy="970003"/>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A4AFC195-2608-4867-8C19-2C578267AACC}">
      <dsp:nvSpPr>
        <dsp:cNvPr id="0" name=""/>
        <dsp:cNvSpPr/>
      </dsp:nvSpPr>
      <dsp:spPr>
        <a:xfrm>
          <a:off x="2037007" y="3159859"/>
          <a:ext cx="4264593" cy="176364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86652" tIns="186652" rIns="186652" bIns="186652" numCol="1" spcCol="1270" anchor="ctr" anchorCtr="0">
          <a:noAutofit/>
        </a:bodyPr>
        <a:lstStyle/>
        <a:p>
          <a:pPr marL="0" lvl="0" indent="0" algn="l" defTabSz="1111250">
            <a:lnSpc>
              <a:spcPct val="100000"/>
            </a:lnSpc>
            <a:spcBef>
              <a:spcPct val="0"/>
            </a:spcBef>
            <a:spcAft>
              <a:spcPct val="35000"/>
            </a:spcAft>
            <a:buNone/>
          </a:pPr>
          <a:r>
            <a:rPr lang="en-US" sz="2500" kern="1200"/>
            <a:t>The role of SAST in the Software Development Life Cycle (SDLC).</a:t>
          </a:r>
        </a:p>
      </dsp:txBody>
      <dsp:txXfrm>
        <a:off x="2037007" y="3159859"/>
        <a:ext cx="4264593" cy="176364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EB0AB11-6F6A-4D9B-B569-C7F94902CF82}">
      <dsp:nvSpPr>
        <dsp:cNvPr id="0" name=""/>
        <dsp:cNvSpPr/>
      </dsp:nvSpPr>
      <dsp:spPr>
        <a:xfrm>
          <a:off x="0" y="955306"/>
          <a:ext cx="6301601" cy="1763642"/>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571F9A4-DD47-4701-B951-7EFCA6A7E10A}">
      <dsp:nvSpPr>
        <dsp:cNvPr id="0" name=""/>
        <dsp:cNvSpPr/>
      </dsp:nvSpPr>
      <dsp:spPr>
        <a:xfrm>
          <a:off x="533501" y="1352126"/>
          <a:ext cx="970003" cy="970003"/>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17B31DE9-122C-4169-B5CF-D8A4F89BCB1E}">
      <dsp:nvSpPr>
        <dsp:cNvPr id="0" name=""/>
        <dsp:cNvSpPr/>
      </dsp:nvSpPr>
      <dsp:spPr>
        <a:xfrm>
          <a:off x="2037007" y="955306"/>
          <a:ext cx="4264593" cy="176364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86652" tIns="186652" rIns="186652" bIns="186652" numCol="1" spcCol="1270" anchor="ctr" anchorCtr="0">
          <a:noAutofit/>
        </a:bodyPr>
        <a:lstStyle/>
        <a:p>
          <a:pPr marL="0" lvl="0" indent="0" algn="l" defTabSz="1111250">
            <a:lnSpc>
              <a:spcPct val="100000"/>
            </a:lnSpc>
            <a:spcBef>
              <a:spcPct val="0"/>
            </a:spcBef>
            <a:spcAft>
              <a:spcPct val="35000"/>
            </a:spcAft>
            <a:buNone/>
          </a:pPr>
          <a:r>
            <a:rPr lang="en-US" sz="2500" kern="1200"/>
            <a:t>Installing and configuring Semgrep.</a:t>
          </a:r>
        </a:p>
      </dsp:txBody>
      <dsp:txXfrm>
        <a:off x="2037007" y="955306"/>
        <a:ext cx="4264593" cy="1763642"/>
      </dsp:txXfrm>
    </dsp:sp>
    <dsp:sp modelId="{8AF90D06-41B5-4067-BF80-12E6D94CDB25}">
      <dsp:nvSpPr>
        <dsp:cNvPr id="0" name=""/>
        <dsp:cNvSpPr/>
      </dsp:nvSpPr>
      <dsp:spPr>
        <a:xfrm>
          <a:off x="0" y="3159859"/>
          <a:ext cx="6301601" cy="1763642"/>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1145011-A0B5-425A-BC2C-4CB01808A71C}">
      <dsp:nvSpPr>
        <dsp:cNvPr id="0" name=""/>
        <dsp:cNvSpPr/>
      </dsp:nvSpPr>
      <dsp:spPr>
        <a:xfrm>
          <a:off x="533501" y="3556679"/>
          <a:ext cx="970003" cy="970003"/>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D66BC80-151A-49E1-966F-84BFFF6C1436}">
      <dsp:nvSpPr>
        <dsp:cNvPr id="0" name=""/>
        <dsp:cNvSpPr/>
      </dsp:nvSpPr>
      <dsp:spPr>
        <a:xfrm>
          <a:off x="2037007" y="3159859"/>
          <a:ext cx="4264593" cy="176364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86652" tIns="186652" rIns="186652" bIns="186652" numCol="1" spcCol="1270" anchor="ctr" anchorCtr="0">
          <a:noAutofit/>
        </a:bodyPr>
        <a:lstStyle/>
        <a:p>
          <a:pPr marL="0" lvl="0" indent="0" algn="l" defTabSz="1111250">
            <a:lnSpc>
              <a:spcPct val="100000"/>
            </a:lnSpc>
            <a:spcBef>
              <a:spcPct val="0"/>
            </a:spcBef>
            <a:spcAft>
              <a:spcPct val="35000"/>
            </a:spcAft>
            <a:buNone/>
          </a:pPr>
          <a:r>
            <a:rPr lang="en-US" sz="2500" kern="1200"/>
            <a:t>Navigating the Semgrep ecosystem: CLI and Playground.</a:t>
          </a:r>
        </a:p>
      </dsp:txBody>
      <dsp:txXfrm>
        <a:off x="2037007" y="3159859"/>
        <a:ext cx="4264593" cy="1763642"/>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AF90D06-41B5-4067-BF80-12E6D94CDB25}">
      <dsp:nvSpPr>
        <dsp:cNvPr id="0" name=""/>
        <dsp:cNvSpPr/>
      </dsp:nvSpPr>
      <dsp:spPr>
        <a:xfrm>
          <a:off x="0" y="2057583"/>
          <a:ext cx="6301601" cy="1763642"/>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1145011-A0B5-425A-BC2C-4CB01808A71C}">
      <dsp:nvSpPr>
        <dsp:cNvPr id="0" name=""/>
        <dsp:cNvSpPr/>
      </dsp:nvSpPr>
      <dsp:spPr>
        <a:xfrm>
          <a:off x="533501" y="2454402"/>
          <a:ext cx="970003" cy="970003"/>
        </a:xfrm>
        <a:prstGeom prst="rect">
          <a:avLst/>
        </a:prstGeom>
        <a:blipFill>
          <a:blip xmlns:r="http://schemas.openxmlformats.org/officeDocument/2006/relationships" r:embed="rId1">
            <a:extLst>
              <a:ext uri="{96DAC541-7B7A-43D3-8B79-37D633B846F1}">
                <asvg:svgBlip xmlns:asvg="http://schemas.microsoft.com/office/drawing/2016/SVG/main" r:embed="rId2"/>
              </a:ext>
            </a:extLst>
          </a:blip>
          <a:srcRect/>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D66BC80-151A-49E1-966F-84BFFF6C1436}">
      <dsp:nvSpPr>
        <dsp:cNvPr id="0" name=""/>
        <dsp:cNvSpPr/>
      </dsp:nvSpPr>
      <dsp:spPr>
        <a:xfrm>
          <a:off x="2037007" y="2057583"/>
          <a:ext cx="4264593" cy="176364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86652" tIns="186652" rIns="186652" bIns="186652" numCol="1" spcCol="1270" anchor="ctr" anchorCtr="0">
          <a:noAutofit/>
        </a:bodyPr>
        <a:lstStyle/>
        <a:p>
          <a:pPr marL="0" lvl="0" indent="0" algn="l" defTabSz="1111250">
            <a:lnSpc>
              <a:spcPct val="100000"/>
            </a:lnSpc>
            <a:spcBef>
              <a:spcPct val="0"/>
            </a:spcBef>
            <a:spcAft>
              <a:spcPct val="35000"/>
            </a:spcAft>
            <a:buNone/>
          </a:pPr>
          <a:r>
            <a:rPr lang="en-US" sz="2500" kern="1200"/>
            <a:t>Deep dive into </a:t>
          </a:r>
          <a:r>
            <a:rPr lang="en-US" sz="2500" kern="1200" err="1"/>
            <a:t>Semgrep’s</a:t>
          </a:r>
          <a:r>
            <a:rPr lang="en-US" sz="2500" kern="1200"/>
            <a:t> rule syntax and pattern matching.</a:t>
          </a:r>
        </a:p>
      </dsp:txBody>
      <dsp:txXfrm>
        <a:off x="2037007" y="2057583"/>
        <a:ext cx="4264593" cy="1763642"/>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EB0AB11-6F6A-4D9B-B569-C7F94902CF82}">
      <dsp:nvSpPr>
        <dsp:cNvPr id="0" name=""/>
        <dsp:cNvSpPr/>
      </dsp:nvSpPr>
      <dsp:spPr>
        <a:xfrm>
          <a:off x="0" y="955306"/>
          <a:ext cx="6301601" cy="1763642"/>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571F9A4-DD47-4701-B951-7EFCA6A7E10A}">
      <dsp:nvSpPr>
        <dsp:cNvPr id="0" name=""/>
        <dsp:cNvSpPr/>
      </dsp:nvSpPr>
      <dsp:spPr>
        <a:xfrm>
          <a:off x="533501" y="1352126"/>
          <a:ext cx="970003" cy="970003"/>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17B31DE9-122C-4169-B5CF-D8A4F89BCB1E}">
      <dsp:nvSpPr>
        <dsp:cNvPr id="0" name=""/>
        <dsp:cNvSpPr/>
      </dsp:nvSpPr>
      <dsp:spPr>
        <a:xfrm>
          <a:off x="2037007" y="955306"/>
          <a:ext cx="4264593" cy="176364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86652" tIns="186652" rIns="186652" bIns="186652" numCol="1" spcCol="1270" anchor="ctr" anchorCtr="0">
          <a:noAutofit/>
        </a:bodyPr>
        <a:lstStyle/>
        <a:p>
          <a:pPr marL="0" lvl="0" indent="0" algn="l" defTabSz="1066800">
            <a:lnSpc>
              <a:spcPct val="100000"/>
            </a:lnSpc>
            <a:spcBef>
              <a:spcPct val="0"/>
            </a:spcBef>
            <a:spcAft>
              <a:spcPct val="35000"/>
            </a:spcAft>
            <a:buNone/>
          </a:pPr>
          <a:r>
            <a:rPr lang="en-US" sz="2400" kern="1200"/>
            <a:t>Overview of advanced Semgrep features: Taint mode, and editor integration.</a:t>
          </a:r>
        </a:p>
      </dsp:txBody>
      <dsp:txXfrm>
        <a:off x="2037007" y="955306"/>
        <a:ext cx="4264593" cy="1763642"/>
      </dsp:txXfrm>
    </dsp:sp>
    <dsp:sp modelId="{8AF90D06-41B5-4067-BF80-12E6D94CDB25}">
      <dsp:nvSpPr>
        <dsp:cNvPr id="0" name=""/>
        <dsp:cNvSpPr/>
      </dsp:nvSpPr>
      <dsp:spPr>
        <a:xfrm>
          <a:off x="0" y="3159859"/>
          <a:ext cx="6301601" cy="1763642"/>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1145011-A0B5-425A-BC2C-4CB01808A71C}">
      <dsp:nvSpPr>
        <dsp:cNvPr id="0" name=""/>
        <dsp:cNvSpPr/>
      </dsp:nvSpPr>
      <dsp:spPr>
        <a:xfrm>
          <a:off x="533501" y="3556679"/>
          <a:ext cx="970003" cy="970003"/>
        </a:xfrm>
        <a:prstGeom prst="rect">
          <a:avLst/>
        </a:prstGeom>
        <a:blipFill>
          <a:blip xmlns:r="http://schemas.openxmlformats.org/officeDocument/2006/relationships" r:embed="rId3">
            <a:extLst>
              <a:ext uri="{96DAC541-7B7A-43D3-8B79-37D633B846F1}">
                <asvg:svgBlip xmlns:asvg="http://schemas.microsoft.com/office/drawing/2016/SVG/main" r:embed="rId4"/>
              </a:ext>
            </a:extLst>
          </a:blip>
          <a:srcRect/>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D66BC80-151A-49E1-966F-84BFFF6C1436}">
      <dsp:nvSpPr>
        <dsp:cNvPr id="0" name=""/>
        <dsp:cNvSpPr/>
      </dsp:nvSpPr>
      <dsp:spPr>
        <a:xfrm>
          <a:off x="2037007" y="3159859"/>
          <a:ext cx="4264593" cy="176364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86652" tIns="186652" rIns="186652" bIns="186652" numCol="1" spcCol="1270" anchor="ctr" anchorCtr="0">
          <a:noAutofit/>
        </a:bodyPr>
        <a:lstStyle/>
        <a:p>
          <a:pPr marL="0" lvl="0" indent="0" algn="l" defTabSz="1066800">
            <a:lnSpc>
              <a:spcPct val="100000"/>
            </a:lnSpc>
            <a:spcBef>
              <a:spcPct val="0"/>
            </a:spcBef>
            <a:spcAft>
              <a:spcPct val="35000"/>
            </a:spcAft>
            <a:buNone/>
          </a:pPr>
          <a:r>
            <a:rPr lang="en-US" sz="2400" kern="1200"/>
            <a:t>Leveraging Semgrep findings for LLM-based code analysis.</a:t>
          </a:r>
        </a:p>
      </dsp:txBody>
      <dsp:txXfrm>
        <a:off x="2037007" y="3159859"/>
        <a:ext cx="4264593" cy="1763642"/>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EB0AB11-6F6A-4D9B-B569-C7F94902CF82}">
      <dsp:nvSpPr>
        <dsp:cNvPr id="0" name=""/>
        <dsp:cNvSpPr/>
      </dsp:nvSpPr>
      <dsp:spPr>
        <a:xfrm>
          <a:off x="0" y="955306"/>
          <a:ext cx="6301601" cy="1763642"/>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571F9A4-DD47-4701-B951-7EFCA6A7E10A}">
      <dsp:nvSpPr>
        <dsp:cNvPr id="0" name=""/>
        <dsp:cNvSpPr/>
      </dsp:nvSpPr>
      <dsp:spPr>
        <a:xfrm>
          <a:off x="533501" y="1352126"/>
          <a:ext cx="970003" cy="970003"/>
        </a:xfrm>
        <a:prstGeom prst="rect">
          <a:avLst/>
        </a:prstGeom>
        <a:blipFill>
          <a:blip xmlns:r="http://schemas.openxmlformats.org/officeDocument/2006/relationships" r:embed="rId1">
            <a:extLst>
              <a:ext uri="{96DAC541-7B7A-43D3-8B79-37D633B846F1}">
                <asvg:svgBlip xmlns:asvg="http://schemas.microsoft.com/office/drawing/2016/SVG/main" r:embed="rId2"/>
              </a:ext>
            </a:extLst>
          </a:blip>
          <a:srcRect/>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17B31DE9-122C-4169-B5CF-D8A4F89BCB1E}">
      <dsp:nvSpPr>
        <dsp:cNvPr id="0" name=""/>
        <dsp:cNvSpPr/>
      </dsp:nvSpPr>
      <dsp:spPr>
        <a:xfrm>
          <a:off x="2037007" y="955306"/>
          <a:ext cx="4264593" cy="176364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86652" tIns="186652" rIns="186652" bIns="186652" numCol="1" spcCol="1270" anchor="ctr" anchorCtr="0">
          <a:noAutofit/>
        </a:bodyPr>
        <a:lstStyle/>
        <a:p>
          <a:pPr marL="0" lvl="0" indent="0" algn="l" defTabSz="1111250">
            <a:lnSpc>
              <a:spcPct val="100000"/>
            </a:lnSpc>
            <a:spcBef>
              <a:spcPct val="0"/>
            </a:spcBef>
            <a:spcAft>
              <a:spcPct val="35000"/>
            </a:spcAft>
            <a:buNone/>
          </a:pPr>
          <a:r>
            <a:rPr lang="en-US" sz="2500" kern="1200"/>
            <a:t>C#, TypeScript, Python</a:t>
          </a:r>
        </a:p>
      </dsp:txBody>
      <dsp:txXfrm>
        <a:off x="2037007" y="955306"/>
        <a:ext cx="4264593" cy="1763642"/>
      </dsp:txXfrm>
    </dsp:sp>
    <dsp:sp modelId="{8AF90D06-41B5-4067-BF80-12E6D94CDB25}">
      <dsp:nvSpPr>
        <dsp:cNvPr id="0" name=""/>
        <dsp:cNvSpPr/>
      </dsp:nvSpPr>
      <dsp:spPr>
        <a:xfrm>
          <a:off x="0" y="3159859"/>
          <a:ext cx="6301601" cy="1763642"/>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1145011-A0B5-425A-BC2C-4CB01808A71C}">
      <dsp:nvSpPr>
        <dsp:cNvPr id="0" name=""/>
        <dsp:cNvSpPr/>
      </dsp:nvSpPr>
      <dsp:spPr>
        <a:xfrm>
          <a:off x="533501" y="3556679"/>
          <a:ext cx="970003" cy="970003"/>
        </a:xfrm>
        <a:prstGeom prst="rect">
          <a:avLst/>
        </a:prstGeom>
        <a:blipFill>
          <a:blip xmlns:r="http://schemas.openxmlformats.org/officeDocument/2006/relationships" r:embed="rId3">
            <a:extLst>
              <a:ext uri="{96DAC541-7B7A-43D3-8B79-37D633B846F1}">
                <asvg:svgBlip xmlns:asvg="http://schemas.microsoft.com/office/drawing/2016/SVG/main" r:embed="rId4"/>
              </a:ext>
            </a:extLst>
          </a:blip>
          <a:srcRect/>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D66BC80-151A-49E1-966F-84BFFF6C1436}">
      <dsp:nvSpPr>
        <dsp:cNvPr id="0" name=""/>
        <dsp:cNvSpPr/>
      </dsp:nvSpPr>
      <dsp:spPr>
        <a:xfrm>
          <a:off x="2037007" y="3159859"/>
          <a:ext cx="4264593" cy="176364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86652" tIns="186652" rIns="186652" bIns="186652" numCol="1" spcCol="1270" anchor="ctr" anchorCtr="0">
          <a:noAutofit/>
        </a:bodyPr>
        <a:lstStyle/>
        <a:p>
          <a:pPr marL="0" lvl="0" indent="0" algn="l" defTabSz="1111250">
            <a:lnSpc>
              <a:spcPct val="100000"/>
            </a:lnSpc>
            <a:spcBef>
              <a:spcPct val="0"/>
            </a:spcBef>
            <a:spcAft>
              <a:spcPct val="35000"/>
            </a:spcAft>
            <a:buNone/>
          </a:pPr>
          <a:r>
            <a:rPr lang="en-US" sz="2500" kern="1200">
              <a:hlinkClick xmlns:r="http://schemas.openxmlformats.org/officeDocument/2006/relationships" r:id="rId5"/>
            </a:rPr>
            <a:t>https://aka.ms/semgrep-workshop</a:t>
          </a:r>
          <a:r>
            <a:rPr lang="en-US" sz="2500" kern="1200"/>
            <a:t> </a:t>
          </a:r>
        </a:p>
      </dsp:txBody>
      <dsp:txXfrm>
        <a:off x="2037007" y="3159859"/>
        <a:ext cx="4264593" cy="1763642"/>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EB0AB11-6F6A-4D9B-B569-C7F94902CF82}">
      <dsp:nvSpPr>
        <dsp:cNvPr id="0" name=""/>
        <dsp:cNvSpPr/>
      </dsp:nvSpPr>
      <dsp:spPr>
        <a:xfrm>
          <a:off x="0" y="955306"/>
          <a:ext cx="6301601" cy="1763642"/>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571F9A4-DD47-4701-B951-7EFCA6A7E10A}">
      <dsp:nvSpPr>
        <dsp:cNvPr id="0" name=""/>
        <dsp:cNvSpPr/>
      </dsp:nvSpPr>
      <dsp:spPr>
        <a:xfrm>
          <a:off x="533501" y="1352126"/>
          <a:ext cx="970003" cy="970003"/>
        </a:xfrm>
        <a:prstGeom prst="rect">
          <a:avLst/>
        </a:prstGeom>
        <a:blipFill>
          <a:blip xmlns:r="http://schemas.openxmlformats.org/officeDocument/2006/relationships" r:embed="rId1">
            <a:extLst>
              <a:ext uri="{96DAC541-7B7A-43D3-8B79-37D633B846F1}">
                <asvg:svgBlip xmlns:asvg="http://schemas.microsoft.com/office/drawing/2016/SVG/main" r:embed="rId2"/>
              </a:ext>
            </a:extLst>
          </a:blip>
          <a:srcRect/>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17B31DE9-122C-4169-B5CF-D8A4F89BCB1E}">
      <dsp:nvSpPr>
        <dsp:cNvPr id="0" name=""/>
        <dsp:cNvSpPr/>
      </dsp:nvSpPr>
      <dsp:spPr>
        <a:xfrm>
          <a:off x="2037007" y="955306"/>
          <a:ext cx="4264593" cy="176364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86652" tIns="186652" rIns="186652" bIns="186652" numCol="1" spcCol="1270" anchor="ctr" anchorCtr="0">
          <a:noAutofit/>
        </a:bodyPr>
        <a:lstStyle/>
        <a:p>
          <a:pPr marL="0" lvl="0" indent="0" algn="l" defTabSz="1111250">
            <a:lnSpc>
              <a:spcPct val="100000"/>
            </a:lnSpc>
            <a:spcBef>
              <a:spcPct val="0"/>
            </a:spcBef>
            <a:spcAft>
              <a:spcPct val="35000"/>
            </a:spcAft>
            <a:buNone/>
          </a:pPr>
          <a:r>
            <a:rPr lang="en-US" sz="2500" kern="1200"/>
            <a:t>Recap of key takeaways from the workshop</a:t>
          </a:r>
        </a:p>
      </dsp:txBody>
      <dsp:txXfrm>
        <a:off x="2037007" y="955306"/>
        <a:ext cx="4264593" cy="1763642"/>
      </dsp:txXfrm>
    </dsp:sp>
    <dsp:sp modelId="{8AF90D06-41B5-4067-BF80-12E6D94CDB25}">
      <dsp:nvSpPr>
        <dsp:cNvPr id="0" name=""/>
        <dsp:cNvSpPr/>
      </dsp:nvSpPr>
      <dsp:spPr>
        <a:xfrm>
          <a:off x="0" y="3159859"/>
          <a:ext cx="6301601" cy="1763642"/>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1145011-A0B5-425A-BC2C-4CB01808A71C}">
      <dsp:nvSpPr>
        <dsp:cNvPr id="0" name=""/>
        <dsp:cNvSpPr/>
      </dsp:nvSpPr>
      <dsp:spPr>
        <a:xfrm>
          <a:off x="533501" y="3556679"/>
          <a:ext cx="970003" cy="970003"/>
        </a:xfrm>
        <a:prstGeom prst="rect">
          <a:avLst/>
        </a:prstGeom>
        <a:blipFill>
          <a:blip xmlns:r="http://schemas.openxmlformats.org/officeDocument/2006/relationships" r:embed="rId3">
            <a:extLst>
              <a:ext uri="{96DAC541-7B7A-43D3-8B79-37D633B846F1}">
                <asvg:svgBlip xmlns:asvg="http://schemas.microsoft.com/office/drawing/2016/SVG/main" r:embed="rId4"/>
              </a:ext>
            </a:extLst>
          </a:blip>
          <a:srcRect/>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D66BC80-151A-49E1-966F-84BFFF6C1436}">
      <dsp:nvSpPr>
        <dsp:cNvPr id="0" name=""/>
        <dsp:cNvSpPr/>
      </dsp:nvSpPr>
      <dsp:spPr>
        <a:xfrm>
          <a:off x="2037007" y="3159859"/>
          <a:ext cx="4264593" cy="176364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86652" tIns="186652" rIns="186652" bIns="186652" numCol="1" spcCol="1270" anchor="ctr" anchorCtr="0">
          <a:noAutofit/>
        </a:bodyPr>
        <a:lstStyle/>
        <a:p>
          <a:pPr marL="0" lvl="0" indent="0" algn="l" defTabSz="1111250">
            <a:lnSpc>
              <a:spcPct val="100000"/>
            </a:lnSpc>
            <a:spcBef>
              <a:spcPct val="0"/>
            </a:spcBef>
            <a:spcAft>
              <a:spcPct val="35000"/>
            </a:spcAft>
            <a:buNone/>
          </a:pPr>
          <a:r>
            <a:rPr lang="en-US" sz="2500" kern="1200"/>
            <a:t>Learning resources and contributing to community</a:t>
          </a:r>
        </a:p>
      </dsp:txBody>
      <dsp:txXfrm>
        <a:off x="2037007" y="3159859"/>
        <a:ext cx="4264593" cy="1763642"/>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2.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3.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4.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5.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6.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F60798E-1154-3542-B34C-4434DE63D72A}" type="datetimeFigureOut">
              <a:rPr lang="en-US" smtClean="0"/>
              <a:t>2/25/2026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0F9C0D5-F939-E849-9736-3BBBCEEAC206}" type="slidenum">
              <a:rPr lang="en-US" smtClean="0"/>
              <a:t>‹#›</a:t>
            </a:fld>
            <a:endParaRPr lang="en-US"/>
          </a:p>
        </p:txBody>
      </p:sp>
    </p:spTree>
    <p:extLst>
      <p:ext uri="{BB962C8B-B14F-4D97-AF65-F5344CB8AC3E}">
        <p14:creationId xmlns:p14="http://schemas.microsoft.com/office/powerpoint/2010/main" val="2223872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3" Type="http://schemas.openxmlformats.org/officeDocument/2006/relationships/hyperlink" Target="https://www.pcre.org/current/doc/html/pcre2pattern.html" TargetMode="External"/><Relationship Id="rId2" Type="http://schemas.openxmlformats.org/officeDocument/2006/relationships/slide" Target="../slides/slide41.xml"/><Relationship Id="rId1" Type="http://schemas.openxmlformats.org/officeDocument/2006/relationships/notesMaster" Target="../notesMasters/notesMaster1.xml"/><Relationship Id="rId4" Type="http://schemas.openxmlformats.org/officeDocument/2006/relationships/hyperlink" Target="https://semgrep.dev/docs/writing-rules/pattern-syntax#metavariables" TargetMode="Externa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Marcelo</a:t>
            </a:r>
          </a:p>
        </p:txBody>
      </p:sp>
      <p:sp>
        <p:nvSpPr>
          <p:cNvPr id="4" name="Slide Number Placeholder 3"/>
          <p:cNvSpPr>
            <a:spLocks noGrp="1"/>
          </p:cNvSpPr>
          <p:nvPr>
            <p:ph type="sldNum" sz="quarter" idx="5"/>
          </p:nvPr>
        </p:nvSpPr>
        <p:spPr/>
        <p:txBody>
          <a:bodyPr/>
          <a:lstStyle/>
          <a:p>
            <a:fld id="{40F9C0D5-F939-E849-9736-3BBBCEEAC206}" type="slidenum">
              <a:rPr lang="en-US" smtClean="0"/>
              <a:t>5</a:t>
            </a:fld>
            <a:endParaRPr lang="en-US"/>
          </a:p>
        </p:txBody>
      </p:sp>
    </p:spTree>
    <p:extLst>
      <p:ext uri="{BB962C8B-B14F-4D97-AF65-F5344CB8AC3E}">
        <p14:creationId xmlns:p14="http://schemas.microsoft.com/office/powerpoint/2010/main" val="422276456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Understanding SAST and Its Role in SDL and DevOps</a:t>
            </a:r>
          </a:p>
          <a:p>
            <a:r>
              <a:rPr lang="en-US"/>
              <a:t>What is SAST?</a:t>
            </a:r>
          </a:p>
          <a:p>
            <a:r>
              <a:rPr lang="en-US"/>
              <a:t>Static Application Security Testing (SAST) is a method of security testing that analyzes source code or compiled versions of code to identify potential security vulnerabilities. Unlike dynamic testing, which examines a running application, SAST inspects the codebase itself without executing the program. This allows developers to detect and remediate vulnerabilities early in the development process. Key characteristics of SAST include:</a:t>
            </a:r>
          </a:p>
          <a:p>
            <a:endParaRPr lang="en-US"/>
          </a:p>
          <a:p>
            <a:r>
              <a:rPr lang="en-US"/>
              <a:t>- Early Detection: SAST can identify vulnerabilities during the development phase, well before the code is deployed.</a:t>
            </a:r>
          </a:p>
          <a:p>
            <a:r>
              <a:rPr lang="en-US"/>
              <a:t>Comprehensive Analysis: By examining the entire codebase, SAST can uncover a wide range of security issues, including those that might be missed during later stages of testing.</a:t>
            </a:r>
          </a:p>
          <a:p>
            <a:r>
              <a:rPr lang="en-US"/>
              <a:t>- Automated Scanning: SAST tools can automatically scan codebases, providing consistent and repeatable results.</a:t>
            </a:r>
          </a:p>
          <a:p>
            <a:endParaRPr lang="en-US"/>
          </a:p>
          <a:p>
            <a:r>
              <a:rPr lang="en-US"/>
              <a:t>The Positive Impact of SAST on SDL</a:t>
            </a:r>
          </a:p>
          <a:p>
            <a:r>
              <a:rPr lang="en-US"/>
              <a:t>The Secure Development Lifecycle (SDL) is a process that incorporates security at every stage of software development, from design to deployment. Integrating SAST into the SDL brings several benefits:</a:t>
            </a:r>
          </a:p>
          <a:p>
            <a:endParaRPr lang="en-US"/>
          </a:p>
          <a:p>
            <a:r>
              <a:rPr lang="en-US"/>
              <a:t>Early Vulnerability Detection: By identifying security flaws early, SAST reduces the cost and effort required to fix them. This leads to more secure code being produced from the start.</a:t>
            </a:r>
          </a:p>
          <a:p>
            <a:r>
              <a:rPr lang="en-US"/>
              <a:t>Improved Code Quality: Regular SAST scans encourage developers to follow secure coding practices, enhancing overall code quality.</a:t>
            </a:r>
          </a:p>
          <a:p>
            <a:r>
              <a:rPr lang="en-US"/>
              <a:t>Compliance and Risk Management: SAST helps ensure that code complies with security standards and regulations, reducing the risk of security breaches and associated legal or financial penalties.</a:t>
            </a:r>
          </a:p>
          <a:p>
            <a:r>
              <a:rPr lang="en-US"/>
              <a:t>Continuous Improvement: By integrating SAST into the development process, teams can continuously monitor and improve their security posture, adapting to new threats and vulnerabilities as they arise.</a:t>
            </a:r>
          </a:p>
          <a:p>
            <a:r>
              <a:rPr lang="en-US"/>
              <a:t>Integrating SAST into SDL/DevOps Pipelines</a:t>
            </a:r>
          </a:p>
          <a:p>
            <a:r>
              <a:rPr lang="en-US"/>
              <a:t>To maximize the benefits of SAST, it is essential to integrate it seamlessly into your SDL and DevOps pipelines. Here’s how you can do it:</a:t>
            </a:r>
          </a:p>
          <a:p>
            <a:endParaRPr lang="en-US"/>
          </a:p>
          <a:p>
            <a:r>
              <a:rPr lang="en-US"/>
              <a:t>Automate SAST Scans: Incorporate SAST tools into your continuous integration (CI) pipeline. Automated scans can be triggered with each code commit or at regular intervals, ensuring that new code is continuously tested for vulnerabilities.</a:t>
            </a:r>
          </a:p>
          <a:p>
            <a:endParaRPr lang="en-US"/>
          </a:p>
          <a:p>
            <a:r>
              <a:rPr lang="en-US"/>
              <a:t>Shift Left: Implement SAST early in the development process. Developers should run SAST scans on their local environments before committing code. This practice, known as "shifting left," helps catch vulnerabilities as soon as they are introduced.</a:t>
            </a:r>
          </a:p>
          <a:p>
            <a:endParaRPr lang="en-US"/>
          </a:p>
          <a:p>
            <a:r>
              <a:rPr lang="en-US"/>
              <a:t>Integrate with CI/CD Tools: Use CI/CD tools like Jenkins, GitLab CI, or Azure DevOps to integrate SAST tools. These tools can automatically run SAST scans as part of the build process, providing immediate feedback to developers.</a:t>
            </a:r>
          </a:p>
          <a:p>
            <a:endParaRPr lang="en-US"/>
          </a:p>
          <a:p>
            <a:r>
              <a:rPr lang="en-US"/>
              <a:t>Set Up Alerts and Dashboards: Configure alerts and dashboards to monitor SAST scan results. This ensures that developers and security teams are promptly notified of any vulnerabilities, allowing for quick remediation.</a:t>
            </a:r>
          </a:p>
          <a:p>
            <a:endParaRPr lang="en-US"/>
          </a:p>
          <a:p>
            <a:r>
              <a:rPr lang="en-US"/>
              <a:t>Enforce Quality Gates: Define quality gates that must be passed before code can be merged or deployed. For instance, code with high-severity vulnerabilities should be blocked from progressing further in the pipeline until the issues are resolved.</a:t>
            </a:r>
          </a:p>
          <a:p>
            <a:endParaRPr lang="en-US"/>
          </a:p>
          <a:p>
            <a:r>
              <a:rPr lang="en-US"/>
              <a:t>Continuous Training and Awareness: Ensure that developers are trained on the importance of SAST and how to interpret and act on its findings. Regular training sessions and security awareness programs can reinforce the importance of secure coding practices.</a:t>
            </a:r>
          </a:p>
          <a:p>
            <a:endParaRPr lang="en-US"/>
          </a:p>
          <a:p>
            <a:r>
              <a:rPr lang="en-US"/>
              <a:t>Regular Review and Update: Periodically review and update SAST tools and configurations to adapt to new security threats and vulnerabilities. Keeping your SAST tools and rulesets current ensures that they remain effective in identifying the latest security risks.</a:t>
            </a:r>
          </a:p>
        </p:txBody>
      </p:sp>
      <p:sp>
        <p:nvSpPr>
          <p:cNvPr id="4" name="Slide Number Placeholder 3"/>
          <p:cNvSpPr>
            <a:spLocks noGrp="1"/>
          </p:cNvSpPr>
          <p:nvPr>
            <p:ph type="sldNum" sz="quarter" idx="5"/>
          </p:nvPr>
        </p:nvSpPr>
        <p:spPr/>
        <p:txBody>
          <a:bodyPr/>
          <a:lstStyle/>
          <a:p>
            <a:fld id="{40F9C0D5-F939-E849-9736-3BBBCEEAC206}" type="slidenum">
              <a:rPr lang="en-US" smtClean="0"/>
              <a:t>6</a:t>
            </a:fld>
            <a:endParaRPr lang="en-US"/>
          </a:p>
        </p:txBody>
      </p:sp>
    </p:spTree>
    <p:extLst>
      <p:ext uri="{BB962C8B-B14F-4D97-AF65-F5344CB8AC3E}">
        <p14:creationId xmlns:p14="http://schemas.microsoft.com/office/powerpoint/2010/main" val="191827480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US" b="1" i="0">
                <a:solidFill>
                  <a:srgbClr val="000000"/>
                </a:solidFill>
                <a:effectLst/>
                <a:latin typeface="Segoe UI" panose="020B0502040204020203" pitchFamily="34" charset="0"/>
              </a:rPr>
              <a:t>1. Developer</a:t>
            </a:r>
          </a:p>
          <a:p>
            <a:pPr algn="l"/>
            <a:r>
              <a:rPr lang="en-US" b="0" i="0">
                <a:solidFill>
                  <a:srgbClr val="000000"/>
                </a:solidFill>
                <a:effectLst/>
                <a:latin typeface="Segoe UI" panose="020B0502040204020203" pitchFamily="34" charset="0"/>
              </a:rPr>
              <a:t>Developers write code and make changes to the software application. They use integrated development environments (IDEs) and version control systems to manage their code.</a:t>
            </a:r>
          </a:p>
          <a:p>
            <a:pPr algn="l"/>
            <a:r>
              <a:rPr lang="en-US" b="1" i="0">
                <a:solidFill>
                  <a:srgbClr val="000000"/>
                </a:solidFill>
                <a:effectLst/>
                <a:latin typeface="Segoe UI" panose="020B0502040204020203" pitchFamily="34" charset="0"/>
              </a:rPr>
              <a:t>2. Code Repository</a:t>
            </a:r>
          </a:p>
          <a:p>
            <a:pPr algn="l"/>
            <a:r>
              <a:rPr lang="en-US" b="0" i="0">
                <a:solidFill>
                  <a:srgbClr val="000000"/>
                </a:solidFill>
                <a:effectLst/>
                <a:latin typeface="Segoe UI" panose="020B0502040204020203" pitchFamily="34" charset="0"/>
              </a:rPr>
              <a:t>The code repository is a centralized version control system (e.g., Git) where developers push their code changes. It serves as the single source of truth for the codebase, enabling collaboration and version tracking.</a:t>
            </a:r>
          </a:p>
          <a:p>
            <a:pPr algn="l"/>
            <a:r>
              <a:rPr lang="en-US" b="1" i="0">
                <a:solidFill>
                  <a:srgbClr val="000000"/>
                </a:solidFill>
                <a:effectLst/>
                <a:latin typeface="Segoe UI" panose="020B0502040204020203" pitchFamily="34" charset="0"/>
              </a:rPr>
              <a:t>3. Continuous Integration (CI) Server</a:t>
            </a:r>
          </a:p>
          <a:p>
            <a:pPr algn="l"/>
            <a:r>
              <a:rPr lang="en-US" b="0" i="0">
                <a:solidFill>
                  <a:srgbClr val="000000"/>
                </a:solidFill>
                <a:effectLst/>
                <a:latin typeface="Segoe UI" panose="020B0502040204020203" pitchFamily="34" charset="0"/>
              </a:rPr>
              <a:t>The CI server (e.g., Jenkins, GitLab CI, Travis CI) automates the process of integrating code changes from multiple developers. When code is committed to the repository, the CI server automatically triggers builds and runs a series of tests to ensure that the code integrates smoothly with the existing codebase.</a:t>
            </a:r>
          </a:p>
          <a:p>
            <a:pPr algn="l"/>
            <a:r>
              <a:rPr lang="en-US" b="1" i="0">
                <a:solidFill>
                  <a:srgbClr val="000000"/>
                </a:solidFill>
                <a:effectLst/>
                <a:latin typeface="Segoe UI" panose="020B0502040204020203" pitchFamily="34" charset="0"/>
              </a:rPr>
              <a:t>4. Artifact Repository</a:t>
            </a:r>
          </a:p>
          <a:p>
            <a:pPr algn="l"/>
            <a:r>
              <a:rPr lang="en-US" b="0" i="0">
                <a:solidFill>
                  <a:srgbClr val="000000"/>
                </a:solidFill>
                <a:effectLst/>
                <a:latin typeface="Segoe UI" panose="020B0502040204020203" pitchFamily="34" charset="0"/>
              </a:rPr>
              <a:t>The artifact repository (e.g., </a:t>
            </a:r>
            <a:r>
              <a:rPr lang="en-US" b="0" i="0" err="1">
                <a:solidFill>
                  <a:srgbClr val="000000"/>
                </a:solidFill>
                <a:effectLst/>
                <a:latin typeface="Segoe UI" panose="020B0502040204020203" pitchFamily="34" charset="0"/>
              </a:rPr>
              <a:t>JFrog</a:t>
            </a:r>
            <a:r>
              <a:rPr lang="en-US" b="0" i="0">
                <a:solidFill>
                  <a:srgbClr val="000000"/>
                </a:solidFill>
                <a:effectLst/>
                <a:latin typeface="Segoe UI" panose="020B0502040204020203" pitchFamily="34" charset="0"/>
              </a:rPr>
              <a:t> Artifactory, Nexus) stores built artifacts (e.g., binaries, libraries, container images) that are produced during the CI process. These artifacts are versioned and can be deployed to various environments, ensuring consistency across deployments.</a:t>
            </a:r>
          </a:p>
          <a:p>
            <a:pPr algn="l"/>
            <a:r>
              <a:rPr lang="en-US" b="1" i="0">
                <a:solidFill>
                  <a:srgbClr val="000000"/>
                </a:solidFill>
                <a:effectLst/>
                <a:latin typeface="Segoe UI" panose="020B0502040204020203" pitchFamily="34" charset="0"/>
              </a:rPr>
              <a:t>5. Quality Assurance (QA)</a:t>
            </a:r>
          </a:p>
          <a:p>
            <a:pPr algn="l"/>
            <a:r>
              <a:rPr lang="en-US" b="0" i="0">
                <a:solidFill>
                  <a:srgbClr val="000000"/>
                </a:solidFill>
                <a:effectLst/>
                <a:latin typeface="Segoe UI" panose="020B0502040204020203" pitchFamily="34" charset="0"/>
              </a:rPr>
              <a:t>The QA environment is where comprehensive testing is performed, including automated tests (e.g., unit tests, integration tests, end-to-end tests) and manual testing. This stage ensures that the software meets quality standards before it is deployed to production.</a:t>
            </a:r>
          </a:p>
          <a:p>
            <a:pPr algn="l"/>
            <a:r>
              <a:rPr lang="en-US" b="1" i="0">
                <a:solidFill>
                  <a:srgbClr val="000000"/>
                </a:solidFill>
                <a:effectLst/>
                <a:latin typeface="Segoe UI" panose="020B0502040204020203" pitchFamily="34" charset="0"/>
              </a:rPr>
              <a:t>6. Production</a:t>
            </a:r>
          </a:p>
          <a:p>
            <a:pPr algn="l"/>
            <a:r>
              <a:rPr lang="en-US" b="0" i="0">
                <a:solidFill>
                  <a:srgbClr val="000000"/>
                </a:solidFill>
                <a:effectLst/>
                <a:latin typeface="Segoe UI" panose="020B0502040204020203" pitchFamily="34" charset="0"/>
              </a:rPr>
              <a:t>The production environment is where the final version of the software is deployed for end-users. This environment is configured to handle real-world usage, ensuring high availability, performance, and security.</a:t>
            </a:r>
          </a:p>
          <a:p>
            <a:pPr algn="l"/>
            <a:r>
              <a:rPr lang="en-US" b="1" i="0">
                <a:solidFill>
                  <a:srgbClr val="000000"/>
                </a:solidFill>
                <a:effectLst/>
                <a:latin typeface="Segoe UI" panose="020B0502040204020203" pitchFamily="34" charset="0"/>
              </a:rPr>
              <a:t>7. Vulnerability Management</a:t>
            </a:r>
          </a:p>
          <a:p>
            <a:pPr algn="l"/>
            <a:r>
              <a:rPr lang="en-US" b="0" i="0">
                <a:solidFill>
                  <a:srgbClr val="000000"/>
                </a:solidFill>
                <a:effectLst/>
                <a:latin typeface="Segoe UI" panose="020B0502040204020203" pitchFamily="34" charset="0"/>
              </a:rPr>
              <a:t>Vulnerability management is integrated throughout the pipeline to identify, assess, and remediate security vulnerabilities. Here’s how it fits into each stage:</a:t>
            </a:r>
          </a:p>
          <a:p>
            <a:pPr algn="l">
              <a:buFont typeface="Arial" panose="020B0604020202020204" pitchFamily="34" charset="0"/>
              <a:buChar char="•"/>
            </a:pPr>
            <a:r>
              <a:rPr lang="en-US" b="1" i="0">
                <a:solidFill>
                  <a:srgbClr val="000000"/>
                </a:solidFill>
                <a:effectLst/>
                <a:latin typeface="Segoe UI" panose="020B0502040204020203" pitchFamily="34" charset="0"/>
              </a:rPr>
              <a:t>During Development</a:t>
            </a:r>
            <a:r>
              <a:rPr lang="en-US" b="0" i="0">
                <a:solidFill>
                  <a:srgbClr val="000000"/>
                </a:solidFill>
                <a:effectLst/>
                <a:latin typeface="Segoe UI" panose="020B0502040204020203" pitchFamily="34" charset="0"/>
              </a:rPr>
              <a:t>: Developers use Static Application Security Testing (SAST) tools to scan their code for vulnerabilities before committing it to the repository. This ensures that security issues are caught early.</a:t>
            </a:r>
          </a:p>
          <a:p>
            <a:pPr algn="l">
              <a:buFont typeface="Arial" panose="020B0604020202020204" pitchFamily="34" charset="0"/>
              <a:buChar char="•"/>
            </a:pPr>
            <a:r>
              <a:rPr lang="en-US" b="1" i="0">
                <a:solidFill>
                  <a:srgbClr val="000000"/>
                </a:solidFill>
                <a:effectLst/>
                <a:latin typeface="Segoe UI" panose="020B0502040204020203" pitchFamily="34" charset="0"/>
              </a:rPr>
              <a:t>In the CI Server</a:t>
            </a:r>
            <a:r>
              <a:rPr lang="en-US" b="0" i="0">
                <a:solidFill>
                  <a:srgbClr val="000000"/>
                </a:solidFill>
                <a:effectLst/>
                <a:latin typeface="Segoe UI" panose="020B0502040204020203" pitchFamily="34" charset="0"/>
              </a:rPr>
              <a:t>: The CI server includes security tests as part of the build process. Dynamic Application Security Testing (DAST) tools can be used to scan running applications for vulnerabilities. Security gates can be enforced to block deployments if critical vulnerabilities are found.</a:t>
            </a:r>
          </a:p>
          <a:p>
            <a:pPr algn="l">
              <a:buFont typeface="Arial" panose="020B0604020202020204" pitchFamily="34" charset="0"/>
              <a:buChar char="•"/>
            </a:pPr>
            <a:r>
              <a:rPr lang="en-US" b="1" i="0">
                <a:solidFill>
                  <a:srgbClr val="000000"/>
                </a:solidFill>
                <a:effectLst/>
                <a:latin typeface="Segoe UI" panose="020B0502040204020203" pitchFamily="34" charset="0"/>
              </a:rPr>
              <a:t>Artifact Repository</a:t>
            </a:r>
            <a:r>
              <a:rPr lang="en-US" b="0" i="0">
                <a:solidFill>
                  <a:srgbClr val="000000"/>
                </a:solidFill>
                <a:effectLst/>
                <a:latin typeface="Segoe UI" panose="020B0502040204020203" pitchFamily="34" charset="0"/>
              </a:rPr>
              <a:t>: Artifacts are scanned for known vulnerabilities (e.g., using tools like Nexus IQ or </a:t>
            </a:r>
            <a:r>
              <a:rPr lang="en-US" b="0" i="0" err="1">
                <a:solidFill>
                  <a:srgbClr val="000000"/>
                </a:solidFill>
                <a:effectLst/>
                <a:latin typeface="Segoe UI" panose="020B0502040204020203" pitchFamily="34" charset="0"/>
              </a:rPr>
              <a:t>JFrog</a:t>
            </a:r>
            <a:r>
              <a:rPr lang="en-US" b="0" i="0">
                <a:solidFill>
                  <a:srgbClr val="000000"/>
                </a:solidFill>
                <a:effectLst/>
                <a:latin typeface="Segoe UI" panose="020B0502040204020203" pitchFamily="34" charset="0"/>
              </a:rPr>
              <a:t> Xray) before they are stored. This ensures that only secure artifacts are promoted to the next stages.</a:t>
            </a:r>
          </a:p>
          <a:p>
            <a:pPr algn="l">
              <a:buFont typeface="Arial" panose="020B0604020202020204" pitchFamily="34" charset="0"/>
              <a:buChar char="•"/>
            </a:pPr>
            <a:r>
              <a:rPr lang="en-US" b="1" i="0">
                <a:solidFill>
                  <a:srgbClr val="000000"/>
                </a:solidFill>
                <a:effectLst/>
                <a:latin typeface="Segoe UI" panose="020B0502040204020203" pitchFamily="34" charset="0"/>
              </a:rPr>
              <a:t>QA</a:t>
            </a:r>
            <a:r>
              <a:rPr lang="en-US" b="0" i="0">
                <a:solidFill>
                  <a:srgbClr val="000000"/>
                </a:solidFill>
                <a:effectLst/>
                <a:latin typeface="Segoe UI" panose="020B0502040204020203" pitchFamily="34" charset="0"/>
              </a:rPr>
              <a:t>: Security testing is part of the QA process. Penetration testing, vulnerability scanning, and other security assessments are conducted to identify potential issues.</a:t>
            </a:r>
          </a:p>
          <a:p>
            <a:pPr algn="l">
              <a:buFont typeface="Arial" panose="020B0604020202020204" pitchFamily="34" charset="0"/>
              <a:buChar char="•"/>
            </a:pPr>
            <a:r>
              <a:rPr lang="en-US" b="1" i="0">
                <a:solidFill>
                  <a:srgbClr val="000000"/>
                </a:solidFill>
                <a:effectLst/>
                <a:latin typeface="Segoe UI" panose="020B0502040204020203" pitchFamily="34" charset="0"/>
              </a:rPr>
              <a:t>Production</a:t>
            </a:r>
            <a:r>
              <a:rPr lang="en-US" b="0" i="0">
                <a:solidFill>
                  <a:srgbClr val="000000"/>
                </a:solidFill>
                <a:effectLst/>
                <a:latin typeface="Segoe UI" panose="020B0502040204020203" pitchFamily="34" charset="0"/>
              </a:rPr>
              <a:t>: Continuous monitoring tools (e.g., Intrusion Detection Systems, Web Application Firewalls) are used to detect and respond to security threats in real time. Regular vulnerability assessments and patch management practices are maintained to keep the production environment secure.</a:t>
            </a:r>
          </a:p>
          <a:p>
            <a:endParaRPr lang="en-US"/>
          </a:p>
        </p:txBody>
      </p:sp>
      <p:sp>
        <p:nvSpPr>
          <p:cNvPr id="4" name="Slide Number Placeholder 3"/>
          <p:cNvSpPr>
            <a:spLocks noGrp="1"/>
          </p:cNvSpPr>
          <p:nvPr>
            <p:ph type="sldNum" sz="quarter" idx="5"/>
          </p:nvPr>
        </p:nvSpPr>
        <p:spPr/>
        <p:txBody>
          <a:bodyPr/>
          <a:lstStyle/>
          <a:p>
            <a:fld id="{40F9C0D5-F939-E849-9736-3BBBCEEAC206}" type="slidenum">
              <a:rPr lang="en-US" smtClean="0"/>
              <a:t>7</a:t>
            </a:fld>
            <a:endParaRPr lang="en-US"/>
          </a:p>
        </p:txBody>
      </p:sp>
    </p:spTree>
    <p:extLst>
      <p:ext uri="{BB962C8B-B14F-4D97-AF65-F5344CB8AC3E}">
        <p14:creationId xmlns:p14="http://schemas.microsoft.com/office/powerpoint/2010/main" val="115054982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Marcelo</a:t>
            </a:r>
          </a:p>
        </p:txBody>
      </p:sp>
      <p:sp>
        <p:nvSpPr>
          <p:cNvPr id="4" name="Slide Number Placeholder 3"/>
          <p:cNvSpPr>
            <a:spLocks noGrp="1"/>
          </p:cNvSpPr>
          <p:nvPr>
            <p:ph type="sldNum" sz="quarter" idx="5"/>
          </p:nvPr>
        </p:nvSpPr>
        <p:spPr/>
        <p:txBody>
          <a:bodyPr/>
          <a:lstStyle/>
          <a:p>
            <a:fld id="{40F9C0D5-F939-E849-9736-3BBBCEEAC206}" type="slidenum">
              <a:rPr lang="en-US" smtClean="0"/>
              <a:t>9</a:t>
            </a:fld>
            <a:endParaRPr lang="en-US"/>
          </a:p>
        </p:txBody>
      </p:sp>
    </p:spTree>
    <p:extLst>
      <p:ext uri="{BB962C8B-B14F-4D97-AF65-F5344CB8AC3E}">
        <p14:creationId xmlns:p14="http://schemas.microsoft.com/office/powerpoint/2010/main" val="285216080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Windows</a:t>
            </a:r>
          </a:p>
          <a:p>
            <a:r>
              <a:rPr lang="en-US"/>
              <a:t>Using pip (recommended):</a:t>
            </a:r>
          </a:p>
          <a:p>
            <a:endParaRPr lang="en-US"/>
          </a:p>
          <a:p>
            <a:r>
              <a:rPr lang="en-US"/>
              <a:t>Ensure Python and pip are installed on your system. </a:t>
            </a:r>
          </a:p>
          <a:p>
            <a:r>
              <a:rPr lang="en-US"/>
              <a:t>Open Command Prompt and run:</a:t>
            </a:r>
          </a:p>
          <a:p>
            <a:r>
              <a:rPr lang="en-US"/>
              <a:t>pip install </a:t>
            </a:r>
            <a:r>
              <a:rPr lang="en-US" err="1"/>
              <a:t>semgrep</a:t>
            </a:r>
            <a:endParaRPr lang="en-US"/>
          </a:p>
          <a:p>
            <a:r>
              <a:rPr lang="en-US"/>
              <a:t>Using Docker:</a:t>
            </a:r>
          </a:p>
          <a:p>
            <a:endParaRPr lang="en-US"/>
          </a:p>
          <a:p>
            <a:r>
              <a:rPr lang="en-US"/>
              <a:t>Ensure Docker is installed and running on your system. </a:t>
            </a:r>
          </a:p>
          <a:p>
            <a:r>
              <a:rPr lang="en-US"/>
              <a:t>Open Command Prompt and pull the Semgrep Docker image:</a:t>
            </a:r>
          </a:p>
          <a:p>
            <a:r>
              <a:rPr lang="en-US"/>
              <a:t>docker pull </a:t>
            </a:r>
            <a:r>
              <a:rPr lang="en-US" err="1"/>
              <a:t>returntocorp</a:t>
            </a:r>
            <a:r>
              <a:rPr lang="en-US"/>
              <a:t>/</a:t>
            </a:r>
            <a:r>
              <a:rPr lang="en-US" err="1"/>
              <a:t>semgrep</a:t>
            </a:r>
            <a:endParaRPr lang="en-US"/>
          </a:p>
          <a:p>
            <a:r>
              <a:rPr lang="en-US"/>
              <a:t>Run Semgrep with Docker:</a:t>
            </a:r>
          </a:p>
          <a:p>
            <a:r>
              <a:rPr lang="en-US"/>
              <a:t>docker run --rm -v %cd%:/</a:t>
            </a:r>
            <a:r>
              <a:rPr lang="en-US" err="1"/>
              <a:t>src</a:t>
            </a:r>
            <a:r>
              <a:rPr lang="en-US"/>
              <a:t> </a:t>
            </a:r>
            <a:r>
              <a:rPr lang="en-US" err="1"/>
              <a:t>returntocorp</a:t>
            </a:r>
            <a:r>
              <a:rPr lang="en-US"/>
              <a:t>/</a:t>
            </a:r>
            <a:r>
              <a:rPr lang="en-US" err="1"/>
              <a:t>semgrep</a:t>
            </a:r>
            <a:r>
              <a:rPr lang="en-US"/>
              <a:t> </a:t>
            </a:r>
            <a:r>
              <a:rPr lang="en-US" err="1"/>
              <a:t>semgrep</a:t>
            </a:r>
            <a:r>
              <a:rPr lang="en-US"/>
              <a:t> --config auto /</a:t>
            </a:r>
            <a:r>
              <a:rPr lang="en-US" err="1"/>
              <a:t>src</a:t>
            </a:r>
            <a:endParaRPr lang="en-US"/>
          </a:p>
          <a:p>
            <a:r>
              <a:rPr lang="en-US"/>
              <a:t>Linux</a:t>
            </a:r>
          </a:p>
          <a:p>
            <a:r>
              <a:rPr lang="en-US"/>
              <a:t>Using pip (recommended):</a:t>
            </a:r>
          </a:p>
          <a:p>
            <a:endParaRPr lang="en-US"/>
          </a:p>
          <a:p>
            <a:r>
              <a:rPr lang="en-US"/>
              <a:t>Ensure Python and pip are installed. On Debian-based systems, you can install them using:</a:t>
            </a:r>
          </a:p>
          <a:p>
            <a:r>
              <a:rPr lang="en-US" err="1"/>
              <a:t>sudo</a:t>
            </a:r>
            <a:r>
              <a:rPr lang="en-US"/>
              <a:t> apt update</a:t>
            </a:r>
          </a:p>
          <a:p>
            <a:r>
              <a:rPr lang="en-US" err="1"/>
              <a:t>sudo</a:t>
            </a:r>
            <a:r>
              <a:rPr lang="en-US"/>
              <a:t> apt install python3 python3-pip</a:t>
            </a:r>
          </a:p>
          <a:p>
            <a:r>
              <a:rPr lang="en-US"/>
              <a:t>Install Semgrep using pip:</a:t>
            </a:r>
          </a:p>
          <a:p>
            <a:r>
              <a:rPr lang="en-US"/>
              <a:t>pip3 install </a:t>
            </a:r>
            <a:r>
              <a:rPr lang="en-US" err="1"/>
              <a:t>semgrep</a:t>
            </a:r>
            <a:endParaRPr lang="en-US"/>
          </a:p>
          <a:p>
            <a:r>
              <a:rPr lang="en-US"/>
              <a:t>Using Docker:</a:t>
            </a:r>
          </a:p>
          <a:p>
            <a:endParaRPr lang="en-US"/>
          </a:p>
          <a:p>
            <a:r>
              <a:rPr lang="en-US"/>
              <a:t>Ensure Docker is installed and running. </a:t>
            </a:r>
          </a:p>
          <a:p>
            <a:r>
              <a:rPr lang="en-US"/>
              <a:t>Open Terminal and pull the Semgrep Docker image:</a:t>
            </a:r>
          </a:p>
          <a:p>
            <a:r>
              <a:rPr lang="en-US"/>
              <a:t>docker pull </a:t>
            </a:r>
            <a:r>
              <a:rPr lang="en-US" err="1"/>
              <a:t>returntocorp</a:t>
            </a:r>
            <a:r>
              <a:rPr lang="en-US"/>
              <a:t>/</a:t>
            </a:r>
            <a:r>
              <a:rPr lang="en-US" err="1"/>
              <a:t>semgrep</a:t>
            </a:r>
            <a:endParaRPr lang="en-US"/>
          </a:p>
          <a:p>
            <a:r>
              <a:rPr lang="en-US"/>
              <a:t>Run Semgrep with Docker:</a:t>
            </a:r>
          </a:p>
          <a:p>
            <a:r>
              <a:rPr lang="en-US"/>
              <a:t>docker run --rm -v $(</a:t>
            </a:r>
            <a:r>
              <a:rPr lang="en-US" err="1"/>
              <a:t>pwd</a:t>
            </a:r>
            <a:r>
              <a:rPr lang="en-US"/>
              <a:t>):/</a:t>
            </a:r>
            <a:r>
              <a:rPr lang="en-US" err="1"/>
              <a:t>src</a:t>
            </a:r>
            <a:r>
              <a:rPr lang="en-US"/>
              <a:t> </a:t>
            </a:r>
            <a:r>
              <a:rPr lang="en-US" err="1"/>
              <a:t>returntocorp</a:t>
            </a:r>
            <a:r>
              <a:rPr lang="en-US"/>
              <a:t>/</a:t>
            </a:r>
            <a:r>
              <a:rPr lang="en-US" err="1"/>
              <a:t>semgrep</a:t>
            </a:r>
            <a:r>
              <a:rPr lang="en-US"/>
              <a:t> </a:t>
            </a:r>
            <a:r>
              <a:rPr lang="en-US" err="1"/>
              <a:t>semgrep</a:t>
            </a:r>
            <a:r>
              <a:rPr lang="en-US"/>
              <a:t> --config auto /</a:t>
            </a:r>
            <a:r>
              <a:rPr lang="en-US" err="1"/>
              <a:t>src</a:t>
            </a:r>
            <a:endParaRPr lang="en-US"/>
          </a:p>
          <a:p>
            <a:r>
              <a:rPr lang="en-US"/>
              <a:t>Using apt (Debian-based systems):</a:t>
            </a:r>
          </a:p>
          <a:p>
            <a:endParaRPr lang="en-US"/>
          </a:p>
          <a:p>
            <a:r>
              <a:rPr lang="en-US"/>
              <a:t>Add the Semgrep repository and install Semgrep:</a:t>
            </a:r>
          </a:p>
          <a:p>
            <a:r>
              <a:rPr lang="en-US"/>
              <a:t>echo "deb [trusted=yes] https://apt.returntocorp.com/ buster main" | </a:t>
            </a:r>
            <a:r>
              <a:rPr lang="en-US" err="1"/>
              <a:t>sudo</a:t>
            </a:r>
            <a:r>
              <a:rPr lang="en-US"/>
              <a:t> tee /</a:t>
            </a:r>
            <a:r>
              <a:rPr lang="en-US" err="1"/>
              <a:t>etc</a:t>
            </a:r>
            <a:r>
              <a:rPr lang="en-US"/>
              <a:t>/apt/</a:t>
            </a:r>
            <a:r>
              <a:rPr lang="en-US" err="1"/>
              <a:t>sources.list.d</a:t>
            </a:r>
            <a:r>
              <a:rPr lang="en-US"/>
              <a:t>/</a:t>
            </a:r>
            <a:r>
              <a:rPr lang="en-US" err="1"/>
              <a:t>returntocorp.list</a:t>
            </a:r>
            <a:endParaRPr lang="en-US"/>
          </a:p>
          <a:p>
            <a:r>
              <a:rPr lang="en-US" err="1"/>
              <a:t>sudo</a:t>
            </a:r>
            <a:r>
              <a:rPr lang="en-US"/>
              <a:t> apt update</a:t>
            </a:r>
          </a:p>
          <a:p>
            <a:r>
              <a:rPr lang="en-US" err="1"/>
              <a:t>sudo</a:t>
            </a:r>
            <a:r>
              <a:rPr lang="en-US"/>
              <a:t> apt install </a:t>
            </a:r>
            <a:r>
              <a:rPr lang="en-US" err="1"/>
              <a:t>semgrep</a:t>
            </a:r>
            <a:endParaRPr lang="en-US"/>
          </a:p>
          <a:p>
            <a:r>
              <a:rPr lang="en-US"/>
              <a:t>macOS</a:t>
            </a:r>
          </a:p>
          <a:p>
            <a:r>
              <a:rPr lang="en-US"/>
              <a:t>Using Homebrew (recommended):</a:t>
            </a:r>
          </a:p>
          <a:p>
            <a:endParaRPr lang="en-US"/>
          </a:p>
          <a:p>
            <a:r>
              <a:rPr lang="en-US"/>
              <a:t>Ensure Homebrew is installed. </a:t>
            </a:r>
          </a:p>
          <a:p>
            <a:r>
              <a:rPr lang="en-US"/>
              <a:t>Open Terminal and install Semgrep:</a:t>
            </a:r>
          </a:p>
          <a:p>
            <a:r>
              <a:rPr lang="en-US"/>
              <a:t>brew install </a:t>
            </a:r>
            <a:r>
              <a:rPr lang="en-US" err="1"/>
              <a:t>semgrep</a:t>
            </a:r>
            <a:endParaRPr lang="en-US"/>
          </a:p>
          <a:p>
            <a:r>
              <a:rPr lang="en-US"/>
              <a:t>Using pip:</a:t>
            </a:r>
          </a:p>
          <a:p>
            <a:endParaRPr lang="en-US"/>
          </a:p>
          <a:p>
            <a:r>
              <a:rPr lang="en-US"/>
              <a:t>Ensure Python and pip are installed. You can install Python using Homebrew:</a:t>
            </a:r>
          </a:p>
          <a:p>
            <a:r>
              <a:rPr lang="en-US"/>
              <a:t>brew install python</a:t>
            </a:r>
          </a:p>
          <a:p>
            <a:r>
              <a:rPr lang="en-US"/>
              <a:t>Install Semgrep using pip:</a:t>
            </a:r>
          </a:p>
          <a:p>
            <a:r>
              <a:rPr lang="en-US"/>
              <a:t>pip3 install </a:t>
            </a:r>
            <a:r>
              <a:rPr lang="en-US" err="1"/>
              <a:t>semgrep</a:t>
            </a:r>
            <a:endParaRPr lang="en-US"/>
          </a:p>
          <a:p>
            <a:r>
              <a:rPr lang="en-US"/>
              <a:t>Using Docker:</a:t>
            </a:r>
          </a:p>
          <a:p>
            <a:endParaRPr lang="en-US"/>
          </a:p>
          <a:p>
            <a:r>
              <a:rPr lang="en-US"/>
              <a:t>Ensure Docker is installed and running. </a:t>
            </a:r>
          </a:p>
          <a:p>
            <a:r>
              <a:rPr lang="en-US"/>
              <a:t>Open Terminal and pull the Semgrep Docker image:</a:t>
            </a:r>
          </a:p>
          <a:p>
            <a:r>
              <a:rPr lang="en-US"/>
              <a:t>docker pull </a:t>
            </a:r>
            <a:r>
              <a:rPr lang="en-US" err="1"/>
              <a:t>returntocorp</a:t>
            </a:r>
            <a:r>
              <a:rPr lang="en-US"/>
              <a:t>/</a:t>
            </a:r>
            <a:r>
              <a:rPr lang="en-US" err="1"/>
              <a:t>semgrep</a:t>
            </a:r>
            <a:endParaRPr lang="en-US"/>
          </a:p>
          <a:p>
            <a:r>
              <a:rPr lang="en-US"/>
              <a:t>Run Semgrep with Docker:</a:t>
            </a:r>
          </a:p>
          <a:p>
            <a:r>
              <a:rPr lang="en-US"/>
              <a:t>docker run --rm -v $(</a:t>
            </a:r>
            <a:r>
              <a:rPr lang="en-US" err="1"/>
              <a:t>pwd</a:t>
            </a:r>
            <a:r>
              <a:rPr lang="en-US"/>
              <a:t>):/</a:t>
            </a:r>
            <a:r>
              <a:rPr lang="en-US" err="1"/>
              <a:t>src</a:t>
            </a:r>
            <a:r>
              <a:rPr lang="en-US"/>
              <a:t> </a:t>
            </a:r>
            <a:r>
              <a:rPr lang="en-US" err="1"/>
              <a:t>returntocorp</a:t>
            </a:r>
            <a:r>
              <a:rPr lang="en-US"/>
              <a:t>/</a:t>
            </a:r>
            <a:r>
              <a:rPr lang="en-US" err="1"/>
              <a:t>semgrep</a:t>
            </a:r>
            <a:r>
              <a:rPr lang="en-US"/>
              <a:t> </a:t>
            </a:r>
            <a:r>
              <a:rPr lang="en-US" err="1"/>
              <a:t>semgrep</a:t>
            </a:r>
            <a:r>
              <a:rPr lang="en-US"/>
              <a:t> --config auto /</a:t>
            </a:r>
            <a:r>
              <a:rPr lang="en-US" err="1"/>
              <a:t>src</a:t>
            </a:r>
            <a:endParaRPr lang="en-US"/>
          </a:p>
        </p:txBody>
      </p:sp>
      <p:sp>
        <p:nvSpPr>
          <p:cNvPr id="4" name="Slide Number Placeholder 3"/>
          <p:cNvSpPr>
            <a:spLocks noGrp="1"/>
          </p:cNvSpPr>
          <p:nvPr>
            <p:ph type="sldNum" sz="quarter" idx="5"/>
          </p:nvPr>
        </p:nvSpPr>
        <p:spPr/>
        <p:txBody>
          <a:bodyPr/>
          <a:lstStyle/>
          <a:p>
            <a:fld id="{40F9C0D5-F939-E849-9736-3BBBCEEAC206}" type="slidenum">
              <a:rPr lang="en-US" smtClean="0"/>
              <a:t>10</a:t>
            </a:fld>
            <a:endParaRPr lang="en-US"/>
          </a:p>
        </p:txBody>
      </p:sp>
    </p:spTree>
    <p:extLst>
      <p:ext uri="{BB962C8B-B14F-4D97-AF65-F5344CB8AC3E}">
        <p14:creationId xmlns:p14="http://schemas.microsoft.com/office/powerpoint/2010/main" val="24368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0F9C0D5-F939-E849-9736-3BBBCEEAC206}" type="slidenum">
              <a:rPr lang="en-US" smtClean="0"/>
              <a:t>11</a:t>
            </a:fld>
            <a:endParaRPr lang="en-US"/>
          </a:p>
        </p:txBody>
      </p:sp>
    </p:spTree>
    <p:extLst>
      <p:ext uri="{BB962C8B-B14F-4D97-AF65-F5344CB8AC3E}">
        <p14:creationId xmlns:p14="http://schemas.microsoft.com/office/powerpoint/2010/main" val="350839866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Most Used Semgrep CLI Options</a:t>
            </a:r>
          </a:p>
          <a:p>
            <a:r>
              <a:rPr lang="en-US"/>
              <a:t>--config</a:t>
            </a:r>
          </a:p>
          <a:p>
            <a:endParaRPr lang="en-US"/>
          </a:p>
          <a:p>
            <a:r>
              <a:rPr lang="en-US"/>
              <a:t>Specifies the configuration file or directory containing Semgrep rules.</a:t>
            </a:r>
          </a:p>
          <a:p>
            <a:r>
              <a:rPr lang="en-US"/>
              <a:t>Example: </a:t>
            </a:r>
            <a:r>
              <a:rPr lang="en-US" err="1"/>
              <a:t>semgrep</a:t>
            </a:r>
            <a:r>
              <a:rPr lang="en-US"/>
              <a:t> --config path/to/rules/ /path/to/code</a:t>
            </a:r>
          </a:p>
          <a:p>
            <a:endParaRPr lang="en-US"/>
          </a:p>
          <a:p>
            <a:r>
              <a:rPr lang="en-US"/>
              <a:t>--output</a:t>
            </a:r>
          </a:p>
          <a:p>
            <a:endParaRPr lang="en-US"/>
          </a:p>
          <a:p>
            <a:r>
              <a:rPr lang="en-US"/>
              <a:t>Specifies the file to which the results should be written.</a:t>
            </a:r>
          </a:p>
          <a:p>
            <a:r>
              <a:rPr lang="en-US"/>
              <a:t>Example:</a:t>
            </a:r>
          </a:p>
          <a:p>
            <a:r>
              <a:rPr lang="en-US" err="1"/>
              <a:t>semgrep</a:t>
            </a:r>
            <a:r>
              <a:rPr lang="en-US"/>
              <a:t> --config path/to/rules/ /path/to/code --output </a:t>
            </a:r>
            <a:r>
              <a:rPr lang="en-US" err="1"/>
              <a:t>results.json</a:t>
            </a:r>
            <a:endParaRPr lang="en-US"/>
          </a:p>
          <a:p>
            <a:endParaRPr lang="en-US"/>
          </a:p>
          <a:p>
            <a:r>
              <a:rPr lang="en-US"/>
              <a:t>--exclude</a:t>
            </a:r>
          </a:p>
          <a:p>
            <a:endParaRPr lang="en-US"/>
          </a:p>
          <a:p>
            <a:r>
              <a:rPr lang="en-US"/>
              <a:t>Excludes files or directories from being scanned.</a:t>
            </a:r>
          </a:p>
          <a:p>
            <a:r>
              <a:rPr lang="en-US"/>
              <a:t>Example:</a:t>
            </a:r>
          </a:p>
          <a:p>
            <a:r>
              <a:rPr lang="en-US" err="1"/>
              <a:t>semgrep</a:t>
            </a:r>
            <a:r>
              <a:rPr lang="en-US"/>
              <a:t> --config path/to/rules/ /path/to/code --exclude path/to/exclude/</a:t>
            </a:r>
          </a:p>
          <a:p>
            <a:endParaRPr lang="en-US"/>
          </a:p>
          <a:p>
            <a:r>
              <a:rPr lang="en-US"/>
              <a:t>--include</a:t>
            </a:r>
          </a:p>
          <a:p>
            <a:endParaRPr lang="en-US"/>
          </a:p>
          <a:p>
            <a:r>
              <a:rPr lang="en-US"/>
              <a:t>Only includes specified files or directories for scanning.</a:t>
            </a:r>
          </a:p>
          <a:p>
            <a:r>
              <a:rPr lang="en-US"/>
              <a:t>Example:</a:t>
            </a:r>
          </a:p>
          <a:p>
            <a:r>
              <a:rPr lang="en-US" err="1"/>
              <a:t>semgrep</a:t>
            </a:r>
            <a:r>
              <a:rPr lang="en-US"/>
              <a:t> --config path/to/rules/ /path/to/code --include path/to/include/</a:t>
            </a:r>
          </a:p>
          <a:p>
            <a:endParaRPr lang="en-US"/>
          </a:p>
          <a:p>
            <a:r>
              <a:rPr lang="en-US"/>
              <a:t>--timeout</a:t>
            </a:r>
          </a:p>
          <a:p>
            <a:endParaRPr lang="en-US"/>
          </a:p>
          <a:p>
            <a:r>
              <a:rPr lang="en-US"/>
              <a:t>Sets the maximum time (in seconds) for each rule to run.</a:t>
            </a:r>
          </a:p>
          <a:p>
            <a:r>
              <a:rPr lang="en-US"/>
              <a:t>Example:</a:t>
            </a:r>
          </a:p>
          <a:p>
            <a:r>
              <a:rPr lang="en-US" err="1"/>
              <a:t>semgrep</a:t>
            </a:r>
            <a:r>
              <a:rPr lang="en-US"/>
              <a:t> --config path/to/rules/ /path/to/code --timeout 30</a:t>
            </a:r>
          </a:p>
          <a:p>
            <a:endParaRPr lang="en-US"/>
          </a:p>
          <a:p>
            <a:r>
              <a:rPr lang="en-US"/>
              <a:t>--metrics</a:t>
            </a:r>
          </a:p>
          <a:p>
            <a:endParaRPr lang="en-US"/>
          </a:p>
          <a:p>
            <a:r>
              <a:rPr lang="en-US"/>
              <a:t>Enables or disables metrics reporting.</a:t>
            </a:r>
          </a:p>
          <a:p>
            <a:r>
              <a:rPr lang="en-US"/>
              <a:t>Example:</a:t>
            </a:r>
          </a:p>
          <a:p>
            <a:r>
              <a:rPr lang="en-US" err="1"/>
              <a:t>semgrep</a:t>
            </a:r>
            <a:r>
              <a:rPr lang="en-US"/>
              <a:t> --config path/to/rules/ /path/to/code --metrics off</a:t>
            </a:r>
          </a:p>
          <a:p>
            <a:endParaRPr lang="en-US"/>
          </a:p>
          <a:p>
            <a:r>
              <a:rPr lang="en-US"/>
              <a:t>--no-git-ignore</a:t>
            </a:r>
          </a:p>
          <a:p>
            <a:endParaRPr lang="en-US"/>
          </a:p>
          <a:p>
            <a:r>
              <a:rPr lang="en-US"/>
              <a:t>Ignores the .</a:t>
            </a:r>
            <a:r>
              <a:rPr lang="en-US" err="1"/>
              <a:t>gitignore</a:t>
            </a:r>
            <a:r>
              <a:rPr lang="en-US"/>
              <a:t> file and scans all files.</a:t>
            </a:r>
          </a:p>
          <a:p>
            <a:r>
              <a:rPr lang="en-US"/>
              <a:t>Example:</a:t>
            </a:r>
          </a:p>
          <a:p>
            <a:r>
              <a:rPr lang="en-US" err="1"/>
              <a:t>semgrep</a:t>
            </a:r>
            <a:r>
              <a:rPr lang="en-US"/>
              <a:t> --config path/to/rules/ /path/to/code --no-git-ignore</a:t>
            </a:r>
          </a:p>
          <a:p>
            <a:endParaRPr lang="en-US"/>
          </a:p>
          <a:p>
            <a:r>
              <a:rPr lang="en-US"/>
              <a:t>--severity</a:t>
            </a:r>
          </a:p>
          <a:p>
            <a:endParaRPr lang="en-US"/>
          </a:p>
          <a:p>
            <a:r>
              <a:rPr lang="en-US"/>
              <a:t>Filters findings by severity level (INFO, WARNING, ERROR).</a:t>
            </a:r>
          </a:p>
          <a:p>
            <a:r>
              <a:rPr lang="en-US"/>
              <a:t>Example:</a:t>
            </a:r>
          </a:p>
          <a:p>
            <a:r>
              <a:rPr lang="en-US" err="1"/>
              <a:t>semgrep</a:t>
            </a:r>
            <a:r>
              <a:rPr lang="en-US"/>
              <a:t> --config path/to/rules/ /path/to/code --severity ERROR</a:t>
            </a:r>
          </a:p>
          <a:p>
            <a:endParaRPr lang="en-US"/>
          </a:p>
          <a:p>
            <a:r>
              <a:rPr lang="en-US"/>
              <a:t>--error</a:t>
            </a:r>
          </a:p>
          <a:p>
            <a:endParaRPr lang="en-US"/>
          </a:p>
          <a:p>
            <a:r>
              <a:rPr lang="en-US"/>
              <a:t>Treats findings as errors and exits with a non-zero status code.</a:t>
            </a:r>
          </a:p>
          <a:p>
            <a:r>
              <a:rPr lang="en-US"/>
              <a:t>Example:</a:t>
            </a:r>
          </a:p>
          <a:p>
            <a:r>
              <a:rPr lang="en-US" err="1"/>
              <a:t>semgrep</a:t>
            </a:r>
            <a:r>
              <a:rPr lang="en-US"/>
              <a:t> --config path/to/rules/ /path/to/code --error</a:t>
            </a:r>
          </a:p>
          <a:p>
            <a:endParaRPr lang="en-US"/>
          </a:p>
          <a:p>
            <a:r>
              <a:rPr lang="en-US"/>
              <a:t>--test</a:t>
            </a:r>
          </a:p>
          <a:p>
            <a:endParaRPr lang="en-US"/>
          </a:p>
          <a:p>
            <a:r>
              <a:rPr lang="en-US"/>
              <a:t>Validates the rules without running them on the target code.</a:t>
            </a:r>
          </a:p>
          <a:p>
            <a:r>
              <a:rPr lang="en-US"/>
              <a:t>Example:</a:t>
            </a:r>
          </a:p>
          <a:p>
            <a:r>
              <a:rPr lang="en-US" err="1"/>
              <a:t>semgrep</a:t>
            </a:r>
            <a:r>
              <a:rPr lang="en-US"/>
              <a:t> --config path/to/rules/ --test</a:t>
            </a:r>
          </a:p>
          <a:p>
            <a:endParaRPr lang="en-US"/>
          </a:p>
          <a:p>
            <a:r>
              <a:rPr lang="en-US"/>
              <a:t>--quiet</a:t>
            </a:r>
          </a:p>
          <a:p>
            <a:endParaRPr lang="en-US"/>
          </a:p>
          <a:p>
            <a:r>
              <a:rPr lang="en-US"/>
              <a:t>Suppresses output, only showing errors.</a:t>
            </a:r>
          </a:p>
          <a:p>
            <a:r>
              <a:rPr lang="en-US"/>
              <a:t>Example:</a:t>
            </a:r>
          </a:p>
          <a:p>
            <a:r>
              <a:rPr lang="en-US" err="1"/>
              <a:t>semgrep</a:t>
            </a:r>
            <a:r>
              <a:rPr lang="en-US"/>
              <a:t> --config path/to/rules/ /path/to/code --quiet</a:t>
            </a:r>
          </a:p>
          <a:p>
            <a:endParaRPr lang="en-US"/>
          </a:p>
          <a:p>
            <a:r>
              <a:rPr lang="en-US"/>
              <a:t>--</a:t>
            </a:r>
            <a:r>
              <a:rPr lang="en-US" err="1"/>
              <a:t>json</a:t>
            </a:r>
            <a:endParaRPr lang="en-US"/>
          </a:p>
          <a:p>
            <a:endParaRPr lang="en-US"/>
          </a:p>
          <a:p>
            <a:r>
              <a:rPr lang="en-US"/>
              <a:t>Outputs results in JSON format.</a:t>
            </a:r>
          </a:p>
          <a:p>
            <a:r>
              <a:rPr lang="en-US"/>
              <a:t>Example:</a:t>
            </a:r>
          </a:p>
          <a:p>
            <a:r>
              <a:rPr lang="en-US" err="1"/>
              <a:t>semgrep</a:t>
            </a:r>
            <a:r>
              <a:rPr lang="en-US"/>
              <a:t> --config path/to/rules/ /path/to/code --</a:t>
            </a:r>
            <a:r>
              <a:rPr lang="en-US" err="1"/>
              <a:t>json</a:t>
            </a:r>
            <a:endParaRPr lang="en-US"/>
          </a:p>
          <a:p>
            <a:endParaRPr lang="en-US"/>
          </a:p>
          <a:p>
            <a:r>
              <a:rPr lang="en-US"/>
              <a:t>--</a:t>
            </a:r>
            <a:r>
              <a:rPr lang="en-US" err="1"/>
              <a:t>sarif</a:t>
            </a:r>
            <a:endParaRPr lang="en-US"/>
          </a:p>
          <a:p>
            <a:endParaRPr lang="en-US"/>
          </a:p>
          <a:p>
            <a:r>
              <a:rPr lang="en-US"/>
              <a:t>Outputs results in SARIF format (Static Analysis Results Interchange Format).</a:t>
            </a:r>
          </a:p>
          <a:p>
            <a:r>
              <a:rPr lang="en-US"/>
              <a:t>Example:</a:t>
            </a:r>
          </a:p>
          <a:p>
            <a:r>
              <a:rPr lang="en-US" err="1"/>
              <a:t>semgrep</a:t>
            </a:r>
            <a:r>
              <a:rPr lang="en-US"/>
              <a:t> --config path/to/rules/ /path/to/code --</a:t>
            </a:r>
            <a:r>
              <a:rPr lang="en-US" err="1"/>
              <a:t>sarif</a:t>
            </a:r>
            <a:endParaRPr lang="en-US"/>
          </a:p>
          <a:p>
            <a:endParaRPr lang="en-US"/>
          </a:p>
          <a:p>
            <a:r>
              <a:rPr lang="en-US"/>
              <a:t>--strict</a:t>
            </a:r>
          </a:p>
          <a:p>
            <a:endParaRPr lang="en-US"/>
          </a:p>
          <a:p>
            <a:r>
              <a:rPr lang="en-US"/>
              <a:t>Exits with an error if any rule fails to run.</a:t>
            </a:r>
          </a:p>
          <a:p>
            <a:r>
              <a:rPr lang="en-US"/>
              <a:t>Example:</a:t>
            </a:r>
          </a:p>
          <a:p>
            <a:r>
              <a:rPr lang="en-US" err="1"/>
              <a:t>semgrep</a:t>
            </a:r>
            <a:r>
              <a:rPr lang="en-US"/>
              <a:t> --config path/to/rules/ /path/to/code --strict</a:t>
            </a:r>
          </a:p>
          <a:p>
            <a:endParaRPr lang="en-US"/>
          </a:p>
          <a:p>
            <a:r>
              <a:rPr lang="en-US"/>
              <a:t>--baseline-include</a:t>
            </a:r>
          </a:p>
          <a:p>
            <a:endParaRPr lang="en-US"/>
          </a:p>
          <a:p>
            <a:r>
              <a:rPr lang="en-US"/>
              <a:t>Compares the results against a baseline and only reports new findings.</a:t>
            </a:r>
          </a:p>
          <a:p>
            <a:r>
              <a:rPr lang="en-US"/>
              <a:t>Example:</a:t>
            </a:r>
          </a:p>
          <a:p>
            <a:r>
              <a:rPr lang="en-US" err="1"/>
              <a:t>semgrep</a:t>
            </a:r>
            <a:r>
              <a:rPr lang="en-US"/>
              <a:t> --config path/to/rules/ /path/to/code --baseline-include </a:t>
            </a:r>
            <a:r>
              <a:rPr lang="en-US" err="1"/>
              <a:t>baseline.json</a:t>
            </a:r>
            <a:endParaRPr lang="en-US"/>
          </a:p>
          <a:p>
            <a:endParaRPr lang="en-US"/>
          </a:p>
          <a:p>
            <a:endParaRPr lang="en-US"/>
          </a:p>
          <a:p>
            <a:r>
              <a:rPr lang="en-US"/>
              <a:t>Example Usage</a:t>
            </a:r>
          </a:p>
          <a:p>
            <a:r>
              <a:rPr lang="en-US"/>
              <a:t>Combining multiple options in a Semgrep command:</a:t>
            </a:r>
          </a:p>
          <a:p>
            <a:endParaRPr lang="en-US"/>
          </a:p>
          <a:p>
            <a:r>
              <a:rPr lang="en-US" err="1"/>
              <a:t>semgrep</a:t>
            </a:r>
            <a:r>
              <a:rPr lang="en-US"/>
              <a:t> --config path/to/rules/ --include </a:t>
            </a:r>
            <a:r>
              <a:rPr lang="en-US" err="1"/>
              <a:t>src</a:t>
            </a:r>
            <a:r>
              <a:rPr lang="en-US"/>
              <a:t>/ --exclude tests/ --output </a:t>
            </a:r>
            <a:r>
              <a:rPr lang="en-US" err="1"/>
              <a:t>results.json</a:t>
            </a:r>
            <a:r>
              <a:rPr lang="en-US"/>
              <a:t> --</a:t>
            </a:r>
            <a:r>
              <a:rPr lang="en-US" err="1"/>
              <a:t>json</a:t>
            </a:r>
            <a:r>
              <a:rPr lang="en-US"/>
              <a:t> --timeout 30 /path/to/code</a:t>
            </a:r>
          </a:p>
          <a:p>
            <a:endParaRPr lang="en-US"/>
          </a:p>
          <a:p>
            <a:r>
              <a:rPr lang="en-US"/>
              <a:t>This command will:</a:t>
            </a:r>
          </a:p>
          <a:p>
            <a:endParaRPr lang="en-US"/>
          </a:p>
          <a:p>
            <a:r>
              <a:rPr lang="en-US"/>
              <a:t>Use the rules in path/to/rules/.</a:t>
            </a:r>
          </a:p>
          <a:p>
            <a:r>
              <a:rPr lang="en-US"/>
              <a:t>Scan only the </a:t>
            </a:r>
            <a:r>
              <a:rPr lang="en-US" err="1"/>
              <a:t>src</a:t>
            </a:r>
            <a:r>
              <a:rPr lang="en-US"/>
              <a:t>/ directory, excluding the tests/ directory.</a:t>
            </a:r>
          </a:p>
          <a:p>
            <a:r>
              <a:rPr lang="en-US"/>
              <a:t>Output the results in JSON format to </a:t>
            </a:r>
            <a:r>
              <a:rPr lang="en-US" err="1"/>
              <a:t>results.json</a:t>
            </a:r>
            <a:r>
              <a:rPr lang="en-US"/>
              <a:t>.</a:t>
            </a:r>
          </a:p>
          <a:p>
            <a:r>
              <a:rPr lang="en-US"/>
              <a:t>Set a timeout of 30 seconds per rule.</a:t>
            </a:r>
          </a:p>
          <a:p>
            <a:r>
              <a:rPr lang="en-US"/>
              <a:t>These options provide flexibility and control over how Semgrep scans and reports on your codebase using local signatures.</a:t>
            </a:r>
          </a:p>
        </p:txBody>
      </p:sp>
      <p:sp>
        <p:nvSpPr>
          <p:cNvPr id="4" name="Slide Number Placeholder 3"/>
          <p:cNvSpPr>
            <a:spLocks noGrp="1"/>
          </p:cNvSpPr>
          <p:nvPr>
            <p:ph type="sldNum" sz="quarter" idx="5"/>
          </p:nvPr>
        </p:nvSpPr>
        <p:spPr/>
        <p:txBody>
          <a:bodyPr/>
          <a:lstStyle/>
          <a:p>
            <a:fld id="{40F9C0D5-F939-E849-9736-3BBBCEEAC206}" type="slidenum">
              <a:rPr lang="en-US" smtClean="0"/>
              <a:t>12</a:t>
            </a:fld>
            <a:endParaRPr lang="en-US"/>
          </a:p>
        </p:txBody>
      </p:sp>
    </p:spTree>
    <p:extLst>
      <p:ext uri="{BB962C8B-B14F-4D97-AF65-F5344CB8AC3E}">
        <p14:creationId xmlns:p14="http://schemas.microsoft.com/office/powerpoint/2010/main" val="411196596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0F9C0D5-F939-E849-9736-3BBBCEEAC206}" type="slidenum">
              <a:rPr lang="en-US" smtClean="0"/>
              <a:t>13</a:t>
            </a:fld>
            <a:endParaRPr lang="en-US"/>
          </a:p>
        </p:txBody>
      </p:sp>
    </p:spTree>
    <p:extLst>
      <p:ext uri="{BB962C8B-B14F-4D97-AF65-F5344CB8AC3E}">
        <p14:creationId xmlns:p14="http://schemas.microsoft.com/office/powerpoint/2010/main" val="37076794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0F9C0D5-F939-E849-9736-3BBBCEEAC206}" type="slidenum">
              <a:rPr lang="en-US" smtClean="0"/>
              <a:t>15</a:t>
            </a:fld>
            <a:endParaRPr lang="en-US"/>
          </a:p>
        </p:txBody>
      </p:sp>
    </p:spTree>
    <p:extLst>
      <p:ext uri="{BB962C8B-B14F-4D97-AF65-F5344CB8AC3E}">
        <p14:creationId xmlns:p14="http://schemas.microsoft.com/office/powerpoint/2010/main" val="370429989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i="1">
                <a:solidFill>
                  <a:schemeClr val="bg1"/>
                </a:solidFill>
              </a:rPr>
              <a:t>A </a:t>
            </a:r>
            <a:r>
              <a:rPr lang="en-US" sz="1200" i="1" u="sng">
                <a:solidFill>
                  <a:schemeClr val="bg1"/>
                </a:solidFill>
              </a:rPr>
              <a:t>rule is a specification of the patterns</a:t>
            </a:r>
            <a:r>
              <a:rPr lang="en-US" sz="1200" i="1">
                <a:solidFill>
                  <a:schemeClr val="bg1"/>
                </a:solidFill>
              </a:rPr>
              <a:t> </a:t>
            </a:r>
            <a:r>
              <a:rPr lang="en-US" sz="1200">
                <a:solidFill>
                  <a:schemeClr val="bg1"/>
                </a:solidFill>
              </a:rPr>
              <a:t>that Semgrep must match to the code to generate a finding.</a:t>
            </a:r>
          </a:p>
          <a:p>
            <a:endParaRPr lang="en-US"/>
          </a:p>
          <a:p>
            <a:r>
              <a:rPr lang="en-US"/>
              <a:t>These rules are written in YAML</a:t>
            </a:r>
          </a:p>
          <a:p>
            <a:endParaRPr lang="en-US"/>
          </a:p>
          <a:p>
            <a:r>
              <a:rPr lang="en-US"/>
              <a:t>Semgrep supports wide range of languages such as Python, C#, JavaScript, Go so on</a:t>
            </a:r>
          </a:p>
          <a:p>
            <a:endParaRPr lang="en-US"/>
          </a:p>
          <a:p>
            <a:r>
              <a:rPr lang="en-US"/>
              <a:t>Semgrep also has multiple modes</a:t>
            </a:r>
          </a:p>
          <a:p>
            <a:r>
              <a:rPr lang="en-US"/>
              <a:t>Search is the default mode. Taint mode runs taint analysis, Join mode is an experimental feature and Extract mode is deprecated.</a:t>
            </a:r>
          </a:p>
        </p:txBody>
      </p:sp>
      <p:sp>
        <p:nvSpPr>
          <p:cNvPr id="4" name="Slide Number Placeholder 3"/>
          <p:cNvSpPr>
            <a:spLocks noGrp="1"/>
          </p:cNvSpPr>
          <p:nvPr>
            <p:ph type="sldNum" sz="quarter" idx="5"/>
          </p:nvPr>
        </p:nvSpPr>
        <p:spPr/>
        <p:txBody>
          <a:bodyPr/>
          <a:lstStyle/>
          <a:p>
            <a:fld id="{40F9C0D5-F939-E849-9736-3BBBCEEAC206}" type="slidenum">
              <a:rPr lang="en-US" smtClean="0"/>
              <a:t>16</a:t>
            </a:fld>
            <a:endParaRPr lang="en-US"/>
          </a:p>
        </p:txBody>
      </p:sp>
    </p:spTree>
    <p:extLst>
      <p:ext uri="{BB962C8B-B14F-4D97-AF65-F5344CB8AC3E}">
        <p14:creationId xmlns:p14="http://schemas.microsoft.com/office/powerpoint/2010/main" val="87079523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table shows the required fields in a Semgrep rule. For a given rule</a:t>
            </a:r>
          </a:p>
          <a:p>
            <a:r>
              <a:rPr lang="en-US"/>
              <a:t>id, message, severity, language and one of the patterns are required fields</a:t>
            </a:r>
          </a:p>
        </p:txBody>
      </p:sp>
      <p:sp>
        <p:nvSpPr>
          <p:cNvPr id="4" name="Slide Number Placeholder 3"/>
          <p:cNvSpPr>
            <a:spLocks noGrp="1"/>
          </p:cNvSpPr>
          <p:nvPr>
            <p:ph type="sldNum" sz="quarter" idx="5"/>
          </p:nvPr>
        </p:nvSpPr>
        <p:spPr/>
        <p:txBody>
          <a:bodyPr/>
          <a:lstStyle/>
          <a:p>
            <a:fld id="{40F9C0D5-F939-E849-9736-3BBBCEEAC206}" type="slidenum">
              <a:rPr lang="en-US" smtClean="0"/>
              <a:t>17</a:t>
            </a:fld>
            <a:endParaRPr lang="en-US"/>
          </a:p>
        </p:txBody>
      </p:sp>
    </p:spTree>
    <p:extLst>
      <p:ext uri="{BB962C8B-B14F-4D97-AF65-F5344CB8AC3E}">
        <p14:creationId xmlns:p14="http://schemas.microsoft.com/office/powerpoint/2010/main" val="271637018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 rule can also have some optional fields such as options, metadata, fields for versioning. </a:t>
            </a:r>
          </a:p>
          <a:p>
            <a:endParaRPr lang="en-US"/>
          </a:p>
          <a:p>
            <a:r>
              <a:rPr lang="en-US"/>
              <a:t>Some optional fields in patterns</a:t>
            </a:r>
          </a:p>
        </p:txBody>
      </p:sp>
      <p:sp>
        <p:nvSpPr>
          <p:cNvPr id="4" name="Slide Number Placeholder 3"/>
          <p:cNvSpPr>
            <a:spLocks noGrp="1"/>
          </p:cNvSpPr>
          <p:nvPr>
            <p:ph type="sldNum" sz="quarter" idx="5"/>
          </p:nvPr>
        </p:nvSpPr>
        <p:spPr/>
        <p:txBody>
          <a:bodyPr/>
          <a:lstStyle/>
          <a:p>
            <a:fld id="{40F9C0D5-F939-E849-9736-3BBBCEEAC206}" type="slidenum">
              <a:rPr lang="en-US" smtClean="0"/>
              <a:t>18</a:t>
            </a:fld>
            <a:endParaRPr lang="en-US"/>
          </a:p>
        </p:txBody>
      </p:sp>
    </p:spTree>
    <p:extLst>
      <p:ext uri="{BB962C8B-B14F-4D97-AF65-F5344CB8AC3E}">
        <p14:creationId xmlns:p14="http://schemas.microsoft.com/office/powerpoint/2010/main" val="425308007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Here is a simple Semgrep rule that shows the required fields and optional fields</a:t>
            </a:r>
          </a:p>
        </p:txBody>
      </p:sp>
      <p:sp>
        <p:nvSpPr>
          <p:cNvPr id="4" name="Slide Number Placeholder 3"/>
          <p:cNvSpPr>
            <a:spLocks noGrp="1"/>
          </p:cNvSpPr>
          <p:nvPr>
            <p:ph type="sldNum" sz="quarter" idx="5"/>
          </p:nvPr>
        </p:nvSpPr>
        <p:spPr/>
        <p:txBody>
          <a:bodyPr/>
          <a:lstStyle/>
          <a:p>
            <a:fld id="{40F9C0D5-F939-E849-9736-3BBBCEEAC206}" type="slidenum">
              <a:rPr lang="en-US" smtClean="0"/>
              <a:t>19</a:t>
            </a:fld>
            <a:endParaRPr lang="en-US"/>
          </a:p>
        </p:txBody>
      </p:sp>
    </p:spTree>
    <p:extLst>
      <p:ext uri="{BB962C8B-B14F-4D97-AF65-F5344CB8AC3E}">
        <p14:creationId xmlns:p14="http://schemas.microsoft.com/office/powerpoint/2010/main" val="28064136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Pattern Syntax in Semgrep.</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p>
          <a:p>
            <a:pPr marL="0" marR="0" lvl="0" indent="0" algn="l" defTabSz="914400" rtl="0" eaLnBrk="1" fontAlgn="auto" latinLnBrk="0" hangingPunct="1">
              <a:lnSpc>
                <a:spcPct val="100000"/>
              </a:lnSpc>
              <a:spcBef>
                <a:spcPts val="0"/>
              </a:spcBef>
              <a:spcAft>
                <a:spcPts val="0"/>
              </a:spcAft>
              <a:buClrTx/>
              <a:buSzTx/>
              <a:buFontTx/>
              <a:buNone/>
              <a:tabLst/>
              <a:defRPr/>
            </a:pPr>
            <a:r>
              <a:rPr lang="en-US"/>
              <a:t>There are two important operators in Semgrep. Ellipsis &amp; Metavariables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p>
          <a:p>
            <a:pPr marL="0" marR="0" lvl="0" indent="0" algn="l" defTabSz="914400" rtl="0" eaLnBrk="1" fontAlgn="auto" latinLnBrk="0" hangingPunct="1">
              <a:lnSpc>
                <a:spcPct val="100000"/>
              </a:lnSpc>
              <a:spcBef>
                <a:spcPts val="0"/>
              </a:spcBef>
              <a:spcAft>
                <a:spcPts val="0"/>
              </a:spcAft>
              <a:buClrTx/>
              <a:buSzTx/>
              <a:buFontTx/>
              <a:buNone/>
              <a:tabLst/>
              <a:defRPr/>
            </a:pPr>
            <a:r>
              <a:rPr lang="en-US"/>
              <a:t>Ellipsis &amp; Metavariables are used to abstract away some chunks of code. </a:t>
            </a:r>
            <a:br>
              <a:rPr lang="en-US"/>
            </a:br>
            <a:br>
              <a:rPr lang="en-US"/>
            </a:br>
            <a:r>
              <a:rPr lang="en-US"/>
              <a:t>These are two important operators to write an effective Semgrep rule</a:t>
            </a:r>
          </a:p>
          <a:p>
            <a:endParaRPr lang="en-US"/>
          </a:p>
        </p:txBody>
      </p:sp>
      <p:sp>
        <p:nvSpPr>
          <p:cNvPr id="4" name="Slide Number Placeholder 3"/>
          <p:cNvSpPr>
            <a:spLocks noGrp="1"/>
          </p:cNvSpPr>
          <p:nvPr>
            <p:ph type="sldNum" sz="quarter" idx="5"/>
          </p:nvPr>
        </p:nvSpPr>
        <p:spPr/>
        <p:txBody>
          <a:bodyPr/>
          <a:lstStyle/>
          <a:p>
            <a:fld id="{40F9C0D5-F939-E849-9736-3BBBCEEAC206}" type="slidenum">
              <a:rPr lang="en-US" smtClean="0"/>
              <a:t>20</a:t>
            </a:fld>
            <a:endParaRPr lang="en-US"/>
          </a:p>
        </p:txBody>
      </p:sp>
    </p:spTree>
    <p:extLst>
      <p:ext uri="{BB962C8B-B14F-4D97-AF65-F5344CB8AC3E}">
        <p14:creationId xmlns:p14="http://schemas.microsoft.com/office/powerpoint/2010/main" val="91465458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US" b="0" i="0">
                <a:solidFill>
                  <a:srgbClr val="1C1E21"/>
                </a:solidFill>
                <a:effectLst/>
                <a:latin typeface="Inter"/>
              </a:rPr>
              <a:t>The ... ellipsis operator abstracts away a sequence of zero or more items such as arguments, statements, parameters, fields, characters.</a:t>
            </a:r>
          </a:p>
          <a:p>
            <a:pPr algn="l"/>
            <a:r>
              <a:rPr lang="en-US" b="0" i="0">
                <a:solidFill>
                  <a:srgbClr val="1C1E21"/>
                </a:solidFill>
                <a:effectLst/>
                <a:latin typeface="Inter"/>
              </a:rPr>
              <a:t>The ... ellipsis can also match any single item that is not part of a sequence when the context allows it.</a:t>
            </a:r>
          </a:p>
          <a:p>
            <a:pPr algn="l"/>
            <a:endParaRPr lang="en-US" b="0" i="0">
              <a:solidFill>
                <a:srgbClr val="1C1E21"/>
              </a:solidFill>
              <a:effectLst/>
              <a:latin typeface="Inter"/>
            </a:endParaRPr>
          </a:p>
          <a:p>
            <a:pPr algn="l"/>
            <a:r>
              <a:rPr lang="en-US" b="0" i="0">
                <a:solidFill>
                  <a:srgbClr val="1C1E21"/>
                </a:solidFill>
                <a:effectLst/>
                <a:latin typeface="Inter"/>
              </a:rPr>
              <a:t>Exercise: https://github.com/django/django/blob/main/django/urls/base.py</a:t>
            </a:r>
          </a:p>
        </p:txBody>
      </p:sp>
      <p:sp>
        <p:nvSpPr>
          <p:cNvPr id="4" name="Slide Number Placeholder 3"/>
          <p:cNvSpPr>
            <a:spLocks noGrp="1"/>
          </p:cNvSpPr>
          <p:nvPr>
            <p:ph type="sldNum" sz="quarter" idx="5"/>
          </p:nvPr>
        </p:nvSpPr>
        <p:spPr/>
        <p:txBody>
          <a:bodyPr/>
          <a:lstStyle/>
          <a:p>
            <a:fld id="{40F9C0D5-F939-E849-9736-3BBBCEEAC206}" type="slidenum">
              <a:rPr lang="en-US" smtClean="0"/>
              <a:t>21</a:t>
            </a:fld>
            <a:endParaRPr lang="en-US"/>
          </a:p>
        </p:txBody>
      </p:sp>
    </p:spTree>
    <p:extLst>
      <p:ext uri="{BB962C8B-B14F-4D97-AF65-F5344CB8AC3E}">
        <p14:creationId xmlns:p14="http://schemas.microsoft.com/office/powerpoint/2010/main" val="147962414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7F3B7E-1658-8F00-98C8-1061549B12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0CDAE2F-F596-BD06-4789-2112FEECAA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B375E7-C805-3B64-816E-7F422508D023}"/>
              </a:ext>
            </a:extLst>
          </p:cNvPr>
          <p:cNvSpPr>
            <a:spLocks noGrp="1"/>
          </p:cNvSpPr>
          <p:nvPr>
            <p:ph type="body" idx="1"/>
          </p:nvPr>
        </p:nvSpPr>
        <p:spPr/>
        <p:txBody>
          <a:bodyPr/>
          <a:lstStyle/>
          <a:p>
            <a:pPr algn="l"/>
            <a:endParaRPr lang="en-US" b="0" i="0">
              <a:solidFill>
                <a:srgbClr val="1C1E21"/>
              </a:solidFill>
              <a:effectLst/>
              <a:latin typeface="Inter"/>
            </a:endParaRPr>
          </a:p>
        </p:txBody>
      </p:sp>
      <p:sp>
        <p:nvSpPr>
          <p:cNvPr id="4" name="Slide Number Placeholder 3">
            <a:extLst>
              <a:ext uri="{FF2B5EF4-FFF2-40B4-BE49-F238E27FC236}">
                <a16:creationId xmlns:a16="http://schemas.microsoft.com/office/drawing/2014/main" id="{7E04E719-7CEC-D15C-68C1-F872FAD12FB0}"/>
              </a:ext>
            </a:extLst>
          </p:cNvPr>
          <p:cNvSpPr>
            <a:spLocks noGrp="1"/>
          </p:cNvSpPr>
          <p:nvPr>
            <p:ph type="sldNum" sz="quarter" idx="5"/>
          </p:nvPr>
        </p:nvSpPr>
        <p:spPr/>
        <p:txBody>
          <a:bodyPr/>
          <a:lstStyle/>
          <a:p>
            <a:fld id="{40F9C0D5-F939-E849-9736-3BBBCEEAC206}" type="slidenum">
              <a:rPr lang="en-US" smtClean="0"/>
              <a:t>22</a:t>
            </a:fld>
            <a:endParaRPr lang="en-US"/>
          </a:p>
        </p:txBody>
      </p:sp>
    </p:spTree>
    <p:extLst>
      <p:ext uri="{BB962C8B-B14F-4D97-AF65-F5344CB8AC3E}">
        <p14:creationId xmlns:p14="http://schemas.microsoft.com/office/powerpoint/2010/main" val="247478822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3F70CF-A341-82DE-4748-7F4A0719F69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40C5578-D6D5-333E-0C82-D5ECBF07034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7CE921-B966-1CC9-C600-5D0F0A3BA8F8}"/>
              </a:ext>
            </a:extLst>
          </p:cNvPr>
          <p:cNvSpPr>
            <a:spLocks noGrp="1"/>
          </p:cNvSpPr>
          <p:nvPr>
            <p:ph type="body" idx="1"/>
          </p:nvPr>
        </p:nvSpPr>
        <p:spPr/>
        <p:txBody>
          <a:bodyPr/>
          <a:lstStyle/>
          <a:p>
            <a:pPr algn="l"/>
            <a:endParaRPr lang="en-US" b="0" i="0">
              <a:solidFill>
                <a:srgbClr val="1C1E21"/>
              </a:solidFill>
              <a:effectLst/>
              <a:latin typeface="Inter"/>
            </a:endParaRPr>
          </a:p>
        </p:txBody>
      </p:sp>
      <p:sp>
        <p:nvSpPr>
          <p:cNvPr id="4" name="Slide Number Placeholder 3">
            <a:extLst>
              <a:ext uri="{FF2B5EF4-FFF2-40B4-BE49-F238E27FC236}">
                <a16:creationId xmlns:a16="http://schemas.microsoft.com/office/drawing/2014/main" id="{C139FB05-F9DA-6C8F-13C1-91FF7AEC3095}"/>
              </a:ext>
            </a:extLst>
          </p:cNvPr>
          <p:cNvSpPr>
            <a:spLocks noGrp="1"/>
          </p:cNvSpPr>
          <p:nvPr>
            <p:ph type="sldNum" sz="quarter" idx="5"/>
          </p:nvPr>
        </p:nvSpPr>
        <p:spPr/>
        <p:txBody>
          <a:bodyPr/>
          <a:lstStyle/>
          <a:p>
            <a:fld id="{40F9C0D5-F939-E849-9736-3BBBCEEAC206}" type="slidenum">
              <a:rPr lang="en-US" smtClean="0"/>
              <a:t>23</a:t>
            </a:fld>
            <a:endParaRPr lang="en-US"/>
          </a:p>
        </p:txBody>
      </p:sp>
    </p:spTree>
    <p:extLst>
      <p:ext uri="{BB962C8B-B14F-4D97-AF65-F5344CB8AC3E}">
        <p14:creationId xmlns:p14="http://schemas.microsoft.com/office/powerpoint/2010/main" val="262142989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1" u="sng">
                <a:solidFill>
                  <a:srgbClr val="1C1E21"/>
                </a:solidFill>
                <a:effectLst/>
                <a:latin typeface="Inter"/>
              </a:rPr>
              <a:t>Metavariables are an abstraction to match code </a:t>
            </a:r>
            <a:r>
              <a:rPr lang="en-US" b="0" i="0">
                <a:solidFill>
                  <a:srgbClr val="1C1E21"/>
                </a:solidFill>
                <a:effectLst/>
                <a:latin typeface="Inter"/>
              </a:rPr>
              <a:t>when you don’t know the value or contents ahead of time</a:t>
            </a:r>
          </a:p>
          <a:p>
            <a:endParaRPr lang="en-US" b="0" i="0">
              <a:solidFill>
                <a:srgbClr val="1C1E21"/>
              </a:solidFill>
              <a:effectLst/>
              <a:latin typeface="Inter"/>
            </a:endParaRPr>
          </a:p>
          <a:p>
            <a:endParaRPr lang="en-US" b="0" i="0">
              <a:solidFill>
                <a:srgbClr val="1C1E21"/>
              </a:solidFill>
              <a:effectLst/>
              <a:latin typeface="Inter"/>
            </a:endParaRPr>
          </a:p>
          <a:p>
            <a:r>
              <a:rPr lang="en-US" b="0" i="0">
                <a:solidFill>
                  <a:srgbClr val="1C1E21"/>
                </a:solidFill>
                <a:effectLst/>
                <a:latin typeface="Inter"/>
              </a:rPr>
              <a:t>They begin with a </a:t>
            </a:r>
            <a:r>
              <a:rPr lang="en-US"/>
              <a:t>$</a:t>
            </a:r>
            <a:r>
              <a:rPr lang="en-US" b="0" i="0">
                <a:solidFill>
                  <a:srgbClr val="1C1E21"/>
                </a:solidFill>
                <a:effectLst/>
                <a:latin typeface="Inter"/>
              </a:rPr>
              <a:t> and can only contain uppercase characters, </a:t>
            </a:r>
            <a:r>
              <a:rPr lang="en-US"/>
              <a:t>_</a:t>
            </a:r>
            <a:r>
              <a:rPr lang="en-US" b="0" i="0">
                <a:solidFill>
                  <a:srgbClr val="1C1E21"/>
                </a:solidFill>
                <a:effectLst/>
                <a:latin typeface="Inter"/>
              </a:rPr>
              <a:t>, or digits.</a:t>
            </a:r>
            <a:endParaRPr lang="en-US"/>
          </a:p>
        </p:txBody>
      </p:sp>
      <p:sp>
        <p:nvSpPr>
          <p:cNvPr id="4" name="Slide Number Placeholder 3"/>
          <p:cNvSpPr>
            <a:spLocks noGrp="1"/>
          </p:cNvSpPr>
          <p:nvPr>
            <p:ph type="sldNum" sz="quarter" idx="5"/>
          </p:nvPr>
        </p:nvSpPr>
        <p:spPr/>
        <p:txBody>
          <a:bodyPr/>
          <a:lstStyle/>
          <a:p>
            <a:fld id="{40F9C0D5-F939-E849-9736-3BBBCEEAC206}" type="slidenum">
              <a:rPr lang="en-US" smtClean="0"/>
              <a:t>24</a:t>
            </a:fld>
            <a:endParaRPr lang="en-US"/>
          </a:p>
        </p:txBody>
      </p:sp>
    </p:spTree>
    <p:extLst>
      <p:ext uri="{BB962C8B-B14F-4D97-AF65-F5344CB8AC3E}">
        <p14:creationId xmlns:p14="http://schemas.microsoft.com/office/powerpoint/2010/main" val="64147877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253258-F4EF-3BE7-76A7-9BF202D82C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BEDCF9-6F4B-A2C9-79C9-8B919CDA94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2C4F0DE-EE70-8F5C-0237-640FDF5FD4DA}"/>
              </a:ext>
            </a:extLst>
          </p:cNvPr>
          <p:cNvSpPr>
            <a:spLocks noGrp="1"/>
          </p:cNvSpPr>
          <p:nvPr>
            <p:ph type="body" idx="1"/>
          </p:nvPr>
        </p:nvSpPr>
        <p:spPr/>
        <p:txBody>
          <a:bodyPr/>
          <a:lstStyle/>
          <a:p>
            <a:pPr algn="l"/>
            <a:endParaRPr lang="en-US" b="0" i="0">
              <a:solidFill>
                <a:srgbClr val="1C1E21"/>
              </a:solidFill>
              <a:effectLst/>
              <a:latin typeface="Inter"/>
            </a:endParaRPr>
          </a:p>
        </p:txBody>
      </p:sp>
      <p:sp>
        <p:nvSpPr>
          <p:cNvPr id="4" name="Slide Number Placeholder 3">
            <a:extLst>
              <a:ext uri="{FF2B5EF4-FFF2-40B4-BE49-F238E27FC236}">
                <a16:creationId xmlns:a16="http://schemas.microsoft.com/office/drawing/2014/main" id="{AB86C3AD-2F27-92E2-90FD-D1C593019273}"/>
              </a:ext>
            </a:extLst>
          </p:cNvPr>
          <p:cNvSpPr>
            <a:spLocks noGrp="1"/>
          </p:cNvSpPr>
          <p:nvPr>
            <p:ph type="sldNum" sz="quarter" idx="5"/>
          </p:nvPr>
        </p:nvSpPr>
        <p:spPr/>
        <p:txBody>
          <a:bodyPr/>
          <a:lstStyle/>
          <a:p>
            <a:fld id="{40F9C0D5-F939-E849-9736-3BBBCEEAC206}" type="slidenum">
              <a:rPr lang="en-US" smtClean="0"/>
              <a:t>25</a:t>
            </a:fld>
            <a:endParaRPr lang="en-US"/>
          </a:p>
        </p:txBody>
      </p:sp>
    </p:spTree>
    <p:extLst>
      <p:ext uri="{BB962C8B-B14F-4D97-AF65-F5344CB8AC3E}">
        <p14:creationId xmlns:p14="http://schemas.microsoft.com/office/powerpoint/2010/main" val="189866548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9AD45E-5CD7-0A2C-E851-DBE7152AA4B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502CF9-2D07-7CA2-E5DD-BA35448907B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C26EB8-A690-E2DE-87F2-A572900B3F3E}"/>
              </a:ext>
            </a:extLst>
          </p:cNvPr>
          <p:cNvSpPr>
            <a:spLocks noGrp="1"/>
          </p:cNvSpPr>
          <p:nvPr>
            <p:ph type="body" idx="1"/>
          </p:nvPr>
        </p:nvSpPr>
        <p:spPr/>
        <p:txBody>
          <a:bodyPr/>
          <a:lstStyle/>
          <a:p>
            <a:pPr algn="l"/>
            <a:endParaRPr lang="en-US" b="0" i="0">
              <a:solidFill>
                <a:srgbClr val="1C1E21"/>
              </a:solidFill>
              <a:effectLst/>
              <a:latin typeface="Inter"/>
            </a:endParaRPr>
          </a:p>
        </p:txBody>
      </p:sp>
      <p:sp>
        <p:nvSpPr>
          <p:cNvPr id="4" name="Slide Number Placeholder 3">
            <a:extLst>
              <a:ext uri="{FF2B5EF4-FFF2-40B4-BE49-F238E27FC236}">
                <a16:creationId xmlns:a16="http://schemas.microsoft.com/office/drawing/2014/main" id="{CA60974F-13FA-5269-5311-B876B28E5D43}"/>
              </a:ext>
            </a:extLst>
          </p:cNvPr>
          <p:cNvSpPr>
            <a:spLocks noGrp="1"/>
          </p:cNvSpPr>
          <p:nvPr>
            <p:ph type="sldNum" sz="quarter" idx="5"/>
          </p:nvPr>
        </p:nvSpPr>
        <p:spPr/>
        <p:txBody>
          <a:bodyPr/>
          <a:lstStyle/>
          <a:p>
            <a:fld id="{40F9C0D5-F939-E849-9736-3BBBCEEAC206}" type="slidenum">
              <a:rPr lang="en-US" smtClean="0"/>
              <a:t>26</a:t>
            </a:fld>
            <a:endParaRPr lang="en-US"/>
          </a:p>
        </p:txBody>
      </p:sp>
    </p:spTree>
    <p:extLst>
      <p:ext uri="{BB962C8B-B14F-4D97-AF65-F5344CB8AC3E}">
        <p14:creationId xmlns:p14="http://schemas.microsoft.com/office/powerpoint/2010/main" val="3045696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Semgrep has a bunch of pattern matching operators we’ll cover a few of them </a:t>
            </a:r>
          </a:p>
          <a:p>
            <a:endParaRPr lang="en-US"/>
          </a:p>
          <a:p>
            <a:endParaRPr lang="en-US"/>
          </a:p>
        </p:txBody>
      </p:sp>
      <p:sp>
        <p:nvSpPr>
          <p:cNvPr id="4" name="Slide Number Placeholder 3"/>
          <p:cNvSpPr>
            <a:spLocks noGrp="1"/>
          </p:cNvSpPr>
          <p:nvPr>
            <p:ph type="sldNum" sz="quarter" idx="5"/>
          </p:nvPr>
        </p:nvSpPr>
        <p:spPr/>
        <p:txBody>
          <a:bodyPr/>
          <a:lstStyle/>
          <a:p>
            <a:fld id="{40F9C0D5-F939-E849-9736-3BBBCEEAC206}" type="slidenum">
              <a:rPr lang="en-US" smtClean="0"/>
              <a:t>27</a:t>
            </a:fld>
            <a:endParaRPr lang="en-US"/>
          </a:p>
        </p:txBody>
      </p:sp>
    </p:spTree>
    <p:extLst>
      <p:ext uri="{BB962C8B-B14F-4D97-AF65-F5344CB8AC3E}">
        <p14:creationId xmlns:p14="http://schemas.microsoft.com/office/powerpoint/2010/main" val="154674911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The </a:t>
            </a:r>
            <a:r>
              <a:rPr lang="en-US" i="1"/>
              <a:t>pattern</a:t>
            </a:r>
            <a:r>
              <a:rPr lang="en-US"/>
              <a:t> operator looks for code matching its expression.</a:t>
            </a:r>
          </a:p>
          <a:p>
            <a:endParaRPr lang="en-US"/>
          </a:p>
        </p:txBody>
      </p:sp>
      <p:sp>
        <p:nvSpPr>
          <p:cNvPr id="4" name="Slide Number Placeholder 3"/>
          <p:cNvSpPr>
            <a:spLocks noGrp="1"/>
          </p:cNvSpPr>
          <p:nvPr>
            <p:ph type="sldNum" sz="quarter" idx="5"/>
          </p:nvPr>
        </p:nvSpPr>
        <p:spPr/>
        <p:txBody>
          <a:bodyPr/>
          <a:lstStyle/>
          <a:p>
            <a:fld id="{40F9C0D5-F939-E849-9736-3BBBCEEAC206}" type="slidenum">
              <a:rPr lang="en-US" smtClean="0"/>
              <a:t>28</a:t>
            </a:fld>
            <a:endParaRPr lang="en-US"/>
          </a:p>
        </p:txBody>
      </p:sp>
    </p:spTree>
    <p:extLst>
      <p:ext uri="{BB962C8B-B14F-4D97-AF65-F5344CB8AC3E}">
        <p14:creationId xmlns:p14="http://schemas.microsoft.com/office/powerpoint/2010/main" val="5441052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patterns operator performs a logical AND operation on one or more child patterns. This is useful for chaining multiple patterns together that all must be true.</a:t>
            </a:r>
          </a:p>
        </p:txBody>
      </p:sp>
      <p:sp>
        <p:nvSpPr>
          <p:cNvPr id="4" name="Slide Number Placeholder 3"/>
          <p:cNvSpPr>
            <a:spLocks noGrp="1"/>
          </p:cNvSpPr>
          <p:nvPr>
            <p:ph type="sldNum" sz="quarter" idx="5"/>
          </p:nvPr>
        </p:nvSpPr>
        <p:spPr/>
        <p:txBody>
          <a:bodyPr/>
          <a:lstStyle/>
          <a:p>
            <a:fld id="{40F9C0D5-F939-E849-9736-3BBBCEEAC206}" type="slidenum">
              <a:rPr lang="en-US" smtClean="0"/>
              <a:t>29</a:t>
            </a:fld>
            <a:endParaRPr lang="en-US"/>
          </a:p>
        </p:txBody>
      </p:sp>
    </p:spTree>
    <p:extLst>
      <p:ext uri="{BB962C8B-B14F-4D97-AF65-F5344CB8AC3E}">
        <p14:creationId xmlns:p14="http://schemas.microsoft.com/office/powerpoint/2010/main" val="33437417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9087EB-68F0-0B6D-A261-A324DB6D91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89B7B4-29CF-8D5B-A5A6-7E7C607BB6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7B81698-B729-E69E-CF7D-BCE709FFA1ED}"/>
              </a:ext>
            </a:extLst>
          </p:cNvPr>
          <p:cNvSpPr>
            <a:spLocks noGrp="1"/>
          </p:cNvSpPr>
          <p:nvPr>
            <p:ph type="body" idx="1"/>
          </p:nvPr>
        </p:nvSpPr>
        <p:spPr/>
        <p:txBody>
          <a:bodyPr/>
          <a:lstStyle/>
          <a:p>
            <a:pPr algn="l"/>
            <a:endParaRPr lang="en-US" b="0" i="0">
              <a:solidFill>
                <a:srgbClr val="1C1E21"/>
              </a:solidFill>
              <a:effectLst/>
              <a:latin typeface="Inter"/>
            </a:endParaRPr>
          </a:p>
        </p:txBody>
      </p:sp>
      <p:sp>
        <p:nvSpPr>
          <p:cNvPr id="4" name="Slide Number Placeholder 3">
            <a:extLst>
              <a:ext uri="{FF2B5EF4-FFF2-40B4-BE49-F238E27FC236}">
                <a16:creationId xmlns:a16="http://schemas.microsoft.com/office/drawing/2014/main" id="{2F4CB18B-6D30-BB01-C249-9739C504AF77}"/>
              </a:ext>
            </a:extLst>
          </p:cNvPr>
          <p:cNvSpPr>
            <a:spLocks noGrp="1"/>
          </p:cNvSpPr>
          <p:nvPr>
            <p:ph type="sldNum" sz="quarter" idx="5"/>
          </p:nvPr>
        </p:nvSpPr>
        <p:spPr/>
        <p:txBody>
          <a:bodyPr/>
          <a:lstStyle/>
          <a:p>
            <a:fld id="{40F9C0D5-F939-E849-9736-3BBBCEEAC206}" type="slidenum">
              <a:rPr lang="en-US" smtClean="0"/>
              <a:t>30</a:t>
            </a:fld>
            <a:endParaRPr lang="en-US"/>
          </a:p>
        </p:txBody>
      </p:sp>
    </p:spTree>
    <p:extLst>
      <p:ext uri="{BB962C8B-B14F-4D97-AF65-F5344CB8AC3E}">
        <p14:creationId xmlns:p14="http://schemas.microsoft.com/office/powerpoint/2010/main" val="78419476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BB390E-304E-53C1-69AC-82BC03071F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E9201F-D466-FC76-3D20-C5B8FC029B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D37E96-F6A0-E488-D78E-DCFDBDEF5B98}"/>
              </a:ext>
            </a:extLst>
          </p:cNvPr>
          <p:cNvSpPr>
            <a:spLocks noGrp="1"/>
          </p:cNvSpPr>
          <p:nvPr>
            <p:ph type="body" idx="1"/>
          </p:nvPr>
        </p:nvSpPr>
        <p:spPr/>
        <p:txBody>
          <a:bodyPr/>
          <a:lstStyle/>
          <a:p>
            <a:pPr algn="l"/>
            <a:endParaRPr lang="en-US" b="0" i="0">
              <a:solidFill>
                <a:srgbClr val="1C1E21"/>
              </a:solidFill>
              <a:effectLst/>
              <a:latin typeface="Inter"/>
            </a:endParaRPr>
          </a:p>
        </p:txBody>
      </p:sp>
      <p:sp>
        <p:nvSpPr>
          <p:cNvPr id="4" name="Slide Number Placeholder 3">
            <a:extLst>
              <a:ext uri="{FF2B5EF4-FFF2-40B4-BE49-F238E27FC236}">
                <a16:creationId xmlns:a16="http://schemas.microsoft.com/office/drawing/2014/main" id="{1DEED2E3-F318-4DCC-724D-87D50849559C}"/>
              </a:ext>
            </a:extLst>
          </p:cNvPr>
          <p:cNvSpPr>
            <a:spLocks noGrp="1"/>
          </p:cNvSpPr>
          <p:nvPr>
            <p:ph type="sldNum" sz="quarter" idx="5"/>
          </p:nvPr>
        </p:nvSpPr>
        <p:spPr/>
        <p:txBody>
          <a:bodyPr/>
          <a:lstStyle/>
          <a:p>
            <a:fld id="{40F9C0D5-F939-E849-9736-3BBBCEEAC206}" type="slidenum">
              <a:rPr lang="en-US" smtClean="0"/>
              <a:t>31</a:t>
            </a:fld>
            <a:endParaRPr lang="en-US"/>
          </a:p>
        </p:txBody>
      </p:sp>
    </p:spTree>
    <p:extLst>
      <p:ext uri="{BB962C8B-B14F-4D97-AF65-F5344CB8AC3E}">
        <p14:creationId xmlns:p14="http://schemas.microsoft.com/office/powerpoint/2010/main" val="71813431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a:solidFill>
                  <a:srgbClr val="1C1E21"/>
                </a:solidFill>
                <a:effectLst/>
                <a:latin typeface="Inter"/>
              </a:rPr>
              <a:t>The </a:t>
            </a:r>
            <a:r>
              <a:rPr lang="en-US"/>
              <a:t>pattern-either</a:t>
            </a:r>
            <a:r>
              <a:rPr lang="en-US" b="0" i="0">
                <a:solidFill>
                  <a:srgbClr val="1C1E21"/>
                </a:solidFill>
                <a:effectLst/>
                <a:latin typeface="Inter"/>
              </a:rPr>
              <a:t> operator performs a logical OR operation on one or more child patterns. This is useful for chaining multiple patterns together where any may be true.</a:t>
            </a:r>
            <a:endParaRPr lang="en-US"/>
          </a:p>
        </p:txBody>
      </p:sp>
      <p:sp>
        <p:nvSpPr>
          <p:cNvPr id="4" name="Slide Number Placeholder 3"/>
          <p:cNvSpPr>
            <a:spLocks noGrp="1"/>
          </p:cNvSpPr>
          <p:nvPr>
            <p:ph type="sldNum" sz="quarter" idx="5"/>
          </p:nvPr>
        </p:nvSpPr>
        <p:spPr/>
        <p:txBody>
          <a:bodyPr/>
          <a:lstStyle/>
          <a:p>
            <a:fld id="{40F9C0D5-F939-E849-9736-3BBBCEEAC206}" type="slidenum">
              <a:rPr lang="en-US" smtClean="0"/>
              <a:t>32</a:t>
            </a:fld>
            <a:endParaRPr lang="en-US"/>
          </a:p>
        </p:txBody>
      </p:sp>
    </p:spTree>
    <p:extLst>
      <p:ext uri="{BB962C8B-B14F-4D97-AF65-F5344CB8AC3E}">
        <p14:creationId xmlns:p14="http://schemas.microsoft.com/office/powerpoint/2010/main" val="290092182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CFF708-B4C4-9C59-3D29-3746E1CE34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2C492E6-3A31-D91C-D369-4829DF3367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7EF42CA-9764-3EE5-AEB1-06823B619F96}"/>
              </a:ext>
            </a:extLst>
          </p:cNvPr>
          <p:cNvSpPr>
            <a:spLocks noGrp="1"/>
          </p:cNvSpPr>
          <p:nvPr>
            <p:ph type="body" idx="1"/>
          </p:nvPr>
        </p:nvSpPr>
        <p:spPr/>
        <p:txBody>
          <a:bodyPr/>
          <a:lstStyle/>
          <a:p>
            <a:pPr algn="l"/>
            <a:endParaRPr lang="en-US" b="0" i="0">
              <a:solidFill>
                <a:srgbClr val="1C1E21"/>
              </a:solidFill>
              <a:effectLst/>
              <a:latin typeface="Inter"/>
            </a:endParaRPr>
          </a:p>
        </p:txBody>
      </p:sp>
      <p:sp>
        <p:nvSpPr>
          <p:cNvPr id="4" name="Slide Number Placeholder 3">
            <a:extLst>
              <a:ext uri="{FF2B5EF4-FFF2-40B4-BE49-F238E27FC236}">
                <a16:creationId xmlns:a16="http://schemas.microsoft.com/office/drawing/2014/main" id="{2A09B802-7B7A-C92C-219B-2A9BC6881EAE}"/>
              </a:ext>
            </a:extLst>
          </p:cNvPr>
          <p:cNvSpPr>
            <a:spLocks noGrp="1"/>
          </p:cNvSpPr>
          <p:nvPr>
            <p:ph type="sldNum" sz="quarter" idx="5"/>
          </p:nvPr>
        </p:nvSpPr>
        <p:spPr/>
        <p:txBody>
          <a:bodyPr/>
          <a:lstStyle/>
          <a:p>
            <a:fld id="{40F9C0D5-F939-E849-9736-3BBBCEEAC206}" type="slidenum">
              <a:rPr lang="en-US" smtClean="0"/>
              <a:t>33</a:t>
            </a:fld>
            <a:endParaRPr lang="en-US"/>
          </a:p>
        </p:txBody>
      </p:sp>
    </p:spTree>
    <p:extLst>
      <p:ext uri="{BB962C8B-B14F-4D97-AF65-F5344CB8AC3E}">
        <p14:creationId xmlns:p14="http://schemas.microsoft.com/office/powerpoint/2010/main" val="296380060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78132B-FE90-36B9-A760-49F39CDBD5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7856D70-FA4C-FA9C-520E-27380A47B9E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EAEF6E-ED69-6BDE-89DF-6ECC7B1BD975}"/>
              </a:ext>
            </a:extLst>
          </p:cNvPr>
          <p:cNvSpPr>
            <a:spLocks noGrp="1"/>
          </p:cNvSpPr>
          <p:nvPr>
            <p:ph type="body" idx="1"/>
          </p:nvPr>
        </p:nvSpPr>
        <p:spPr/>
        <p:txBody>
          <a:bodyPr/>
          <a:lstStyle/>
          <a:p>
            <a:pPr algn="l"/>
            <a:endParaRPr lang="en-US" b="0" i="0">
              <a:solidFill>
                <a:srgbClr val="1C1E21"/>
              </a:solidFill>
              <a:effectLst/>
              <a:latin typeface="Inter"/>
            </a:endParaRPr>
          </a:p>
        </p:txBody>
      </p:sp>
      <p:sp>
        <p:nvSpPr>
          <p:cNvPr id="4" name="Slide Number Placeholder 3">
            <a:extLst>
              <a:ext uri="{FF2B5EF4-FFF2-40B4-BE49-F238E27FC236}">
                <a16:creationId xmlns:a16="http://schemas.microsoft.com/office/drawing/2014/main" id="{A8DEBA5D-D47E-9CCB-7B58-CCAA2C5EF312}"/>
              </a:ext>
            </a:extLst>
          </p:cNvPr>
          <p:cNvSpPr>
            <a:spLocks noGrp="1"/>
          </p:cNvSpPr>
          <p:nvPr>
            <p:ph type="sldNum" sz="quarter" idx="5"/>
          </p:nvPr>
        </p:nvSpPr>
        <p:spPr/>
        <p:txBody>
          <a:bodyPr/>
          <a:lstStyle/>
          <a:p>
            <a:fld id="{40F9C0D5-F939-E849-9736-3BBBCEEAC206}" type="slidenum">
              <a:rPr lang="en-US" smtClean="0"/>
              <a:t>34</a:t>
            </a:fld>
            <a:endParaRPr lang="en-US"/>
          </a:p>
        </p:txBody>
      </p:sp>
    </p:spTree>
    <p:extLst>
      <p:ext uri="{BB962C8B-B14F-4D97-AF65-F5344CB8AC3E}">
        <p14:creationId xmlns:p14="http://schemas.microsoft.com/office/powerpoint/2010/main" val="379887113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pattern-not operator is the opposite of the pattern operator. It finds code that does not match its expression</a:t>
            </a:r>
          </a:p>
        </p:txBody>
      </p:sp>
      <p:sp>
        <p:nvSpPr>
          <p:cNvPr id="4" name="Slide Number Placeholder 3"/>
          <p:cNvSpPr>
            <a:spLocks noGrp="1"/>
          </p:cNvSpPr>
          <p:nvPr>
            <p:ph type="sldNum" sz="quarter" idx="5"/>
          </p:nvPr>
        </p:nvSpPr>
        <p:spPr/>
        <p:txBody>
          <a:bodyPr/>
          <a:lstStyle/>
          <a:p>
            <a:fld id="{40F9C0D5-F939-E849-9736-3BBBCEEAC206}" type="slidenum">
              <a:rPr lang="en-US" smtClean="0"/>
              <a:t>35</a:t>
            </a:fld>
            <a:endParaRPr lang="en-US"/>
          </a:p>
        </p:txBody>
      </p:sp>
    </p:spTree>
    <p:extLst>
      <p:ext uri="{BB962C8B-B14F-4D97-AF65-F5344CB8AC3E}">
        <p14:creationId xmlns:p14="http://schemas.microsoft.com/office/powerpoint/2010/main" val="401819289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DAA551-C24E-AE56-4508-43835EED41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6DB91C-63BD-7B4F-647F-7893C07720E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96FD625-0E4D-DC64-BA0A-808337F984AB}"/>
              </a:ext>
            </a:extLst>
          </p:cNvPr>
          <p:cNvSpPr>
            <a:spLocks noGrp="1"/>
          </p:cNvSpPr>
          <p:nvPr>
            <p:ph type="body" idx="1"/>
          </p:nvPr>
        </p:nvSpPr>
        <p:spPr/>
        <p:txBody>
          <a:bodyPr/>
          <a:lstStyle/>
          <a:p>
            <a:pPr algn="l"/>
            <a:endParaRPr lang="en-US" b="0" i="0">
              <a:solidFill>
                <a:srgbClr val="1C1E21"/>
              </a:solidFill>
              <a:effectLst/>
              <a:latin typeface="Inter"/>
            </a:endParaRPr>
          </a:p>
        </p:txBody>
      </p:sp>
      <p:sp>
        <p:nvSpPr>
          <p:cNvPr id="4" name="Slide Number Placeholder 3">
            <a:extLst>
              <a:ext uri="{FF2B5EF4-FFF2-40B4-BE49-F238E27FC236}">
                <a16:creationId xmlns:a16="http://schemas.microsoft.com/office/drawing/2014/main" id="{6A44F0B8-3B4B-471D-8103-E1878EE9A995}"/>
              </a:ext>
            </a:extLst>
          </p:cNvPr>
          <p:cNvSpPr>
            <a:spLocks noGrp="1"/>
          </p:cNvSpPr>
          <p:nvPr>
            <p:ph type="sldNum" sz="quarter" idx="5"/>
          </p:nvPr>
        </p:nvSpPr>
        <p:spPr/>
        <p:txBody>
          <a:bodyPr/>
          <a:lstStyle/>
          <a:p>
            <a:fld id="{40F9C0D5-F939-E849-9736-3BBBCEEAC206}" type="slidenum">
              <a:rPr lang="en-US" smtClean="0"/>
              <a:t>36</a:t>
            </a:fld>
            <a:endParaRPr lang="en-US"/>
          </a:p>
        </p:txBody>
      </p:sp>
    </p:spTree>
    <p:extLst>
      <p:ext uri="{BB962C8B-B14F-4D97-AF65-F5344CB8AC3E}">
        <p14:creationId xmlns:p14="http://schemas.microsoft.com/office/powerpoint/2010/main" val="120664770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801B80-449E-A447-43C9-73DC2FCBBC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848C132-7400-FE05-706C-3201005A64B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2346C1-38CF-FEED-5D5E-82DFCE0A2DB8}"/>
              </a:ext>
            </a:extLst>
          </p:cNvPr>
          <p:cNvSpPr>
            <a:spLocks noGrp="1"/>
          </p:cNvSpPr>
          <p:nvPr>
            <p:ph type="body" idx="1"/>
          </p:nvPr>
        </p:nvSpPr>
        <p:spPr/>
        <p:txBody>
          <a:bodyPr/>
          <a:lstStyle/>
          <a:p>
            <a:pPr algn="l"/>
            <a:endParaRPr lang="en-US" b="0" i="0">
              <a:solidFill>
                <a:srgbClr val="1C1E21"/>
              </a:solidFill>
              <a:effectLst/>
              <a:latin typeface="Inter"/>
            </a:endParaRPr>
          </a:p>
        </p:txBody>
      </p:sp>
      <p:sp>
        <p:nvSpPr>
          <p:cNvPr id="4" name="Slide Number Placeholder 3">
            <a:extLst>
              <a:ext uri="{FF2B5EF4-FFF2-40B4-BE49-F238E27FC236}">
                <a16:creationId xmlns:a16="http://schemas.microsoft.com/office/drawing/2014/main" id="{855CD068-97DC-2E41-17A4-483C7470873F}"/>
              </a:ext>
            </a:extLst>
          </p:cNvPr>
          <p:cNvSpPr>
            <a:spLocks noGrp="1"/>
          </p:cNvSpPr>
          <p:nvPr>
            <p:ph type="sldNum" sz="quarter" idx="5"/>
          </p:nvPr>
        </p:nvSpPr>
        <p:spPr/>
        <p:txBody>
          <a:bodyPr/>
          <a:lstStyle/>
          <a:p>
            <a:fld id="{40F9C0D5-F939-E849-9736-3BBBCEEAC206}" type="slidenum">
              <a:rPr lang="en-US" smtClean="0"/>
              <a:t>37</a:t>
            </a:fld>
            <a:endParaRPr lang="en-US"/>
          </a:p>
        </p:txBody>
      </p:sp>
    </p:spTree>
    <p:extLst>
      <p:ext uri="{BB962C8B-B14F-4D97-AF65-F5344CB8AC3E}">
        <p14:creationId xmlns:p14="http://schemas.microsoft.com/office/powerpoint/2010/main" val="220240525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a:solidFill>
                  <a:srgbClr val="1C1E21"/>
                </a:solidFill>
                <a:effectLst/>
                <a:latin typeface="Inter"/>
              </a:rPr>
              <a:t>The </a:t>
            </a:r>
            <a:r>
              <a:rPr lang="en-US"/>
              <a:t>pattern-inside</a:t>
            </a:r>
            <a:r>
              <a:rPr lang="en-US" b="0" i="0">
                <a:solidFill>
                  <a:srgbClr val="1C1E21"/>
                </a:solidFill>
                <a:effectLst/>
                <a:latin typeface="Inter"/>
              </a:rPr>
              <a:t> operator keeps matched findings that reside within its expression</a:t>
            </a:r>
            <a:endParaRPr lang="en-US"/>
          </a:p>
        </p:txBody>
      </p:sp>
      <p:sp>
        <p:nvSpPr>
          <p:cNvPr id="4" name="Slide Number Placeholder 3"/>
          <p:cNvSpPr>
            <a:spLocks noGrp="1"/>
          </p:cNvSpPr>
          <p:nvPr>
            <p:ph type="sldNum" sz="quarter" idx="5"/>
          </p:nvPr>
        </p:nvSpPr>
        <p:spPr/>
        <p:txBody>
          <a:bodyPr/>
          <a:lstStyle/>
          <a:p>
            <a:fld id="{40F9C0D5-F939-E849-9736-3BBBCEEAC206}" type="slidenum">
              <a:rPr lang="en-US" smtClean="0"/>
              <a:t>38</a:t>
            </a:fld>
            <a:endParaRPr lang="en-US"/>
          </a:p>
        </p:txBody>
      </p:sp>
    </p:spTree>
    <p:extLst>
      <p:ext uri="{BB962C8B-B14F-4D97-AF65-F5344CB8AC3E}">
        <p14:creationId xmlns:p14="http://schemas.microsoft.com/office/powerpoint/2010/main" val="118416797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02FED5-6421-7766-ACED-4DA664962E6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BB391DC-2742-DF31-33CD-F44549B6BD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A8641D-3267-A199-130D-1417D2DF26C9}"/>
              </a:ext>
            </a:extLst>
          </p:cNvPr>
          <p:cNvSpPr>
            <a:spLocks noGrp="1"/>
          </p:cNvSpPr>
          <p:nvPr>
            <p:ph type="body" idx="1"/>
          </p:nvPr>
        </p:nvSpPr>
        <p:spPr/>
        <p:txBody>
          <a:bodyPr/>
          <a:lstStyle/>
          <a:p>
            <a:pPr algn="l"/>
            <a:endParaRPr lang="en-US" b="0" i="0">
              <a:solidFill>
                <a:srgbClr val="1C1E21"/>
              </a:solidFill>
              <a:effectLst/>
              <a:latin typeface="Inter"/>
            </a:endParaRPr>
          </a:p>
        </p:txBody>
      </p:sp>
      <p:sp>
        <p:nvSpPr>
          <p:cNvPr id="4" name="Slide Number Placeholder 3">
            <a:extLst>
              <a:ext uri="{FF2B5EF4-FFF2-40B4-BE49-F238E27FC236}">
                <a16:creationId xmlns:a16="http://schemas.microsoft.com/office/drawing/2014/main" id="{9BF8FCD6-95B2-ECF8-5596-164664A19FF3}"/>
              </a:ext>
            </a:extLst>
          </p:cNvPr>
          <p:cNvSpPr>
            <a:spLocks noGrp="1"/>
          </p:cNvSpPr>
          <p:nvPr>
            <p:ph type="sldNum" sz="quarter" idx="5"/>
          </p:nvPr>
        </p:nvSpPr>
        <p:spPr/>
        <p:txBody>
          <a:bodyPr/>
          <a:lstStyle/>
          <a:p>
            <a:fld id="{40F9C0D5-F939-E849-9736-3BBBCEEAC206}" type="slidenum">
              <a:rPr lang="en-US" smtClean="0"/>
              <a:t>39</a:t>
            </a:fld>
            <a:endParaRPr lang="en-US"/>
          </a:p>
        </p:txBody>
      </p:sp>
    </p:spTree>
    <p:extLst>
      <p:ext uri="{BB962C8B-B14F-4D97-AF65-F5344CB8AC3E}">
        <p14:creationId xmlns:p14="http://schemas.microsoft.com/office/powerpoint/2010/main" val="397247237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EE215F-489F-6794-6D08-5814C743BB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70960B-ED5E-9E91-75B0-6019F422799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25A10B9-32CC-C01E-C438-908D84C0858D}"/>
              </a:ext>
            </a:extLst>
          </p:cNvPr>
          <p:cNvSpPr>
            <a:spLocks noGrp="1"/>
          </p:cNvSpPr>
          <p:nvPr>
            <p:ph type="body" idx="1"/>
          </p:nvPr>
        </p:nvSpPr>
        <p:spPr/>
        <p:txBody>
          <a:bodyPr/>
          <a:lstStyle/>
          <a:p>
            <a:pPr algn="l"/>
            <a:endParaRPr lang="en-US" b="0" i="0">
              <a:solidFill>
                <a:srgbClr val="1C1E21"/>
              </a:solidFill>
              <a:effectLst/>
              <a:latin typeface="Inter"/>
            </a:endParaRPr>
          </a:p>
        </p:txBody>
      </p:sp>
      <p:sp>
        <p:nvSpPr>
          <p:cNvPr id="4" name="Slide Number Placeholder 3">
            <a:extLst>
              <a:ext uri="{FF2B5EF4-FFF2-40B4-BE49-F238E27FC236}">
                <a16:creationId xmlns:a16="http://schemas.microsoft.com/office/drawing/2014/main" id="{AD13355B-6729-551E-9780-B8654AB16797}"/>
              </a:ext>
            </a:extLst>
          </p:cNvPr>
          <p:cNvSpPr>
            <a:spLocks noGrp="1"/>
          </p:cNvSpPr>
          <p:nvPr>
            <p:ph type="sldNum" sz="quarter" idx="5"/>
          </p:nvPr>
        </p:nvSpPr>
        <p:spPr/>
        <p:txBody>
          <a:bodyPr/>
          <a:lstStyle/>
          <a:p>
            <a:fld id="{40F9C0D5-F939-E849-9736-3BBBCEEAC206}" type="slidenum">
              <a:rPr lang="en-US" smtClean="0"/>
              <a:t>40</a:t>
            </a:fld>
            <a:endParaRPr lang="en-US"/>
          </a:p>
        </p:txBody>
      </p:sp>
    </p:spTree>
    <p:extLst>
      <p:ext uri="{BB962C8B-B14F-4D97-AF65-F5344CB8AC3E}">
        <p14:creationId xmlns:p14="http://schemas.microsoft.com/office/powerpoint/2010/main" val="166871724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a:solidFill>
                  <a:srgbClr val="1C1E21"/>
                </a:solidFill>
                <a:effectLst/>
                <a:latin typeface="Inter"/>
              </a:rPr>
              <a:t>The </a:t>
            </a:r>
            <a:r>
              <a:rPr lang="en-US"/>
              <a:t>metavariable-regex</a:t>
            </a:r>
            <a:r>
              <a:rPr lang="en-US" b="0" i="0">
                <a:solidFill>
                  <a:srgbClr val="1C1E21"/>
                </a:solidFill>
                <a:effectLst/>
                <a:latin typeface="Inter"/>
              </a:rPr>
              <a:t> operator searches metavariables for a </a:t>
            </a:r>
            <a:r>
              <a:rPr lang="en-US" b="0" i="0">
                <a:effectLst/>
                <a:latin typeface="Inter"/>
                <a:hlinkClick r:id="rId3"/>
              </a:rPr>
              <a:t>PCRE2</a:t>
            </a:r>
            <a:r>
              <a:rPr lang="en-US" b="0" i="0">
                <a:effectLst/>
                <a:latin typeface="Inter"/>
              </a:rPr>
              <a:t> (Perl compatible regular expression)</a:t>
            </a:r>
            <a:r>
              <a:rPr lang="en-US" b="0" i="0">
                <a:solidFill>
                  <a:srgbClr val="1C1E21"/>
                </a:solidFill>
                <a:effectLst/>
                <a:latin typeface="Inter"/>
              </a:rPr>
              <a:t> regular expression. This is useful for filtering results based on a </a:t>
            </a:r>
            <a:r>
              <a:rPr lang="en-US" b="0" i="0">
                <a:effectLst/>
                <a:latin typeface="Inter"/>
                <a:hlinkClick r:id="rId4"/>
              </a:rPr>
              <a:t>metavariable’s</a:t>
            </a:r>
            <a:r>
              <a:rPr lang="en-US" b="0" i="0">
                <a:solidFill>
                  <a:srgbClr val="1C1E21"/>
                </a:solidFill>
                <a:effectLst/>
                <a:latin typeface="Inter"/>
              </a:rPr>
              <a:t> value. It requires the </a:t>
            </a:r>
            <a:r>
              <a:rPr lang="en-US"/>
              <a:t>metavariable</a:t>
            </a:r>
            <a:r>
              <a:rPr lang="en-US" b="0" i="0">
                <a:solidFill>
                  <a:srgbClr val="1C1E21"/>
                </a:solidFill>
                <a:effectLst/>
                <a:latin typeface="Inter"/>
              </a:rPr>
              <a:t> and </a:t>
            </a:r>
            <a:r>
              <a:rPr lang="en-US"/>
              <a:t>regex</a:t>
            </a:r>
            <a:r>
              <a:rPr lang="en-US" b="0" i="0">
                <a:solidFill>
                  <a:srgbClr val="1C1E21"/>
                </a:solidFill>
                <a:effectLst/>
                <a:latin typeface="Inter"/>
              </a:rPr>
              <a:t> keys and can be combined with other pattern operators.</a:t>
            </a:r>
            <a:endParaRPr lang="en-US"/>
          </a:p>
        </p:txBody>
      </p:sp>
      <p:sp>
        <p:nvSpPr>
          <p:cNvPr id="4" name="Slide Number Placeholder 3"/>
          <p:cNvSpPr>
            <a:spLocks noGrp="1"/>
          </p:cNvSpPr>
          <p:nvPr>
            <p:ph type="sldNum" sz="quarter" idx="5"/>
          </p:nvPr>
        </p:nvSpPr>
        <p:spPr/>
        <p:txBody>
          <a:bodyPr/>
          <a:lstStyle/>
          <a:p>
            <a:fld id="{40F9C0D5-F939-E849-9736-3BBBCEEAC206}" type="slidenum">
              <a:rPr lang="en-US" smtClean="0"/>
              <a:t>41</a:t>
            </a:fld>
            <a:endParaRPr lang="en-US"/>
          </a:p>
        </p:txBody>
      </p:sp>
    </p:spTree>
    <p:extLst>
      <p:ext uri="{BB962C8B-B14F-4D97-AF65-F5344CB8AC3E}">
        <p14:creationId xmlns:p14="http://schemas.microsoft.com/office/powerpoint/2010/main" val="43243213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A1E63B-B0C7-347E-6223-BA92E0F997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B0EDD3D-3446-F793-07EF-E5BB670FB8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6954813-30DA-753D-D311-62F634D98037}"/>
              </a:ext>
            </a:extLst>
          </p:cNvPr>
          <p:cNvSpPr>
            <a:spLocks noGrp="1"/>
          </p:cNvSpPr>
          <p:nvPr>
            <p:ph type="body" idx="1"/>
          </p:nvPr>
        </p:nvSpPr>
        <p:spPr/>
        <p:txBody>
          <a:bodyPr/>
          <a:lstStyle/>
          <a:p>
            <a:pPr algn="l"/>
            <a:endParaRPr lang="en-US" b="0" i="0">
              <a:solidFill>
                <a:srgbClr val="1C1E21"/>
              </a:solidFill>
              <a:effectLst/>
              <a:latin typeface="Inter"/>
            </a:endParaRPr>
          </a:p>
        </p:txBody>
      </p:sp>
      <p:sp>
        <p:nvSpPr>
          <p:cNvPr id="4" name="Slide Number Placeholder 3">
            <a:extLst>
              <a:ext uri="{FF2B5EF4-FFF2-40B4-BE49-F238E27FC236}">
                <a16:creationId xmlns:a16="http://schemas.microsoft.com/office/drawing/2014/main" id="{876DE76B-E63D-F4CC-BAAF-93D97C4D738D}"/>
              </a:ext>
            </a:extLst>
          </p:cNvPr>
          <p:cNvSpPr>
            <a:spLocks noGrp="1"/>
          </p:cNvSpPr>
          <p:nvPr>
            <p:ph type="sldNum" sz="quarter" idx="5"/>
          </p:nvPr>
        </p:nvSpPr>
        <p:spPr/>
        <p:txBody>
          <a:bodyPr/>
          <a:lstStyle/>
          <a:p>
            <a:fld id="{40F9C0D5-F939-E849-9736-3BBBCEEAC206}" type="slidenum">
              <a:rPr lang="en-US" smtClean="0"/>
              <a:t>42</a:t>
            </a:fld>
            <a:endParaRPr lang="en-US"/>
          </a:p>
        </p:txBody>
      </p:sp>
    </p:spTree>
    <p:extLst>
      <p:ext uri="{BB962C8B-B14F-4D97-AF65-F5344CB8AC3E}">
        <p14:creationId xmlns:p14="http://schemas.microsoft.com/office/powerpoint/2010/main" val="15705305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D1BDB6-401E-605D-B7E9-FA02166725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726AEE-3480-F714-EA10-E960AC8F26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546B936-98AE-5BEE-1EDD-18A2D2A789AA}"/>
              </a:ext>
            </a:extLst>
          </p:cNvPr>
          <p:cNvSpPr>
            <a:spLocks noGrp="1"/>
          </p:cNvSpPr>
          <p:nvPr>
            <p:ph type="body" idx="1"/>
          </p:nvPr>
        </p:nvSpPr>
        <p:spPr/>
        <p:txBody>
          <a:bodyPr/>
          <a:lstStyle/>
          <a:p>
            <a:pPr algn="l"/>
            <a:endParaRPr lang="en-US" b="0" i="0">
              <a:solidFill>
                <a:srgbClr val="1C1E21"/>
              </a:solidFill>
              <a:effectLst/>
              <a:latin typeface="Inter"/>
            </a:endParaRPr>
          </a:p>
        </p:txBody>
      </p:sp>
      <p:sp>
        <p:nvSpPr>
          <p:cNvPr id="4" name="Slide Number Placeholder 3">
            <a:extLst>
              <a:ext uri="{FF2B5EF4-FFF2-40B4-BE49-F238E27FC236}">
                <a16:creationId xmlns:a16="http://schemas.microsoft.com/office/drawing/2014/main" id="{C1A43A9C-9751-75CA-6502-B09FB71ABA67}"/>
              </a:ext>
            </a:extLst>
          </p:cNvPr>
          <p:cNvSpPr>
            <a:spLocks noGrp="1"/>
          </p:cNvSpPr>
          <p:nvPr>
            <p:ph type="sldNum" sz="quarter" idx="5"/>
          </p:nvPr>
        </p:nvSpPr>
        <p:spPr/>
        <p:txBody>
          <a:bodyPr/>
          <a:lstStyle/>
          <a:p>
            <a:fld id="{40F9C0D5-F939-E849-9736-3BBBCEEAC206}" type="slidenum">
              <a:rPr lang="en-US" smtClean="0"/>
              <a:t>43</a:t>
            </a:fld>
            <a:endParaRPr lang="en-US"/>
          </a:p>
        </p:txBody>
      </p:sp>
    </p:spTree>
    <p:extLst>
      <p:ext uri="{BB962C8B-B14F-4D97-AF65-F5344CB8AC3E}">
        <p14:creationId xmlns:p14="http://schemas.microsoft.com/office/powerpoint/2010/main" val="274911852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D05E6D-F661-504D-46E9-ED15FD4C4FA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AF2426-D87D-33D5-D1EA-8EF322AACA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6A56D3-B944-D617-0DE6-D29C81F7EB14}"/>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B8FBA0D5-8070-8314-62EC-487FC907E767}"/>
              </a:ext>
            </a:extLst>
          </p:cNvPr>
          <p:cNvSpPr>
            <a:spLocks noGrp="1"/>
          </p:cNvSpPr>
          <p:nvPr>
            <p:ph type="sldNum" sz="quarter" idx="5"/>
          </p:nvPr>
        </p:nvSpPr>
        <p:spPr/>
        <p:txBody>
          <a:bodyPr/>
          <a:lstStyle/>
          <a:p>
            <a:fld id="{40F9C0D5-F939-E849-9736-3BBBCEEAC206}" type="slidenum">
              <a:rPr lang="en-US" smtClean="0"/>
              <a:t>45</a:t>
            </a:fld>
            <a:endParaRPr lang="en-US"/>
          </a:p>
        </p:txBody>
      </p:sp>
    </p:spTree>
    <p:extLst>
      <p:ext uri="{BB962C8B-B14F-4D97-AF65-F5344CB8AC3E}">
        <p14:creationId xmlns:p14="http://schemas.microsoft.com/office/powerpoint/2010/main" val="283819164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a:solidFill>
                  <a:srgbClr val="1C1E21"/>
                </a:solidFill>
                <a:effectLst/>
                <a:latin typeface="Inter"/>
              </a:rPr>
              <a:t>tracks the flow of untrusted, or </a:t>
            </a:r>
            <a:r>
              <a:rPr lang="en-US" b="1" i="0">
                <a:solidFill>
                  <a:srgbClr val="1C1E21"/>
                </a:solidFill>
                <a:effectLst/>
                <a:latin typeface="Inter"/>
              </a:rPr>
              <a:t>tainted</a:t>
            </a:r>
            <a:r>
              <a:rPr lang="en-US" b="0" i="0">
                <a:solidFill>
                  <a:srgbClr val="1C1E21"/>
                </a:solidFill>
                <a:effectLst/>
                <a:latin typeface="Inter"/>
              </a:rPr>
              <a:t> data throughout the body of a function or method. Tainted data originate from tainted </a:t>
            </a:r>
            <a:r>
              <a:rPr lang="en-US" b="1" i="0">
                <a:solidFill>
                  <a:srgbClr val="1C1E21"/>
                </a:solidFill>
                <a:effectLst/>
                <a:latin typeface="Inter"/>
              </a:rPr>
              <a:t>sources</a:t>
            </a:r>
            <a:r>
              <a:rPr lang="en-US" b="0" i="0">
                <a:solidFill>
                  <a:srgbClr val="1C1E21"/>
                </a:solidFill>
                <a:effectLst/>
                <a:latin typeface="Inter"/>
              </a:rPr>
              <a:t>. If tainted data is not transformed or checked accordingly (</a:t>
            </a:r>
            <a:r>
              <a:rPr lang="en-US" b="1" i="0">
                <a:solidFill>
                  <a:srgbClr val="1C1E21"/>
                </a:solidFill>
                <a:effectLst/>
                <a:latin typeface="Inter"/>
              </a:rPr>
              <a:t>sanitized</a:t>
            </a:r>
            <a:r>
              <a:rPr lang="en-US" b="0" i="0">
                <a:solidFill>
                  <a:srgbClr val="1C1E21"/>
                </a:solidFill>
                <a:effectLst/>
                <a:latin typeface="Inter"/>
              </a:rPr>
              <a:t>), taint analysis reports a finding whenever tainted data reach a vulnerable function, called a </a:t>
            </a:r>
            <a:r>
              <a:rPr lang="en-US" b="1" i="0">
                <a:solidFill>
                  <a:srgbClr val="1C1E21"/>
                </a:solidFill>
                <a:effectLst/>
                <a:latin typeface="Inter"/>
              </a:rPr>
              <a:t>sink</a:t>
            </a:r>
            <a:r>
              <a:rPr lang="en-US" b="0" i="0">
                <a:solidFill>
                  <a:srgbClr val="1C1E21"/>
                </a:solidFill>
                <a:effectLst/>
                <a:latin typeface="Inter"/>
              </a:rPr>
              <a:t>. Tainted data flow from sources to sinks through </a:t>
            </a:r>
            <a:r>
              <a:rPr lang="en-US" b="1" i="0">
                <a:solidFill>
                  <a:srgbClr val="1C1E21"/>
                </a:solidFill>
                <a:effectLst/>
                <a:latin typeface="Inter"/>
              </a:rPr>
              <a:t>propagators</a:t>
            </a:r>
            <a:r>
              <a:rPr lang="en-US" b="0" i="0">
                <a:solidFill>
                  <a:srgbClr val="1C1E21"/>
                </a:solidFill>
                <a:effectLst/>
                <a:latin typeface="Inter"/>
              </a:rPr>
              <a:t>, such as assignments, or function calls.</a:t>
            </a:r>
            <a:endParaRPr lang="en-US"/>
          </a:p>
        </p:txBody>
      </p:sp>
      <p:sp>
        <p:nvSpPr>
          <p:cNvPr id="4" name="Slide Number Placeholder 3"/>
          <p:cNvSpPr>
            <a:spLocks noGrp="1"/>
          </p:cNvSpPr>
          <p:nvPr>
            <p:ph type="sldNum" sz="quarter" idx="5"/>
          </p:nvPr>
        </p:nvSpPr>
        <p:spPr/>
        <p:txBody>
          <a:bodyPr/>
          <a:lstStyle/>
          <a:p>
            <a:fld id="{40F9C0D5-F939-E849-9736-3BBBCEEAC206}" type="slidenum">
              <a:rPr lang="en-US" smtClean="0"/>
              <a:t>46</a:t>
            </a:fld>
            <a:endParaRPr lang="en-US"/>
          </a:p>
        </p:txBody>
      </p:sp>
    </p:spTree>
    <p:extLst>
      <p:ext uri="{BB962C8B-B14F-4D97-AF65-F5344CB8AC3E}">
        <p14:creationId xmlns:p14="http://schemas.microsoft.com/office/powerpoint/2010/main" val="241315746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7E98AE-6AC6-6C5D-9783-D27E8EE69E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6E9ED09-A61E-EF60-84BF-1D8EAD89860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DD4D26E-795E-1256-B70B-354B339C713A}"/>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3ABF9255-C4E2-C37E-B770-0EE85F772895}"/>
              </a:ext>
            </a:extLst>
          </p:cNvPr>
          <p:cNvSpPr>
            <a:spLocks noGrp="1"/>
          </p:cNvSpPr>
          <p:nvPr>
            <p:ph type="sldNum" sz="quarter" idx="5"/>
          </p:nvPr>
        </p:nvSpPr>
        <p:spPr/>
        <p:txBody>
          <a:bodyPr/>
          <a:lstStyle/>
          <a:p>
            <a:fld id="{40F9C0D5-F939-E849-9736-3BBBCEEAC206}" type="slidenum">
              <a:rPr lang="en-US" smtClean="0"/>
              <a:t>47</a:t>
            </a:fld>
            <a:endParaRPr lang="en-US"/>
          </a:p>
        </p:txBody>
      </p:sp>
    </p:spTree>
    <p:extLst>
      <p:ext uri="{BB962C8B-B14F-4D97-AF65-F5344CB8AC3E}">
        <p14:creationId xmlns:p14="http://schemas.microsoft.com/office/powerpoint/2010/main" val="363201832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5FA295-663D-1438-3A0C-28F2622ED7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4DC3379-2B3E-6DD2-0001-185231B97FA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F87D40-CE17-A328-D19F-F202A37042CC}"/>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83A3FEBB-66C5-F67C-7928-42061D4772C6}"/>
              </a:ext>
            </a:extLst>
          </p:cNvPr>
          <p:cNvSpPr>
            <a:spLocks noGrp="1"/>
          </p:cNvSpPr>
          <p:nvPr>
            <p:ph type="sldNum" sz="quarter" idx="5"/>
          </p:nvPr>
        </p:nvSpPr>
        <p:spPr/>
        <p:txBody>
          <a:bodyPr/>
          <a:lstStyle/>
          <a:p>
            <a:fld id="{40F9C0D5-F939-E849-9736-3BBBCEEAC206}" type="slidenum">
              <a:rPr lang="en-US" smtClean="0"/>
              <a:t>48</a:t>
            </a:fld>
            <a:endParaRPr lang="en-US"/>
          </a:p>
        </p:txBody>
      </p:sp>
    </p:spTree>
    <p:extLst>
      <p:ext uri="{BB962C8B-B14F-4D97-AF65-F5344CB8AC3E}">
        <p14:creationId xmlns:p14="http://schemas.microsoft.com/office/powerpoint/2010/main" val="210969091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E9C4B-2687-E360-1D46-BD845BB8127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3FAF40-B683-5FB1-B1B8-F8DFAA5016C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6CFDF7B-EDD8-69F2-D744-272C5F22811C}"/>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37CF107D-C589-AA91-8DB7-B83584C2369D}"/>
              </a:ext>
            </a:extLst>
          </p:cNvPr>
          <p:cNvSpPr>
            <a:spLocks noGrp="1"/>
          </p:cNvSpPr>
          <p:nvPr>
            <p:ph type="sldNum" sz="quarter" idx="5"/>
          </p:nvPr>
        </p:nvSpPr>
        <p:spPr/>
        <p:txBody>
          <a:bodyPr/>
          <a:lstStyle/>
          <a:p>
            <a:fld id="{40F9C0D5-F939-E849-9736-3BBBCEEAC206}" type="slidenum">
              <a:rPr lang="en-US" smtClean="0"/>
              <a:t>49</a:t>
            </a:fld>
            <a:endParaRPr lang="en-US"/>
          </a:p>
        </p:txBody>
      </p:sp>
    </p:spTree>
    <p:extLst>
      <p:ext uri="{BB962C8B-B14F-4D97-AF65-F5344CB8AC3E}">
        <p14:creationId xmlns:p14="http://schemas.microsoft.com/office/powerpoint/2010/main" val="367712351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53E77F-FC3D-C611-D7B7-3E99959A76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AB9E44-DD41-1858-4D70-09D0B3AA46A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FEE10AC-72A1-EEF1-E33A-52CAA749978B}"/>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DF821587-E150-1E51-E4DF-AF04A0FC91AD}"/>
              </a:ext>
            </a:extLst>
          </p:cNvPr>
          <p:cNvSpPr>
            <a:spLocks noGrp="1"/>
          </p:cNvSpPr>
          <p:nvPr>
            <p:ph type="sldNum" sz="quarter" idx="5"/>
          </p:nvPr>
        </p:nvSpPr>
        <p:spPr/>
        <p:txBody>
          <a:bodyPr/>
          <a:lstStyle/>
          <a:p>
            <a:fld id="{40F9C0D5-F939-E849-9736-3BBBCEEAC206}" type="slidenum">
              <a:rPr lang="en-US" smtClean="0"/>
              <a:t>50</a:t>
            </a:fld>
            <a:endParaRPr lang="en-US"/>
          </a:p>
        </p:txBody>
      </p:sp>
    </p:spTree>
    <p:extLst>
      <p:ext uri="{BB962C8B-B14F-4D97-AF65-F5344CB8AC3E}">
        <p14:creationId xmlns:p14="http://schemas.microsoft.com/office/powerpoint/2010/main" val="149612715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BBE88E-B08E-FC0B-3438-B25725DF31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D81C47C-D0EE-ADE8-00CB-022798FE39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DA3AB1-1AB3-2705-DA45-AE8B00400A1D}"/>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D11B1B21-A303-54B4-B21B-8AC0DF00EC62}"/>
              </a:ext>
            </a:extLst>
          </p:cNvPr>
          <p:cNvSpPr>
            <a:spLocks noGrp="1"/>
          </p:cNvSpPr>
          <p:nvPr>
            <p:ph type="sldNum" sz="quarter" idx="5"/>
          </p:nvPr>
        </p:nvSpPr>
        <p:spPr/>
        <p:txBody>
          <a:bodyPr/>
          <a:lstStyle/>
          <a:p>
            <a:fld id="{40F9C0D5-F939-E849-9736-3BBBCEEAC206}" type="slidenum">
              <a:rPr lang="en-US" smtClean="0"/>
              <a:t>51</a:t>
            </a:fld>
            <a:endParaRPr lang="en-US"/>
          </a:p>
        </p:txBody>
      </p:sp>
    </p:spTree>
    <p:extLst>
      <p:ext uri="{BB962C8B-B14F-4D97-AF65-F5344CB8AC3E}">
        <p14:creationId xmlns:p14="http://schemas.microsoft.com/office/powerpoint/2010/main" val="253933253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5ECEFC-6BF3-4757-9CB2-97C635C8D1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9B56981-D70D-881B-7F7C-5C69A489B08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DAF7D6-0957-7D30-4134-B4A796B35DAB}"/>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4CD98671-1FDB-5273-D6F8-7048DCAD097E}"/>
              </a:ext>
            </a:extLst>
          </p:cNvPr>
          <p:cNvSpPr>
            <a:spLocks noGrp="1"/>
          </p:cNvSpPr>
          <p:nvPr>
            <p:ph type="sldNum" sz="quarter" idx="5"/>
          </p:nvPr>
        </p:nvSpPr>
        <p:spPr/>
        <p:txBody>
          <a:bodyPr/>
          <a:lstStyle/>
          <a:p>
            <a:fld id="{40F9C0D5-F939-E849-9736-3BBBCEEAC206}" type="slidenum">
              <a:rPr lang="en-US" smtClean="0"/>
              <a:t>52</a:t>
            </a:fld>
            <a:endParaRPr lang="en-US"/>
          </a:p>
        </p:txBody>
      </p:sp>
    </p:spTree>
    <p:extLst>
      <p:ext uri="{BB962C8B-B14F-4D97-AF65-F5344CB8AC3E}">
        <p14:creationId xmlns:p14="http://schemas.microsoft.com/office/powerpoint/2010/main" val="1417887368"/>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F3D7FC-9AD0-BC36-D745-BC0BCBCD98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1898E5-F534-D83F-37D3-51F53C664A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180F0B-4FE6-EA33-5E5D-1DB6285AA225}"/>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10172BC8-13F3-A4ED-E6F2-E667FA68F5C7}"/>
              </a:ext>
            </a:extLst>
          </p:cNvPr>
          <p:cNvSpPr>
            <a:spLocks noGrp="1"/>
          </p:cNvSpPr>
          <p:nvPr>
            <p:ph type="sldNum" sz="quarter" idx="5"/>
          </p:nvPr>
        </p:nvSpPr>
        <p:spPr/>
        <p:txBody>
          <a:bodyPr/>
          <a:lstStyle/>
          <a:p>
            <a:fld id="{40F9C0D5-F939-E849-9736-3BBBCEEAC206}" type="slidenum">
              <a:rPr lang="en-US" smtClean="0"/>
              <a:t>53</a:t>
            </a:fld>
            <a:endParaRPr lang="en-US"/>
          </a:p>
        </p:txBody>
      </p:sp>
    </p:spTree>
    <p:extLst>
      <p:ext uri="{BB962C8B-B14F-4D97-AF65-F5344CB8AC3E}">
        <p14:creationId xmlns:p14="http://schemas.microsoft.com/office/powerpoint/2010/main" val="166335207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F8297F-6985-21B4-AD47-A9FE382CC0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3DA1B7C-690E-94C5-EF41-A976AAE21CE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55629DB-CEE2-3727-6F20-ABCE855B8970}"/>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F53D517E-6D5B-93C5-8D59-C56987AD81B4}"/>
              </a:ext>
            </a:extLst>
          </p:cNvPr>
          <p:cNvSpPr>
            <a:spLocks noGrp="1"/>
          </p:cNvSpPr>
          <p:nvPr>
            <p:ph type="sldNum" sz="quarter" idx="5"/>
          </p:nvPr>
        </p:nvSpPr>
        <p:spPr/>
        <p:txBody>
          <a:bodyPr/>
          <a:lstStyle/>
          <a:p>
            <a:fld id="{40F9C0D5-F939-E849-9736-3BBBCEEAC206}" type="slidenum">
              <a:rPr lang="en-US" smtClean="0"/>
              <a:t>54</a:t>
            </a:fld>
            <a:endParaRPr lang="en-US"/>
          </a:p>
        </p:txBody>
      </p:sp>
    </p:spTree>
    <p:extLst>
      <p:ext uri="{BB962C8B-B14F-4D97-AF65-F5344CB8AC3E}">
        <p14:creationId xmlns:p14="http://schemas.microsoft.com/office/powerpoint/2010/main" val="219702630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75596B-3C6F-6B61-7657-B5D6AE720E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405FC8-D034-D47E-333D-77648CD534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92044D-3D60-C3B2-5EDD-ECB4BD101CF5}"/>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96E7FB36-9E4E-0453-2DE4-2E0B336FC215}"/>
              </a:ext>
            </a:extLst>
          </p:cNvPr>
          <p:cNvSpPr>
            <a:spLocks noGrp="1"/>
          </p:cNvSpPr>
          <p:nvPr>
            <p:ph type="sldNum" sz="quarter" idx="5"/>
          </p:nvPr>
        </p:nvSpPr>
        <p:spPr/>
        <p:txBody>
          <a:bodyPr/>
          <a:lstStyle/>
          <a:p>
            <a:fld id="{40F9C0D5-F939-E849-9736-3BBBCEEAC206}" type="slidenum">
              <a:rPr lang="en-US" smtClean="0"/>
              <a:t>55</a:t>
            </a:fld>
            <a:endParaRPr lang="en-US"/>
          </a:p>
        </p:txBody>
      </p:sp>
    </p:spTree>
    <p:extLst>
      <p:ext uri="{BB962C8B-B14F-4D97-AF65-F5344CB8AC3E}">
        <p14:creationId xmlns:p14="http://schemas.microsoft.com/office/powerpoint/2010/main" val="2866243486"/>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905F66-3B9D-0959-A8A5-F195BEC63A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A2ACDBC-72A4-13F8-8EFC-F6239EC5C66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BD5BABF-119A-FC0D-CA29-7B45F36ADA92}"/>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A3ECBD7F-FBD0-D457-257C-3340E33A4762}"/>
              </a:ext>
            </a:extLst>
          </p:cNvPr>
          <p:cNvSpPr>
            <a:spLocks noGrp="1"/>
          </p:cNvSpPr>
          <p:nvPr>
            <p:ph type="sldNum" sz="quarter" idx="5"/>
          </p:nvPr>
        </p:nvSpPr>
        <p:spPr/>
        <p:txBody>
          <a:bodyPr/>
          <a:lstStyle/>
          <a:p>
            <a:fld id="{40F9C0D5-F939-E849-9736-3BBBCEEAC206}" type="slidenum">
              <a:rPr lang="en-US" smtClean="0"/>
              <a:t>56</a:t>
            </a:fld>
            <a:endParaRPr lang="en-US"/>
          </a:p>
        </p:txBody>
      </p:sp>
    </p:spTree>
    <p:extLst>
      <p:ext uri="{BB962C8B-B14F-4D97-AF65-F5344CB8AC3E}">
        <p14:creationId xmlns:p14="http://schemas.microsoft.com/office/powerpoint/2010/main" val="156278087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73A6C-8C02-4F69-4470-3D26C8D6E0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429C3E-4840-6978-1285-6B7C2BCEEF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6AEC4FA-8444-E8E3-F624-96ACA13E1B1D}"/>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9BCC3E62-BEE7-6961-4850-2E4AD62A1C09}"/>
              </a:ext>
            </a:extLst>
          </p:cNvPr>
          <p:cNvSpPr>
            <a:spLocks noGrp="1"/>
          </p:cNvSpPr>
          <p:nvPr>
            <p:ph type="sldNum" sz="quarter" idx="5"/>
          </p:nvPr>
        </p:nvSpPr>
        <p:spPr/>
        <p:txBody>
          <a:bodyPr/>
          <a:lstStyle/>
          <a:p>
            <a:fld id="{40F9C0D5-F939-E849-9736-3BBBCEEAC206}" type="slidenum">
              <a:rPr lang="en-US" smtClean="0"/>
              <a:t>57</a:t>
            </a:fld>
            <a:endParaRPr lang="en-US"/>
          </a:p>
        </p:txBody>
      </p:sp>
    </p:spTree>
    <p:extLst>
      <p:ext uri="{BB962C8B-B14F-4D97-AF65-F5344CB8AC3E}">
        <p14:creationId xmlns:p14="http://schemas.microsoft.com/office/powerpoint/2010/main" val="374211989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06CE1E-F00D-2DA7-EC59-470ABB5B85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BFCBD9-5088-118A-C735-2923775834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55E163-5BCD-9EE5-6810-3684F8B49580}"/>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8C2B441D-4AC0-B4B2-0E14-5F3D5A5F20A1}"/>
              </a:ext>
            </a:extLst>
          </p:cNvPr>
          <p:cNvSpPr>
            <a:spLocks noGrp="1"/>
          </p:cNvSpPr>
          <p:nvPr>
            <p:ph type="sldNum" sz="quarter" idx="5"/>
          </p:nvPr>
        </p:nvSpPr>
        <p:spPr/>
        <p:txBody>
          <a:bodyPr/>
          <a:lstStyle/>
          <a:p>
            <a:fld id="{40F9C0D5-F939-E849-9736-3BBBCEEAC206}" type="slidenum">
              <a:rPr lang="en-US" smtClean="0"/>
              <a:t>58</a:t>
            </a:fld>
            <a:endParaRPr lang="en-US"/>
          </a:p>
        </p:txBody>
      </p:sp>
    </p:spTree>
    <p:extLst>
      <p:ext uri="{BB962C8B-B14F-4D97-AF65-F5344CB8AC3E}">
        <p14:creationId xmlns:p14="http://schemas.microsoft.com/office/powerpoint/2010/main" val="171289505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0BD24C-CB53-F1B7-85B4-E2E7D40EEB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A159B8-80CA-9411-5C7A-81F6475FC6C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395FCB-7CC2-B979-BE9B-E94EC6E66E05}"/>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7C0340C7-849B-92A9-38EC-3FC9A81BA8D4}"/>
              </a:ext>
            </a:extLst>
          </p:cNvPr>
          <p:cNvSpPr>
            <a:spLocks noGrp="1"/>
          </p:cNvSpPr>
          <p:nvPr>
            <p:ph type="sldNum" sz="quarter" idx="5"/>
          </p:nvPr>
        </p:nvSpPr>
        <p:spPr/>
        <p:txBody>
          <a:bodyPr/>
          <a:lstStyle/>
          <a:p>
            <a:fld id="{40F9C0D5-F939-E849-9736-3BBBCEEAC206}" type="slidenum">
              <a:rPr lang="en-US" smtClean="0"/>
              <a:t>59</a:t>
            </a:fld>
            <a:endParaRPr lang="en-US"/>
          </a:p>
        </p:txBody>
      </p:sp>
    </p:spTree>
    <p:extLst>
      <p:ext uri="{BB962C8B-B14F-4D97-AF65-F5344CB8AC3E}">
        <p14:creationId xmlns:p14="http://schemas.microsoft.com/office/powerpoint/2010/main" val="3880213024"/>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1D63E-9AF9-E638-AFA2-293D322034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34420C-7F21-2A33-1F3B-85BAB63A4A8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544B551-1477-2537-6BF2-9AD7700229FB}"/>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B4832CFC-0496-7F00-2BFD-28B74CDC5779}"/>
              </a:ext>
            </a:extLst>
          </p:cNvPr>
          <p:cNvSpPr>
            <a:spLocks noGrp="1"/>
          </p:cNvSpPr>
          <p:nvPr>
            <p:ph type="sldNum" sz="quarter" idx="5"/>
          </p:nvPr>
        </p:nvSpPr>
        <p:spPr/>
        <p:txBody>
          <a:bodyPr/>
          <a:lstStyle/>
          <a:p>
            <a:fld id="{40F9C0D5-F939-E849-9736-3BBBCEEAC206}" type="slidenum">
              <a:rPr lang="en-US" smtClean="0"/>
              <a:t>60</a:t>
            </a:fld>
            <a:endParaRPr lang="en-US"/>
          </a:p>
        </p:txBody>
      </p:sp>
    </p:spTree>
    <p:extLst>
      <p:ext uri="{BB962C8B-B14F-4D97-AF65-F5344CB8AC3E}">
        <p14:creationId xmlns:p14="http://schemas.microsoft.com/office/powerpoint/2010/main" val="3864540346"/>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7F9345-69E7-B4A3-0A72-C4EDC932B1B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8E87A3F-488B-4A77-9BB9-97518370C00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2EAEBC-12E0-B910-928F-392109F8377D}"/>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41363D66-119E-DDB9-B388-6300CC4972CD}"/>
              </a:ext>
            </a:extLst>
          </p:cNvPr>
          <p:cNvSpPr>
            <a:spLocks noGrp="1"/>
          </p:cNvSpPr>
          <p:nvPr>
            <p:ph type="sldNum" sz="quarter" idx="5"/>
          </p:nvPr>
        </p:nvSpPr>
        <p:spPr/>
        <p:txBody>
          <a:bodyPr/>
          <a:lstStyle/>
          <a:p>
            <a:fld id="{40F9C0D5-F939-E849-9736-3BBBCEEAC206}" type="slidenum">
              <a:rPr lang="en-US" smtClean="0"/>
              <a:t>62</a:t>
            </a:fld>
            <a:endParaRPr lang="en-US"/>
          </a:p>
        </p:txBody>
      </p:sp>
    </p:spTree>
    <p:extLst>
      <p:ext uri="{BB962C8B-B14F-4D97-AF65-F5344CB8AC3E}">
        <p14:creationId xmlns:p14="http://schemas.microsoft.com/office/powerpoint/2010/main" val="1978395128"/>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96BA89-6103-2CB6-B35F-6FE6FE227FD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BCD6592-B1F8-E75C-0A2C-83FB4339E21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89646A3-ED31-0710-E801-C08AB7A94E0B}"/>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778FF1E8-D9F2-8013-77C8-1E7EFD5A46E2}"/>
              </a:ext>
            </a:extLst>
          </p:cNvPr>
          <p:cNvSpPr>
            <a:spLocks noGrp="1"/>
          </p:cNvSpPr>
          <p:nvPr>
            <p:ph type="sldNum" sz="quarter" idx="5"/>
          </p:nvPr>
        </p:nvSpPr>
        <p:spPr/>
        <p:txBody>
          <a:bodyPr/>
          <a:lstStyle/>
          <a:p>
            <a:fld id="{40F9C0D5-F939-E849-9736-3BBBCEEAC206}" type="slidenum">
              <a:rPr lang="en-US" smtClean="0"/>
              <a:t>64</a:t>
            </a:fld>
            <a:endParaRPr lang="en-US"/>
          </a:p>
        </p:txBody>
      </p:sp>
    </p:spTree>
    <p:extLst>
      <p:ext uri="{BB962C8B-B14F-4D97-AF65-F5344CB8AC3E}">
        <p14:creationId xmlns:p14="http://schemas.microsoft.com/office/powerpoint/2010/main" val="1703473277"/>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F8297F-6985-21B4-AD47-A9FE382CC0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3DA1B7C-690E-94C5-EF41-A976AAE21CE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55629DB-CEE2-3727-6F20-ABCE855B8970}"/>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F53D517E-6D5B-93C5-8D59-C56987AD81B4}"/>
              </a:ext>
            </a:extLst>
          </p:cNvPr>
          <p:cNvSpPr>
            <a:spLocks noGrp="1"/>
          </p:cNvSpPr>
          <p:nvPr>
            <p:ph type="sldNum" sz="quarter" idx="5"/>
          </p:nvPr>
        </p:nvSpPr>
        <p:spPr/>
        <p:txBody>
          <a:bodyPr/>
          <a:lstStyle/>
          <a:p>
            <a:fld id="{40F9C0D5-F939-E849-9736-3BBBCEEAC206}" type="slidenum">
              <a:rPr lang="en-US" smtClean="0"/>
              <a:t>65</a:t>
            </a:fld>
            <a:endParaRPr lang="en-US"/>
          </a:p>
        </p:txBody>
      </p:sp>
    </p:spTree>
    <p:extLst>
      <p:ext uri="{BB962C8B-B14F-4D97-AF65-F5344CB8AC3E}">
        <p14:creationId xmlns:p14="http://schemas.microsoft.com/office/powerpoint/2010/main" val="13591430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4FCEA9-CE47-2A28-DAAB-859A468E3EF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C597368-2F73-9722-C5AB-DD44370A8B2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7E63AA6-B3EA-944C-ECCC-79DB42BFB3E7}"/>
              </a:ext>
            </a:extLst>
          </p:cNvPr>
          <p:cNvSpPr>
            <a:spLocks noGrp="1"/>
          </p:cNvSpPr>
          <p:nvPr>
            <p:ph type="dt" sz="half" idx="10"/>
          </p:nvPr>
        </p:nvSpPr>
        <p:spPr/>
        <p:txBody>
          <a:bodyPr/>
          <a:lstStyle/>
          <a:p>
            <a:fld id="{145D2656-2129-AB42-A740-7D849748E2FB}" type="datetimeFigureOut">
              <a:rPr lang="en-US" smtClean="0"/>
              <a:t>2/25/2026</a:t>
            </a:fld>
            <a:endParaRPr lang="en-US"/>
          </a:p>
        </p:txBody>
      </p:sp>
      <p:sp>
        <p:nvSpPr>
          <p:cNvPr id="5" name="Footer Placeholder 4">
            <a:extLst>
              <a:ext uri="{FF2B5EF4-FFF2-40B4-BE49-F238E27FC236}">
                <a16:creationId xmlns:a16="http://schemas.microsoft.com/office/drawing/2014/main" id="{BD3E8A3A-1807-07DC-B821-01457246E74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5D16926-7AAD-2C71-166E-B671D28A4884}"/>
              </a:ext>
            </a:extLst>
          </p:cNvPr>
          <p:cNvSpPr>
            <a:spLocks noGrp="1"/>
          </p:cNvSpPr>
          <p:nvPr>
            <p:ph type="sldNum" sz="quarter" idx="12"/>
          </p:nvPr>
        </p:nvSpPr>
        <p:spPr/>
        <p:txBody>
          <a:bodyPr/>
          <a:lstStyle/>
          <a:p>
            <a:fld id="{67CCE217-FC01-0040-830D-2EE4D65D145A}" type="slidenum">
              <a:rPr lang="en-US" smtClean="0"/>
              <a:t>‹#›</a:t>
            </a:fld>
            <a:endParaRPr lang="en-US"/>
          </a:p>
        </p:txBody>
      </p:sp>
    </p:spTree>
    <p:extLst>
      <p:ext uri="{BB962C8B-B14F-4D97-AF65-F5344CB8AC3E}">
        <p14:creationId xmlns:p14="http://schemas.microsoft.com/office/powerpoint/2010/main" val="44621645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8B5871-BFAE-F334-CA48-D014D986395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C30CEE3-F110-86BD-6550-A3ABBA09B87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7030151-B53C-2F4B-D7FB-5E6570E4A18A}"/>
              </a:ext>
            </a:extLst>
          </p:cNvPr>
          <p:cNvSpPr>
            <a:spLocks noGrp="1"/>
          </p:cNvSpPr>
          <p:nvPr>
            <p:ph type="dt" sz="half" idx="10"/>
          </p:nvPr>
        </p:nvSpPr>
        <p:spPr/>
        <p:txBody>
          <a:bodyPr/>
          <a:lstStyle/>
          <a:p>
            <a:fld id="{145D2656-2129-AB42-A740-7D849748E2FB}" type="datetimeFigureOut">
              <a:rPr lang="en-US" smtClean="0"/>
              <a:t>2/25/2026</a:t>
            </a:fld>
            <a:endParaRPr lang="en-US"/>
          </a:p>
        </p:txBody>
      </p:sp>
      <p:sp>
        <p:nvSpPr>
          <p:cNvPr id="5" name="Footer Placeholder 4">
            <a:extLst>
              <a:ext uri="{FF2B5EF4-FFF2-40B4-BE49-F238E27FC236}">
                <a16:creationId xmlns:a16="http://schemas.microsoft.com/office/drawing/2014/main" id="{E88F36F6-E440-C37E-3C05-0D9A5E64F7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71EB46D-ADA0-BCF4-6943-E8F3AE8BDC2F}"/>
              </a:ext>
            </a:extLst>
          </p:cNvPr>
          <p:cNvSpPr>
            <a:spLocks noGrp="1"/>
          </p:cNvSpPr>
          <p:nvPr>
            <p:ph type="sldNum" sz="quarter" idx="12"/>
          </p:nvPr>
        </p:nvSpPr>
        <p:spPr/>
        <p:txBody>
          <a:bodyPr/>
          <a:lstStyle/>
          <a:p>
            <a:fld id="{67CCE217-FC01-0040-830D-2EE4D65D145A}" type="slidenum">
              <a:rPr lang="en-US" smtClean="0"/>
              <a:t>‹#›</a:t>
            </a:fld>
            <a:endParaRPr lang="en-US"/>
          </a:p>
        </p:txBody>
      </p:sp>
    </p:spTree>
    <p:extLst>
      <p:ext uri="{BB962C8B-B14F-4D97-AF65-F5344CB8AC3E}">
        <p14:creationId xmlns:p14="http://schemas.microsoft.com/office/powerpoint/2010/main" val="140286340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32F04E-FCFF-172F-914A-A217B25E0CF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55265B41-2343-F679-72D2-E3EF3D8323A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5909500-CEA9-A699-7AC2-0099634472DB}"/>
              </a:ext>
            </a:extLst>
          </p:cNvPr>
          <p:cNvSpPr>
            <a:spLocks noGrp="1"/>
          </p:cNvSpPr>
          <p:nvPr>
            <p:ph type="dt" sz="half" idx="10"/>
          </p:nvPr>
        </p:nvSpPr>
        <p:spPr/>
        <p:txBody>
          <a:bodyPr/>
          <a:lstStyle/>
          <a:p>
            <a:fld id="{145D2656-2129-AB42-A740-7D849748E2FB}" type="datetimeFigureOut">
              <a:rPr lang="en-US" smtClean="0"/>
              <a:t>2/25/2026</a:t>
            </a:fld>
            <a:endParaRPr lang="en-US"/>
          </a:p>
        </p:txBody>
      </p:sp>
      <p:sp>
        <p:nvSpPr>
          <p:cNvPr id="5" name="Footer Placeholder 4">
            <a:extLst>
              <a:ext uri="{FF2B5EF4-FFF2-40B4-BE49-F238E27FC236}">
                <a16:creationId xmlns:a16="http://schemas.microsoft.com/office/drawing/2014/main" id="{ABD70A86-36F2-2ACD-4FBE-F96A5FD3CF7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A18D393-092B-F3CF-4142-ACBA3FBD180B}"/>
              </a:ext>
            </a:extLst>
          </p:cNvPr>
          <p:cNvSpPr>
            <a:spLocks noGrp="1"/>
          </p:cNvSpPr>
          <p:nvPr>
            <p:ph type="sldNum" sz="quarter" idx="12"/>
          </p:nvPr>
        </p:nvSpPr>
        <p:spPr/>
        <p:txBody>
          <a:bodyPr/>
          <a:lstStyle/>
          <a:p>
            <a:fld id="{67CCE217-FC01-0040-830D-2EE4D65D145A}" type="slidenum">
              <a:rPr lang="en-US" smtClean="0"/>
              <a:t>‹#›</a:t>
            </a:fld>
            <a:endParaRPr lang="en-US"/>
          </a:p>
        </p:txBody>
      </p:sp>
    </p:spTree>
    <p:extLst>
      <p:ext uri="{BB962C8B-B14F-4D97-AF65-F5344CB8AC3E}">
        <p14:creationId xmlns:p14="http://schemas.microsoft.com/office/powerpoint/2010/main" val="400338151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107F05-8A45-256A-5CF4-E45086047BA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F066B93-5892-2B62-2110-20D9223B5D0A}"/>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FFC93F4-456D-1EEA-D8F7-B95D9614138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8408B59-2986-F7C9-E342-D5BECAA8BF4D}"/>
              </a:ext>
            </a:extLst>
          </p:cNvPr>
          <p:cNvSpPr>
            <a:spLocks noGrp="1"/>
          </p:cNvSpPr>
          <p:nvPr>
            <p:ph type="dt" sz="half" idx="10"/>
          </p:nvPr>
        </p:nvSpPr>
        <p:spPr/>
        <p:txBody>
          <a:bodyPr/>
          <a:lstStyle/>
          <a:p>
            <a:fld id="{145D2656-2129-AB42-A740-7D849748E2FB}" type="datetimeFigureOut">
              <a:rPr lang="en-US" smtClean="0"/>
              <a:t>2/25/2026</a:t>
            </a:fld>
            <a:endParaRPr lang="en-US"/>
          </a:p>
        </p:txBody>
      </p:sp>
      <p:sp>
        <p:nvSpPr>
          <p:cNvPr id="6" name="Footer Placeholder 5">
            <a:extLst>
              <a:ext uri="{FF2B5EF4-FFF2-40B4-BE49-F238E27FC236}">
                <a16:creationId xmlns:a16="http://schemas.microsoft.com/office/drawing/2014/main" id="{772B19A2-76FC-B6C2-C3DA-D442D67BC82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13D3D76-9B57-2DB6-596B-2DAB9028E5C3}"/>
              </a:ext>
            </a:extLst>
          </p:cNvPr>
          <p:cNvSpPr>
            <a:spLocks noGrp="1"/>
          </p:cNvSpPr>
          <p:nvPr>
            <p:ph type="sldNum" sz="quarter" idx="12"/>
          </p:nvPr>
        </p:nvSpPr>
        <p:spPr/>
        <p:txBody>
          <a:bodyPr/>
          <a:lstStyle/>
          <a:p>
            <a:fld id="{67CCE217-FC01-0040-830D-2EE4D65D145A}" type="slidenum">
              <a:rPr lang="en-US" smtClean="0"/>
              <a:t>‹#›</a:t>
            </a:fld>
            <a:endParaRPr lang="en-US"/>
          </a:p>
        </p:txBody>
      </p:sp>
    </p:spTree>
    <p:extLst>
      <p:ext uri="{BB962C8B-B14F-4D97-AF65-F5344CB8AC3E}">
        <p14:creationId xmlns:p14="http://schemas.microsoft.com/office/powerpoint/2010/main" val="22707090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62B47F-8D5A-BCC4-5F9E-B4778A25D104}"/>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160D383-6293-ADA0-311B-0856F5D4DD2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3397A44-78A1-0F33-5CD1-FA9ED4B5DE9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6933E07-0A61-3E0E-A3A6-A13D7E76CE4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910F0F9-8B51-90D2-3B36-11BD152654E3}"/>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FC93569-F15A-0349-4F29-3EAE9E286622}"/>
              </a:ext>
            </a:extLst>
          </p:cNvPr>
          <p:cNvSpPr>
            <a:spLocks noGrp="1"/>
          </p:cNvSpPr>
          <p:nvPr>
            <p:ph type="dt" sz="half" idx="10"/>
          </p:nvPr>
        </p:nvSpPr>
        <p:spPr/>
        <p:txBody>
          <a:bodyPr/>
          <a:lstStyle/>
          <a:p>
            <a:fld id="{145D2656-2129-AB42-A740-7D849748E2FB}" type="datetimeFigureOut">
              <a:rPr lang="en-US" smtClean="0"/>
              <a:t>2/25/2026</a:t>
            </a:fld>
            <a:endParaRPr lang="en-US"/>
          </a:p>
        </p:txBody>
      </p:sp>
      <p:sp>
        <p:nvSpPr>
          <p:cNvPr id="8" name="Footer Placeholder 7">
            <a:extLst>
              <a:ext uri="{FF2B5EF4-FFF2-40B4-BE49-F238E27FC236}">
                <a16:creationId xmlns:a16="http://schemas.microsoft.com/office/drawing/2014/main" id="{26C6A663-8315-A5CB-DEC8-3623C35463C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0D0D504-1E48-0581-E10D-20D61B40409F}"/>
              </a:ext>
            </a:extLst>
          </p:cNvPr>
          <p:cNvSpPr>
            <a:spLocks noGrp="1"/>
          </p:cNvSpPr>
          <p:nvPr>
            <p:ph type="sldNum" sz="quarter" idx="12"/>
          </p:nvPr>
        </p:nvSpPr>
        <p:spPr/>
        <p:txBody>
          <a:bodyPr/>
          <a:lstStyle/>
          <a:p>
            <a:fld id="{67CCE217-FC01-0040-830D-2EE4D65D145A}" type="slidenum">
              <a:rPr lang="en-US" smtClean="0"/>
              <a:t>‹#›</a:t>
            </a:fld>
            <a:endParaRPr lang="en-US"/>
          </a:p>
        </p:txBody>
      </p:sp>
    </p:spTree>
    <p:extLst>
      <p:ext uri="{BB962C8B-B14F-4D97-AF65-F5344CB8AC3E}">
        <p14:creationId xmlns:p14="http://schemas.microsoft.com/office/powerpoint/2010/main" val="16346497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5F71F4-0FCC-0F58-040C-61A150E3DE5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E35FC37-8DD6-9FC8-5A3C-D0B02EB835DF}"/>
              </a:ext>
            </a:extLst>
          </p:cNvPr>
          <p:cNvSpPr>
            <a:spLocks noGrp="1"/>
          </p:cNvSpPr>
          <p:nvPr>
            <p:ph type="dt" sz="half" idx="10"/>
          </p:nvPr>
        </p:nvSpPr>
        <p:spPr/>
        <p:txBody>
          <a:bodyPr/>
          <a:lstStyle/>
          <a:p>
            <a:fld id="{145D2656-2129-AB42-A740-7D849748E2FB}" type="datetimeFigureOut">
              <a:rPr lang="en-US" smtClean="0"/>
              <a:t>2/25/2026</a:t>
            </a:fld>
            <a:endParaRPr lang="en-US"/>
          </a:p>
        </p:txBody>
      </p:sp>
      <p:sp>
        <p:nvSpPr>
          <p:cNvPr id="4" name="Footer Placeholder 3">
            <a:extLst>
              <a:ext uri="{FF2B5EF4-FFF2-40B4-BE49-F238E27FC236}">
                <a16:creationId xmlns:a16="http://schemas.microsoft.com/office/drawing/2014/main" id="{2434C48C-894F-E533-A8C1-75A2A2F9F78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FC2ADE3-1088-24D7-0347-561636A8B55E}"/>
              </a:ext>
            </a:extLst>
          </p:cNvPr>
          <p:cNvSpPr>
            <a:spLocks noGrp="1"/>
          </p:cNvSpPr>
          <p:nvPr>
            <p:ph type="sldNum" sz="quarter" idx="12"/>
          </p:nvPr>
        </p:nvSpPr>
        <p:spPr/>
        <p:txBody>
          <a:bodyPr/>
          <a:lstStyle/>
          <a:p>
            <a:fld id="{67CCE217-FC01-0040-830D-2EE4D65D145A}" type="slidenum">
              <a:rPr lang="en-US" smtClean="0"/>
              <a:t>‹#›</a:t>
            </a:fld>
            <a:endParaRPr lang="en-US"/>
          </a:p>
        </p:txBody>
      </p:sp>
    </p:spTree>
    <p:extLst>
      <p:ext uri="{BB962C8B-B14F-4D97-AF65-F5344CB8AC3E}">
        <p14:creationId xmlns:p14="http://schemas.microsoft.com/office/powerpoint/2010/main" val="41670382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5E91525-063B-DAF2-DA80-DC6A70B7A83A}"/>
              </a:ext>
            </a:extLst>
          </p:cNvPr>
          <p:cNvSpPr>
            <a:spLocks noGrp="1"/>
          </p:cNvSpPr>
          <p:nvPr>
            <p:ph type="dt" sz="half" idx="10"/>
          </p:nvPr>
        </p:nvSpPr>
        <p:spPr/>
        <p:txBody>
          <a:bodyPr/>
          <a:lstStyle/>
          <a:p>
            <a:fld id="{145D2656-2129-AB42-A740-7D849748E2FB}" type="datetimeFigureOut">
              <a:rPr lang="en-US" smtClean="0"/>
              <a:t>2/25/2026</a:t>
            </a:fld>
            <a:endParaRPr lang="en-US"/>
          </a:p>
        </p:txBody>
      </p:sp>
      <p:sp>
        <p:nvSpPr>
          <p:cNvPr id="3" name="Footer Placeholder 2">
            <a:extLst>
              <a:ext uri="{FF2B5EF4-FFF2-40B4-BE49-F238E27FC236}">
                <a16:creationId xmlns:a16="http://schemas.microsoft.com/office/drawing/2014/main" id="{CA107C50-984F-36D6-DD39-11295E97789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EB33AD5-9A0F-9A87-A191-4E9113F7A76E}"/>
              </a:ext>
            </a:extLst>
          </p:cNvPr>
          <p:cNvSpPr>
            <a:spLocks noGrp="1"/>
          </p:cNvSpPr>
          <p:nvPr>
            <p:ph type="sldNum" sz="quarter" idx="12"/>
          </p:nvPr>
        </p:nvSpPr>
        <p:spPr/>
        <p:txBody>
          <a:bodyPr/>
          <a:lstStyle/>
          <a:p>
            <a:fld id="{67CCE217-FC01-0040-830D-2EE4D65D145A}" type="slidenum">
              <a:rPr lang="en-US" smtClean="0"/>
              <a:t>‹#›</a:t>
            </a:fld>
            <a:endParaRPr lang="en-US"/>
          </a:p>
        </p:txBody>
      </p:sp>
    </p:spTree>
    <p:extLst>
      <p:ext uri="{BB962C8B-B14F-4D97-AF65-F5344CB8AC3E}">
        <p14:creationId xmlns:p14="http://schemas.microsoft.com/office/powerpoint/2010/main" val="41148267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E4F238-6418-F9E3-8E58-3D3957B6592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0A591732-CDEB-F3FC-E3B8-17A16FE4BFB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24C0C5A-4DA6-F19C-AA6C-F7ADD9EB653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CA88AE2-0273-A932-2D80-321216E5AB2B}"/>
              </a:ext>
            </a:extLst>
          </p:cNvPr>
          <p:cNvSpPr>
            <a:spLocks noGrp="1"/>
          </p:cNvSpPr>
          <p:nvPr>
            <p:ph type="dt" sz="half" idx="10"/>
          </p:nvPr>
        </p:nvSpPr>
        <p:spPr/>
        <p:txBody>
          <a:bodyPr/>
          <a:lstStyle/>
          <a:p>
            <a:fld id="{145D2656-2129-AB42-A740-7D849748E2FB}" type="datetimeFigureOut">
              <a:rPr lang="en-US" smtClean="0"/>
              <a:t>2/25/2026</a:t>
            </a:fld>
            <a:endParaRPr lang="en-US"/>
          </a:p>
        </p:txBody>
      </p:sp>
      <p:sp>
        <p:nvSpPr>
          <p:cNvPr id="6" name="Footer Placeholder 5">
            <a:extLst>
              <a:ext uri="{FF2B5EF4-FFF2-40B4-BE49-F238E27FC236}">
                <a16:creationId xmlns:a16="http://schemas.microsoft.com/office/drawing/2014/main" id="{C2F72CB6-7990-4572-D53E-B2A599DDA4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6BECB8F-D168-87C6-84C3-B45718C1547F}"/>
              </a:ext>
            </a:extLst>
          </p:cNvPr>
          <p:cNvSpPr>
            <a:spLocks noGrp="1"/>
          </p:cNvSpPr>
          <p:nvPr>
            <p:ph type="sldNum" sz="quarter" idx="12"/>
          </p:nvPr>
        </p:nvSpPr>
        <p:spPr/>
        <p:txBody>
          <a:bodyPr/>
          <a:lstStyle/>
          <a:p>
            <a:fld id="{67CCE217-FC01-0040-830D-2EE4D65D145A}" type="slidenum">
              <a:rPr lang="en-US" smtClean="0"/>
              <a:t>‹#›</a:t>
            </a:fld>
            <a:endParaRPr lang="en-US"/>
          </a:p>
        </p:txBody>
      </p:sp>
    </p:spTree>
    <p:extLst>
      <p:ext uri="{BB962C8B-B14F-4D97-AF65-F5344CB8AC3E}">
        <p14:creationId xmlns:p14="http://schemas.microsoft.com/office/powerpoint/2010/main" val="30228569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81779B-031B-EBFA-FA97-7ECFB2FD7D2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DD5B15B8-3616-70ED-C5C5-D81C0F052B5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AB503BF-1B84-CE09-DFB5-FE33C916AA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EEF1293-E90D-4BDC-9392-84725811BB1D}"/>
              </a:ext>
            </a:extLst>
          </p:cNvPr>
          <p:cNvSpPr>
            <a:spLocks noGrp="1"/>
          </p:cNvSpPr>
          <p:nvPr>
            <p:ph type="dt" sz="half" idx="10"/>
          </p:nvPr>
        </p:nvSpPr>
        <p:spPr/>
        <p:txBody>
          <a:bodyPr/>
          <a:lstStyle/>
          <a:p>
            <a:fld id="{145D2656-2129-AB42-A740-7D849748E2FB}" type="datetimeFigureOut">
              <a:rPr lang="en-US" smtClean="0"/>
              <a:t>2/25/2026</a:t>
            </a:fld>
            <a:endParaRPr lang="en-US"/>
          </a:p>
        </p:txBody>
      </p:sp>
      <p:sp>
        <p:nvSpPr>
          <p:cNvPr id="6" name="Footer Placeholder 5">
            <a:extLst>
              <a:ext uri="{FF2B5EF4-FFF2-40B4-BE49-F238E27FC236}">
                <a16:creationId xmlns:a16="http://schemas.microsoft.com/office/drawing/2014/main" id="{60DCE908-84A8-AA06-0396-2A8C97441B7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A371AF4-81CD-C88B-295E-37ADDCA8AFE9}"/>
              </a:ext>
            </a:extLst>
          </p:cNvPr>
          <p:cNvSpPr>
            <a:spLocks noGrp="1"/>
          </p:cNvSpPr>
          <p:nvPr>
            <p:ph type="sldNum" sz="quarter" idx="12"/>
          </p:nvPr>
        </p:nvSpPr>
        <p:spPr/>
        <p:txBody>
          <a:bodyPr/>
          <a:lstStyle/>
          <a:p>
            <a:fld id="{67CCE217-FC01-0040-830D-2EE4D65D145A}" type="slidenum">
              <a:rPr lang="en-US" smtClean="0"/>
              <a:t>‹#›</a:t>
            </a:fld>
            <a:endParaRPr lang="en-US"/>
          </a:p>
        </p:txBody>
      </p:sp>
    </p:spTree>
    <p:extLst>
      <p:ext uri="{BB962C8B-B14F-4D97-AF65-F5344CB8AC3E}">
        <p14:creationId xmlns:p14="http://schemas.microsoft.com/office/powerpoint/2010/main" val="310709835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B88D3-6642-2FFB-2E3E-94DF412CD7C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49D6D73-3419-FBBD-ADE9-4F4717865079}"/>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A655446-41D5-3C62-C9BC-E008EB0D9900}"/>
              </a:ext>
            </a:extLst>
          </p:cNvPr>
          <p:cNvSpPr>
            <a:spLocks noGrp="1"/>
          </p:cNvSpPr>
          <p:nvPr>
            <p:ph type="dt" sz="half" idx="10"/>
          </p:nvPr>
        </p:nvSpPr>
        <p:spPr/>
        <p:txBody>
          <a:bodyPr/>
          <a:lstStyle/>
          <a:p>
            <a:fld id="{145D2656-2129-AB42-A740-7D849748E2FB}" type="datetimeFigureOut">
              <a:rPr lang="en-US" smtClean="0"/>
              <a:t>2/25/2026</a:t>
            </a:fld>
            <a:endParaRPr lang="en-US"/>
          </a:p>
        </p:txBody>
      </p:sp>
      <p:sp>
        <p:nvSpPr>
          <p:cNvPr id="5" name="Footer Placeholder 4">
            <a:extLst>
              <a:ext uri="{FF2B5EF4-FFF2-40B4-BE49-F238E27FC236}">
                <a16:creationId xmlns:a16="http://schemas.microsoft.com/office/drawing/2014/main" id="{AC0B046C-8123-1C14-5A99-B8F28E7A1DD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CDA5039-29F5-1AAF-E3F2-91463E155F54}"/>
              </a:ext>
            </a:extLst>
          </p:cNvPr>
          <p:cNvSpPr>
            <a:spLocks noGrp="1"/>
          </p:cNvSpPr>
          <p:nvPr>
            <p:ph type="sldNum" sz="quarter" idx="12"/>
          </p:nvPr>
        </p:nvSpPr>
        <p:spPr/>
        <p:txBody>
          <a:bodyPr/>
          <a:lstStyle/>
          <a:p>
            <a:fld id="{67CCE217-FC01-0040-830D-2EE4D65D145A}" type="slidenum">
              <a:rPr lang="en-US" smtClean="0"/>
              <a:t>‹#›</a:t>
            </a:fld>
            <a:endParaRPr lang="en-US"/>
          </a:p>
        </p:txBody>
      </p:sp>
    </p:spTree>
    <p:extLst>
      <p:ext uri="{BB962C8B-B14F-4D97-AF65-F5344CB8AC3E}">
        <p14:creationId xmlns:p14="http://schemas.microsoft.com/office/powerpoint/2010/main" val="17645902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43DBF0B-DEEF-F219-4B09-2A5AF68DB93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20CBF3C-7906-D8A6-3F9C-961EF3BD959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464F4C-8F24-2243-A774-915AFBA30C40}"/>
              </a:ext>
            </a:extLst>
          </p:cNvPr>
          <p:cNvSpPr>
            <a:spLocks noGrp="1"/>
          </p:cNvSpPr>
          <p:nvPr>
            <p:ph type="dt" sz="half" idx="10"/>
          </p:nvPr>
        </p:nvSpPr>
        <p:spPr/>
        <p:txBody>
          <a:bodyPr/>
          <a:lstStyle/>
          <a:p>
            <a:fld id="{145D2656-2129-AB42-A740-7D849748E2FB}" type="datetimeFigureOut">
              <a:rPr lang="en-US" smtClean="0"/>
              <a:t>2/25/2026</a:t>
            </a:fld>
            <a:endParaRPr lang="en-US"/>
          </a:p>
        </p:txBody>
      </p:sp>
      <p:sp>
        <p:nvSpPr>
          <p:cNvPr id="5" name="Footer Placeholder 4">
            <a:extLst>
              <a:ext uri="{FF2B5EF4-FFF2-40B4-BE49-F238E27FC236}">
                <a16:creationId xmlns:a16="http://schemas.microsoft.com/office/drawing/2014/main" id="{9A54B006-1708-4DD7-076E-1110B2B6C2C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10CC91F-4B40-D53C-C879-20C06CA4B354}"/>
              </a:ext>
            </a:extLst>
          </p:cNvPr>
          <p:cNvSpPr>
            <a:spLocks noGrp="1"/>
          </p:cNvSpPr>
          <p:nvPr>
            <p:ph type="sldNum" sz="quarter" idx="12"/>
          </p:nvPr>
        </p:nvSpPr>
        <p:spPr/>
        <p:txBody>
          <a:bodyPr/>
          <a:lstStyle/>
          <a:p>
            <a:fld id="{67CCE217-FC01-0040-830D-2EE4D65D145A}" type="slidenum">
              <a:rPr lang="en-US" smtClean="0"/>
              <a:t>‹#›</a:t>
            </a:fld>
            <a:endParaRPr lang="en-US"/>
          </a:p>
        </p:txBody>
      </p:sp>
    </p:spTree>
    <p:extLst>
      <p:ext uri="{BB962C8B-B14F-4D97-AF65-F5344CB8AC3E}">
        <p14:creationId xmlns:p14="http://schemas.microsoft.com/office/powerpoint/2010/main" val="98818816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D4083B2-5238-7F8E-D6B9-9A3B4E031FD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42566FB-5B66-B0F1-B95B-9135243FE31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5349770-0E7C-E4CB-AEF7-663DE3E0617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45D2656-2129-AB42-A740-7D849748E2FB}" type="datetimeFigureOut">
              <a:rPr lang="en-US" smtClean="0"/>
              <a:t>2/25/2026</a:t>
            </a:fld>
            <a:endParaRPr lang="en-US"/>
          </a:p>
        </p:txBody>
      </p:sp>
      <p:sp>
        <p:nvSpPr>
          <p:cNvPr id="5" name="Footer Placeholder 4">
            <a:extLst>
              <a:ext uri="{FF2B5EF4-FFF2-40B4-BE49-F238E27FC236}">
                <a16:creationId xmlns:a16="http://schemas.microsoft.com/office/drawing/2014/main" id="{028FC3E7-0A45-AC33-F552-EE7B1D34DCB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0FDA6720-122C-2237-9C9C-B79F840B373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7CCE217-FC01-0040-830D-2EE4D65D145A}" type="slidenum">
              <a:rPr lang="en-US" smtClean="0"/>
              <a:t>‹#›</a:t>
            </a:fld>
            <a:endParaRPr lang="en-US"/>
          </a:p>
        </p:txBody>
      </p:sp>
    </p:spTree>
    <p:extLst>
      <p:ext uri="{BB962C8B-B14F-4D97-AF65-F5344CB8AC3E}">
        <p14:creationId xmlns:p14="http://schemas.microsoft.com/office/powerpoint/2010/main" val="243774984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www.linkedin.com/in/yun-ke-a126723/" TargetMode="External"/><Relationship Id="rId2" Type="http://schemas.openxmlformats.org/officeDocument/2006/relationships/hyperlink" Target="https://www.linkedin.com/in/247arjun" TargetMode="External"/><Relationship Id="rId1" Type="http://schemas.openxmlformats.org/officeDocument/2006/relationships/slideLayout" Target="../slideLayouts/slideLayout2.xml"/><Relationship Id="rId4" Type="http://schemas.openxmlformats.org/officeDocument/2006/relationships/hyperlink" Target="https://www.linkedin.com/in/parsiya/"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hyperlink" Target="https://semgrep.dev/docs/writing-rules/rule-syntax#required" TargetMode="External"/></Relationships>
</file>

<file path=ppt/slides/_rels/slide18.xml.rels><?xml version="1.0" encoding="UTF-8" standalone="yes"?>
<Relationships xmlns="http://schemas.openxmlformats.org/package/2006/relationships"><Relationship Id="rId3" Type="http://schemas.openxmlformats.org/officeDocument/2006/relationships/hyperlink" Target="https://semgrep.dev/docs/writing-rules/rule-syntax#required" TargetMode="External"/><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4.png"/></Relationships>
</file>

<file path=ppt/slides/_rels/slide19.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20.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18.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hyperlink" Target="https://github.com/django/django/blob/main/django/http/request.py" TargetMode="External"/></Relationships>
</file>

<file path=ppt/slides/_rels/slide23.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20.png"/><Relationship Id="rId4" Type="http://schemas.openxmlformats.org/officeDocument/2006/relationships/image" Target="../media/image19.png"/></Relationships>
</file>

<file path=ppt/slides/_rels/slide24.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22.png"/><Relationship Id="rId4" Type="http://schemas.openxmlformats.org/officeDocument/2006/relationships/image" Target="../media/image21.png"/></Relationships>
</file>

<file path=ppt/slides/_rels/slide25.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hyperlink" Target="https://github.com/django/django/blob/main/django/http/request.py" TargetMode="External"/></Relationships>
</file>

<file path=ppt/slides/_rels/slide26.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s>
</file>

<file path=ppt/slides/_rels/slide2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hyperlink" Target="https://semgrep.dev/docs/writing-rules/rule-syntax" TargetMode="External"/><Relationship Id="rId4" Type="http://schemas.openxmlformats.org/officeDocument/2006/relationships/image" Target="../media/image27.png"/></Relationships>
</file>

<file path=ppt/slides/_rels/slide28.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22.xml"/><Relationship Id="rId1" Type="http://schemas.openxmlformats.org/officeDocument/2006/relationships/slideLayout" Target="../slideLayouts/slideLayout2.xml"/><Relationship Id="rId5" Type="http://schemas.openxmlformats.org/officeDocument/2006/relationships/image" Target="../media/image29.png"/><Relationship Id="rId4" Type="http://schemas.openxmlformats.org/officeDocument/2006/relationships/image" Target="../media/image28.png"/></Relationships>
</file>

<file path=ppt/slides/_rels/slide29.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image" Target="../media/image31.png"/><Relationship Id="rId4" Type="http://schemas.openxmlformats.org/officeDocument/2006/relationships/image" Target="../media/image30.png"/></Relationships>
</file>

<file path=ppt/slides/_rels/slide30.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hyperlink" Target="https://github.com/django/django/blob/main/django/http/request.py" TargetMode="External"/></Relationships>
</file>

<file path=ppt/slides/_rels/slide31.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32.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26.xml"/><Relationship Id="rId1" Type="http://schemas.openxmlformats.org/officeDocument/2006/relationships/slideLayout" Target="../slideLayouts/slideLayout2.xml"/><Relationship Id="rId5" Type="http://schemas.openxmlformats.org/officeDocument/2006/relationships/image" Target="../media/image34.png"/><Relationship Id="rId4" Type="http://schemas.openxmlformats.org/officeDocument/2006/relationships/image" Target="../media/image33.png"/></Relationships>
</file>

<file path=ppt/slides/_rels/slide33.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hyperlink" Target="https://github.com/django/django/blob/main/django/http/request.py" TargetMode="External"/></Relationships>
</file>

<file path=ppt/slides/_rels/slide34.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35.png"/></Relationships>
</file>

<file path=ppt/slides/_rels/slide35.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37.png"/><Relationship Id="rId4" Type="http://schemas.openxmlformats.org/officeDocument/2006/relationships/image" Target="../media/image36.png"/></Relationships>
</file>

<file path=ppt/slides/_rels/slide36.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hyperlink" Target="https://github.com/django/django/blob/main/django/http/request.py" TargetMode="External"/></Relationships>
</file>

<file path=ppt/slides/_rels/slide37.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38.png"/></Relationships>
</file>

<file path=ppt/slides/_rels/slide38.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32.xml"/><Relationship Id="rId1" Type="http://schemas.openxmlformats.org/officeDocument/2006/relationships/slideLayout" Target="../slideLayouts/slideLayout2.xml"/><Relationship Id="rId5" Type="http://schemas.openxmlformats.org/officeDocument/2006/relationships/image" Target="../media/image31.png"/><Relationship Id="rId4" Type="http://schemas.openxmlformats.org/officeDocument/2006/relationships/image" Target="../media/image30.png"/></Relationships>
</file>

<file path=ppt/slides/_rels/slide39.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hyperlink" Target="https://github.com/django/django/blob/main/django/http/request.py" TargetMode="External"/></Relationships>
</file>

<file path=ppt/slides/_rels/slide40.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39.png"/></Relationships>
</file>

<file path=ppt/slides/_rels/slide41.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41.png"/><Relationship Id="rId4" Type="http://schemas.openxmlformats.org/officeDocument/2006/relationships/image" Target="../media/image40.png"/></Relationships>
</file>

<file path=ppt/slides/_rels/slide42.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hyperlink" Target="https://github.com/django/django/blob/main/django/http/request.py" TargetMode="External"/></Relationships>
</file>

<file path=ppt/slides/_rels/slide43.xml.rels><?xml version="1.0" encoding="UTF-8" standalone="yes"?>
<Relationships xmlns="http://schemas.openxmlformats.org/package/2006/relationships"><Relationship Id="rId3" Type="http://schemas.openxmlformats.org/officeDocument/2006/relationships/hyperlink" Target="https://semgrep.dev/docs/writing-rules/rule-syntax" TargetMode="External"/><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4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46.xml.rels><?xml version="1.0" encoding="UTF-8" standalone="yes"?>
<Relationships xmlns="http://schemas.openxmlformats.org/package/2006/relationships"><Relationship Id="rId3" Type="http://schemas.openxmlformats.org/officeDocument/2006/relationships/hyperlink" Target="semgrep-rules/python/aws-lambda/security/tainted-code-exec.py" TargetMode="External"/><Relationship Id="rId2" Type="http://schemas.openxmlformats.org/officeDocument/2006/relationships/notesSlide" Target="../notesSlides/notesSlide39.xml"/><Relationship Id="rId1" Type="http://schemas.openxmlformats.org/officeDocument/2006/relationships/slideLayout" Target="../slideLayouts/slideLayout2.xml"/><Relationship Id="rId5" Type="http://schemas.openxmlformats.org/officeDocument/2006/relationships/image" Target="../media/image46.png"/><Relationship Id="rId4" Type="http://schemas.openxmlformats.org/officeDocument/2006/relationships/image" Target="../media/image45.png"/></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2.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54.xml"/><Relationship Id="rId1" Type="http://schemas.openxmlformats.org/officeDocument/2006/relationships/slideLayout" Target="../slideLayouts/slideLayout2.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4.xml.rels><?xml version="1.0" encoding="UTF-8" standalone="yes"?>
<Relationships xmlns="http://schemas.openxmlformats.org/package/2006/relationships"><Relationship Id="rId3" Type="http://schemas.openxmlformats.org/officeDocument/2006/relationships/diagramData" Target="../diagrams/data6.xml"/><Relationship Id="rId7" Type="http://schemas.microsoft.com/office/2007/relationships/diagramDrawing" Target="../diagrams/drawing6.xml"/><Relationship Id="rId2" Type="http://schemas.openxmlformats.org/officeDocument/2006/relationships/notesSlide" Target="../notesSlides/notesSlide55.xml"/><Relationship Id="rId1" Type="http://schemas.openxmlformats.org/officeDocument/2006/relationships/slideLayout" Target="../slideLayouts/slideLayout2.xml"/><Relationship Id="rId6" Type="http://schemas.openxmlformats.org/officeDocument/2006/relationships/diagramColors" Target="../diagrams/colors6.xml"/><Relationship Id="rId5" Type="http://schemas.openxmlformats.org/officeDocument/2006/relationships/diagramQuickStyle" Target="../diagrams/quickStyle6.xml"/><Relationship Id="rId4" Type="http://schemas.openxmlformats.org/officeDocument/2006/relationships/diagramLayout" Target="../diagrams/layout6.xml"/></Relationships>
</file>

<file path=ppt/slides/_rels/slide65.xml.rels><?xml version="1.0" encoding="UTF-8" standalone="yes"?>
<Relationships xmlns="http://schemas.openxmlformats.org/package/2006/relationships"><Relationship Id="rId8" Type="http://schemas.openxmlformats.org/officeDocument/2006/relationships/hyperlink" Target="https://semgrep.dev/docs/writing-rules/overview" TargetMode="External"/><Relationship Id="rId3" Type="http://schemas.openxmlformats.org/officeDocument/2006/relationships/hyperlink" Target="https://academy.semgrep.dev/courses/semgrep-101" TargetMode="External"/><Relationship Id="rId7" Type="http://schemas.openxmlformats.org/officeDocument/2006/relationships/hyperlink" Target="https://semgrep.dev/docs/getting-started/cli" TargetMode="External"/><Relationship Id="rId2" Type="http://schemas.openxmlformats.org/officeDocument/2006/relationships/notesSlide" Target="../notesSlides/notesSlide56.xml"/><Relationship Id="rId1" Type="http://schemas.openxmlformats.org/officeDocument/2006/relationships/slideLayout" Target="../slideLayouts/slideLayout2.xml"/><Relationship Id="rId6" Type="http://schemas.openxmlformats.org/officeDocument/2006/relationships/hyperlink" Target="https://semgrep.dev/docs/getting-started/quickstart" TargetMode="External"/><Relationship Id="rId5" Type="http://schemas.openxmlformats.org/officeDocument/2006/relationships/hyperlink" Target="https://academy.semgrep.dev/courses/custom-rules" TargetMode="External"/><Relationship Id="rId4" Type="http://schemas.openxmlformats.org/officeDocument/2006/relationships/hyperlink" Target="https://academy.semgrep.dev/courses/secure-coding" TargetMode="External"/><Relationship Id="rId9" Type="http://schemas.openxmlformats.org/officeDocument/2006/relationships/hyperlink" Target="https://semgrep.dev/docs/writing-rules/rule-ideas" TargetMode="Externa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2" name="Rectangle 201">
            <a:extLst>
              <a:ext uri="{FF2B5EF4-FFF2-40B4-BE49-F238E27FC236}">
                <a16:creationId xmlns:a16="http://schemas.microsoft.com/office/drawing/2014/main" id="{489B7BFD-8F45-4093-AD9C-91B15B0503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04" name="Group 203">
            <a:extLst>
              <a:ext uri="{FF2B5EF4-FFF2-40B4-BE49-F238E27FC236}">
                <a16:creationId xmlns:a16="http://schemas.microsoft.com/office/drawing/2014/main" id="{042BC7E5-76DB-4826-8C07-4A49B6353F7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479558"/>
            <a:ext cx="1861854" cy="717514"/>
            <a:chOff x="0" y="1479558"/>
            <a:chExt cx="1861854" cy="717514"/>
          </a:xfrm>
          <a:solidFill>
            <a:schemeClr val="bg1"/>
          </a:solidFill>
        </p:grpSpPr>
        <p:sp>
          <p:nvSpPr>
            <p:cNvPr id="205" name="Freeform: Shape 204">
              <a:extLst>
                <a:ext uri="{FF2B5EF4-FFF2-40B4-BE49-F238E27FC236}">
                  <a16:creationId xmlns:a16="http://schemas.microsoft.com/office/drawing/2014/main" id="{E16C8D8F-10E9-4498-ABDB-0F923F8B683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1479558"/>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7963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283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7963"/>
                  </a:lnTo>
                  <a:lnTo>
                    <a:pt x="1613277" y="39017"/>
                  </a:lnTo>
                  <a:lnTo>
                    <a:pt x="1374516" y="277779"/>
                  </a:lnTo>
                  <a:lnTo>
                    <a:pt x="1135754" y="39017"/>
                  </a:lnTo>
                  <a:lnTo>
                    <a:pt x="896745" y="277779"/>
                  </a:lnTo>
                  <a:lnTo>
                    <a:pt x="657984" y="39017"/>
                  </a:lnTo>
                  <a:lnTo>
                    <a:pt x="419222" y="277779"/>
                  </a:lnTo>
                  <a:lnTo>
                    <a:pt x="180458" y="39017"/>
                  </a:lnTo>
                  <a:lnTo>
                    <a:pt x="0" y="219283"/>
                  </a:lnTo>
                  <a:lnTo>
                    <a:pt x="0" y="180458"/>
                  </a:lnTo>
                  <a:close/>
                </a:path>
              </a:pathLst>
            </a:custGeom>
            <a:grpFill/>
            <a:ln w="9525" cap="flat">
              <a:noFill/>
              <a:prstDash val="solid"/>
              <a:miter/>
            </a:ln>
          </p:spPr>
          <p:txBody>
            <a:bodyPr wrap="square" rtlCol="0" anchor="ctr">
              <a:noAutofit/>
            </a:bodyPr>
            <a:lstStyle/>
            <a:p>
              <a:endParaRPr lang="en-US"/>
            </a:p>
          </p:txBody>
        </p:sp>
        <p:sp>
          <p:nvSpPr>
            <p:cNvPr id="206" name="Freeform: Shape 205">
              <a:extLst>
                <a:ext uri="{FF2B5EF4-FFF2-40B4-BE49-F238E27FC236}">
                  <a16:creationId xmlns:a16="http://schemas.microsoft.com/office/drawing/2014/main" id="{1E5A83E3-8A11-4492-BB6E-F5F2240316F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1919293"/>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8208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475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8208"/>
                  </a:lnTo>
                  <a:lnTo>
                    <a:pt x="1613277" y="39017"/>
                  </a:lnTo>
                  <a:lnTo>
                    <a:pt x="1374516" y="277779"/>
                  </a:lnTo>
                  <a:lnTo>
                    <a:pt x="1135754" y="39017"/>
                  </a:lnTo>
                  <a:lnTo>
                    <a:pt x="896745" y="277779"/>
                  </a:lnTo>
                  <a:lnTo>
                    <a:pt x="657984" y="39017"/>
                  </a:lnTo>
                  <a:lnTo>
                    <a:pt x="419222" y="277779"/>
                  </a:lnTo>
                  <a:lnTo>
                    <a:pt x="180458" y="39017"/>
                  </a:lnTo>
                  <a:lnTo>
                    <a:pt x="0" y="219475"/>
                  </a:lnTo>
                  <a:lnTo>
                    <a:pt x="0" y="180458"/>
                  </a:lnTo>
                  <a:close/>
                </a:path>
              </a:pathLst>
            </a:custGeom>
            <a:grpFill/>
            <a:ln w="9525" cap="flat">
              <a:noFill/>
              <a:prstDash val="solid"/>
              <a:miter/>
            </a:ln>
          </p:spPr>
          <p:txBody>
            <a:bodyPr wrap="square" rtlCol="0" anchor="ctr">
              <a:noAutofit/>
            </a:bodyPr>
            <a:lstStyle/>
            <a:p>
              <a:endParaRPr lang="en-US"/>
            </a:p>
          </p:txBody>
        </p:sp>
      </p:grpSp>
      <p:sp>
        <p:nvSpPr>
          <p:cNvPr id="208" name="Freeform: Shape 207">
            <a:extLst>
              <a:ext uri="{FF2B5EF4-FFF2-40B4-BE49-F238E27FC236}">
                <a16:creationId xmlns:a16="http://schemas.microsoft.com/office/drawing/2014/main" id="{498F8FF6-43B4-494A-AF8F-123A4983ED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018992" y="-34538"/>
            <a:ext cx="6655405" cy="6335470"/>
          </a:xfrm>
          <a:custGeom>
            <a:avLst/>
            <a:gdLst>
              <a:gd name="connsiteX0" fmla="*/ 1825048 w 6355652"/>
              <a:gd name="connsiteY0" fmla="*/ 0 h 6050127"/>
              <a:gd name="connsiteX1" fmla="*/ 4530604 w 6355652"/>
              <a:gd name="connsiteY1" fmla="*/ 0 h 6050127"/>
              <a:gd name="connsiteX2" fmla="*/ 4692567 w 6355652"/>
              <a:gd name="connsiteY2" fmla="*/ 78022 h 6050127"/>
              <a:gd name="connsiteX3" fmla="*/ 6355652 w 6355652"/>
              <a:gd name="connsiteY3" fmla="*/ 2872301 h 6050127"/>
              <a:gd name="connsiteX4" fmla="*/ 3177826 w 6355652"/>
              <a:gd name="connsiteY4" fmla="*/ 6050127 h 6050127"/>
              <a:gd name="connsiteX5" fmla="*/ 0 w 6355652"/>
              <a:gd name="connsiteY5" fmla="*/ 2872301 h 6050127"/>
              <a:gd name="connsiteX6" fmla="*/ 1663086 w 6355652"/>
              <a:gd name="connsiteY6" fmla="*/ 78022 h 60501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355652" h="6050127">
                <a:moveTo>
                  <a:pt x="1825048" y="0"/>
                </a:moveTo>
                <a:lnTo>
                  <a:pt x="4530604" y="0"/>
                </a:lnTo>
                <a:lnTo>
                  <a:pt x="4692567" y="78022"/>
                </a:lnTo>
                <a:cubicBezTo>
                  <a:pt x="5683175" y="616152"/>
                  <a:pt x="6355652" y="1665694"/>
                  <a:pt x="6355652" y="2872301"/>
                </a:cubicBezTo>
                <a:cubicBezTo>
                  <a:pt x="6355652" y="4627366"/>
                  <a:pt x="4932891" y="6050127"/>
                  <a:pt x="3177826" y="6050127"/>
                </a:cubicBezTo>
                <a:cubicBezTo>
                  <a:pt x="1422761" y="6050127"/>
                  <a:pt x="0" y="4627366"/>
                  <a:pt x="0" y="2872301"/>
                </a:cubicBezTo>
                <a:cubicBezTo>
                  <a:pt x="0" y="1665694"/>
                  <a:pt x="672477" y="616152"/>
                  <a:pt x="1663086" y="78022"/>
                </a:cubicBezTo>
                <a:close/>
              </a:path>
            </a:pathLst>
          </a:cu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0" name="Freeform: Shape 209">
            <a:extLst>
              <a:ext uri="{FF2B5EF4-FFF2-40B4-BE49-F238E27FC236}">
                <a16:creationId xmlns:a16="http://schemas.microsoft.com/office/drawing/2014/main" id="{2B06059C-C357-4011-82B9-9C01063013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5194" y="-23905"/>
            <a:ext cx="6705251" cy="6318526"/>
          </a:xfrm>
          <a:custGeom>
            <a:avLst/>
            <a:gdLst>
              <a:gd name="connsiteX0" fmla="*/ 1825048 w 6355652"/>
              <a:gd name="connsiteY0" fmla="*/ 0 h 6050127"/>
              <a:gd name="connsiteX1" fmla="*/ 4530604 w 6355652"/>
              <a:gd name="connsiteY1" fmla="*/ 0 h 6050127"/>
              <a:gd name="connsiteX2" fmla="*/ 4692567 w 6355652"/>
              <a:gd name="connsiteY2" fmla="*/ 78022 h 6050127"/>
              <a:gd name="connsiteX3" fmla="*/ 6355652 w 6355652"/>
              <a:gd name="connsiteY3" fmla="*/ 2872301 h 6050127"/>
              <a:gd name="connsiteX4" fmla="*/ 3177826 w 6355652"/>
              <a:gd name="connsiteY4" fmla="*/ 6050127 h 6050127"/>
              <a:gd name="connsiteX5" fmla="*/ 0 w 6355652"/>
              <a:gd name="connsiteY5" fmla="*/ 2872301 h 6050127"/>
              <a:gd name="connsiteX6" fmla="*/ 1663086 w 6355652"/>
              <a:gd name="connsiteY6" fmla="*/ 78022 h 60501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355652" h="6050127">
                <a:moveTo>
                  <a:pt x="1825048" y="0"/>
                </a:moveTo>
                <a:lnTo>
                  <a:pt x="4530604" y="0"/>
                </a:lnTo>
                <a:lnTo>
                  <a:pt x="4692567" y="78022"/>
                </a:lnTo>
                <a:cubicBezTo>
                  <a:pt x="5683175" y="616152"/>
                  <a:pt x="6355652" y="1665694"/>
                  <a:pt x="6355652" y="2872301"/>
                </a:cubicBezTo>
                <a:cubicBezTo>
                  <a:pt x="6355652" y="4627366"/>
                  <a:pt x="4932891" y="6050127"/>
                  <a:pt x="3177826" y="6050127"/>
                </a:cubicBezTo>
                <a:cubicBezTo>
                  <a:pt x="1422761" y="6050127"/>
                  <a:pt x="0" y="4627366"/>
                  <a:pt x="0" y="2872301"/>
                </a:cubicBezTo>
                <a:cubicBezTo>
                  <a:pt x="0" y="1665694"/>
                  <a:pt x="672477" y="616152"/>
                  <a:pt x="1663086" y="78022"/>
                </a:cubicBezTo>
                <a:close/>
              </a:path>
            </a:pathLst>
          </a:cu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2" name="Freeform: Shape 211">
            <a:extLst>
              <a:ext uri="{FF2B5EF4-FFF2-40B4-BE49-F238E27FC236}">
                <a16:creationId xmlns:a16="http://schemas.microsoft.com/office/drawing/2014/main" id="{5AFEC601-A132-47EE-B0C2-B38ACD9FCE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86886" y="-23905"/>
            <a:ext cx="6705251" cy="6215019"/>
          </a:xfrm>
          <a:custGeom>
            <a:avLst/>
            <a:gdLst>
              <a:gd name="connsiteX0" fmla="*/ 1529549 w 6355652"/>
              <a:gd name="connsiteY0" fmla="*/ 0 h 5890980"/>
              <a:gd name="connsiteX1" fmla="*/ 4826104 w 6355652"/>
              <a:gd name="connsiteY1" fmla="*/ 0 h 5890980"/>
              <a:gd name="connsiteX2" fmla="*/ 4954579 w 6355652"/>
              <a:gd name="connsiteY2" fmla="*/ 78051 h 5890980"/>
              <a:gd name="connsiteX3" fmla="*/ 6355652 w 6355652"/>
              <a:gd name="connsiteY3" fmla="*/ 2713154 h 5890980"/>
              <a:gd name="connsiteX4" fmla="*/ 3177826 w 6355652"/>
              <a:gd name="connsiteY4" fmla="*/ 5890980 h 5890980"/>
              <a:gd name="connsiteX5" fmla="*/ 0 w 6355652"/>
              <a:gd name="connsiteY5" fmla="*/ 2713154 h 5890980"/>
              <a:gd name="connsiteX6" fmla="*/ 1401073 w 6355652"/>
              <a:gd name="connsiteY6" fmla="*/ 78051 h 58909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355652" h="5890980">
                <a:moveTo>
                  <a:pt x="1529549" y="0"/>
                </a:moveTo>
                <a:lnTo>
                  <a:pt x="4826104" y="0"/>
                </a:lnTo>
                <a:lnTo>
                  <a:pt x="4954579" y="78051"/>
                </a:lnTo>
                <a:cubicBezTo>
                  <a:pt x="5799886" y="649129"/>
                  <a:pt x="6355652" y="1616239"/>
                  <a:pt x="6355652" y="2713154"/>
                </a:cubicBezTo>
                <a:cubicBezTo>
                  <a:pt x="6355652" y="4468219"/>
                  <a:pt x="4932891" y="5890980"/>
                  <a:pt x="3177826" y="5890980"/>
                </a:cubicBezTo>
                <a:cubicBezTo>
                  <a:pt x="1422761" y="5890980"/>
                  <a:pt x="0" y="4468219"/>
                  <a:pt x="0" y="2713154"/>
                </a:cubicBezTo>
                <a:cubicBezTo>
                  <a:pt x="0" y="1616239"/>
                  <a:pt x="555766" y="649129"/>
                  <a:pt x="1401073" y="78051"/>
                </a:cubicBezTo>
                <a:close/>
              </a:path>
            </a:pathLst>
          </a:cu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B3C7A78-9340-8B66-E1F3-82E3DC3C062A}"/>
              </a:ext>
            </a:extLst>
          </p:cNvPr>
          <p:cNvSpPr>
            <a:spLocks noGrp="1"/>
          </p:cNvSpPr>
          <p:nvPr>
            <p:ph type="ctrTitle"/>
          </p:nvPr>
        </p:nvSpPr>
        <p:spPr>
          <a:xfrm>
            <a:off x="2242409" y="895483"/>
            <a:ext cx="5786232" cy="3011190"/>
          </a:xfrm>
        </p:spPr>
        <p:txBody>
          <a:bodyPr>
            <a:normAutofit/>
          </a:bodyPr>
          <a:lstStyle/>
          <a:p>
            <a:r>
              <a:rPr lang="en-US" sz="5400">
                <a:solidFill>
                  <a:schemeClr val="bg1"/>
                </a:solidFill>
              </a:rPr>
              <a:t>Supercharge SAST</a:t>
            </a:r>
          </a:p>
        </p:txBody>
      </p:sp>
      <p:sp>
        <p:nvSpPr>
          <p:cNvPr id="3" name="Subtitle 2">
            <a:extLst>
              <a:ext uri="{FF2B5EF4-FFF2-40B4-BE49-F238E27FC236}">
                <a16:creationId xmlns:a16="http://schemas.microsoft.com/office/drawing/2014/main" id="{EAC971C6-BC26-6850-6C93-38301951C147}"/>
              </a:ext>
            </a:extLst>
          </p:cNvPr>
          <p:cNvSpPr>
            <a:spLocks noGrp="1"/>
          </p:cNvSpPr>
          <p:nvPr>
            <p:ph type="subTitle" idx="1"/>
          </p:nvPr>
        </p:nvSpPr>
        <p:spPr>
          <a:xfrm>
            <a:off x="2466270" y="4142096"/>
            <a:ext cx="5338511" cy="1055142"/>
          </a:xfrm>
        </p:spPr>
        <p:txBody>
          <a:bodyPr>
            <a:normAutofit/>
          </a:bodyPr>
          <a:lstStyle/>
          <a:p>
            <a:r>
              <a:rPr lang="en-US" sz="2000">
                <a:solidFill>
                  <a:schemeClr val="bg1"/>
                </a:solidFill>
              </a:rPr>
              <a:t>Semgrep Strategies for Secure Software</a:t>
            </a:r>
          </a:p>
        </p:txBody>
      </p:sp>
      <p:sp>
        <p:nvSpPr>
          <p:cNvPr id="214" name="Graphic 212">
            <a:extLst>
              <a:ext uri="{FF2B5EF4-FFF2-40B4-BE49-F238E27FC236}">
                <a16:creationId xmlns:a16="http://schemas.microsoft.com/office/drawing/2014/main" id="{279CAF82-0ECF-42BE-8F37-F71941E5D4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534716" y="188494"/>
            <a:ext cx="1048371" cy="1048371"/>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16" name="Graphic 212">
            <a:extLst>
              <a:ext uri="{FF2B5EF4-FFF2-40B4-BE49-F238E27FC236}">
                <a16:creationId xmlns:a16="http://schemas.microsoft.com/office/drawing/2014/main" id="{218E095B-4870-4AD5-9C41-C16D595235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534716" y="188494"/>
            <a:ext cx="1048371" cy="1048371"/>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nvGrpSpPr>
          <p:cNvPr id="218" name="Graphic 185">
            <a:extLst>
              <a:ext uri="{FF2B5EF4-FFF2-40B4-BE49-F238E27FC236}">
                <a16:creationId xmlns:a16="http://schemas.microsoft.com/office/drawing/2014/main" id="{FB9739EB-7F66-433D-841F-AB3CD18700B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583101" y="3578317"/>
            <a:ext cx="1054466" cy="469689"/>
            <a:chOff x="9841624" y="4115729"/>
            <a:chExt cx="602169" cy="268223"/>
          </a:xfrm>
          <a:solidFill>
            <a:schemeClr val="bg1"/>
          </a:solidFill>
        </p:grpSpPr>
        <p:sp>
          <p:nvSpPr>
            <p:cNvPr id="219" name="Freeform: Shape 218">
              <a:extLst>
                <a:ext uri="{FF2B5EF4-FFF2-40B4-BE49-F238E27FC236}">
                  <a16:creationId xmlns:a16="http://schemas.microsoft.com/office/drawing/2014/main" id="{104F2BBD-A005-4DCB-9566-F2351050BE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841624"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220" name="Freeform: Shape 219">
              <a:extLst>
                <a:ext uri="{FF2B5EF4-FFF2-40B4-BE49-F238E27FC236}">
                  <a16:creationId xmlns:a16="http://schemas.microsoft.com/office/drawing/2014/main" id="{8B00DEC7-198B-49D1-98FD-018F3ECFCF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941445"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221" name="Freeform: Shape 220">
              <a:extLst>
                <a:ext uri="{FF2B5EF4-FFF2-40B4-BE49-F238E27FC236}">
                  <a16:creationId xmlns:a16="http://schemas.microsoft.com/office/drawing/2014/main" id="{F14DFC82-B3B3-468E-91B3-1302CFC684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041267"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222" name="Freeform: Shape 221">
              <a:extLst>
                <a:ext uri="{FF2B5EF4-FFF2-40B4-BE49-F238E27FC236}">
                  <a16:creationId xmlns:a16="http://schemas.microsoft.com/office/drawing/2014/main" id="{D3250EFE-214E-4B8E-AF96-036A514FFB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141090"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223" name="Freeform: Shape 222">
              <a:extLst>
                <a:ext uri="{FF2B5EF4-FFF2-40B4-BE49-F238E27FC236}">
                  <a16:creationId xmlns:a16="http://schemas.microsoft.com/office/drawing/2014/main" id="{AD058EBE-D4A5-4C43-B170-6A451F87A7B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240911"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grpSp>
      <p:sp>
        <p:nvSpPr>
          <p:cNvPr id="225" name="Oval 224">
            <a:extLst>
              <a:ext uri="{FF2B5EF4-FFF2-40B4-BE49-F238E27FC236}">
                <a16:creationId xmlns:a16="http://schemas.microsoft.com/office/drawing/2014/main" id="{033BC44A-0661-43B4-9C14-FD5963C226A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444525" y="4910353"/>
            <a:ext cx="468090" cy="468090"/>
          </a:xfrm>
          <a:prstGeom prst="ellipse">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27" name="Oval 226">
            <a:extLst>
              <a:ext uri="{FF2B5EF4-FFF2-40B4-BE49-F238E27FC236}">
                <a16:creationId xmlns:a16="http://schemas.microsoft.com/office/drawing/2014/main" id="{BE8CB2F0-2F5A-4EBD-B214-E0309C31F5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444525" y="4910353"/>
            <a:ext cx="468090" cy="468090"/>
          </a:xfrm>
          <a:prstGeom prst="ellipse">
            <a:avLst/>
          </a:pr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29" name="Freeform: Shape 228">
            <a:extLst>
              <a:ext uri="{FF2B5EF4-FFF2-40B4-BE49-F238E27FC236}">
                <a16:creationId xmlns:a16="http://schemas.microsoft.com/office/drawing/2014/main" id="{FFD3887D-244B-4EC4-9208-E304984C5D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422467" y="4200769"/>
            <a:ext cx="2769534" cy="2657232"/>
          </a:xfrm>
          <a:custGeom>
            <a:avLst/>
            <a:gdLst>
              <a:gd name="connsiteX0" fmla="*/ 2473947 w 3432581"/>
              <a:gd name="connsiteY0" fmla="*/ 0 h 3293393"/>
              <a:gd name="connsiteX1" fmla="*/ 3209623 w 3432581"/>
              <a:gd name="connsiteY1" fmla="*/ 111224 h 3293393"/>
              <a:gd name="connsiteX2" fmla="*/ 3432581 w 3432581"/>
              <a:gd name="connsiteY2" fmla="*/ 192828 h 3293393"/>
              <a:gd name="connsiteX3" fmla="*/ 3432581 w 3432581"/>
              <a:gd name="connsiteY3" fmla="*/ 3293393 h 3293393"/>
              <a:gd name="connsiteX4" fmla="*/ 141884 w 3432581"/>
              <a:gd name="connsiteY4" fmla="*/ 3293393 h 3293393"/>
              <a:gd name="connsiteX5" fmla="*/ 111224 w 3432581"/>
              <a:gd name="connsiteY5" fmla="*/ 3209623 h 3293393"/>
              <a:gd name="connsiteX6" fmla="*/ 0 w 3432581"/>
              <a:gd name="connsiteY6" fmla="*/ 2473947 h 3293393"/>
              <a:gd name="connsiteX7" fmla="*/ 2473947 w 3432581"/>
              <a:gd name="connsiteY7" fmla="*/ 0 h 3293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2581" h="3293393">
                <a:moveTo>
                  <a:pt x="2473947" y="0"/>
                </a:moveTo>
                <a:cubicBezTo>
                  <a:pt x="2730133" y="0"/>
                  <a:pt x="2977223" y="38940"/>
                  <a:pt x="3209623" y="111224"/>
                </a:cubicBezTo>
                <a:lnTo>
                  <a:pt x="3432581" y="192828"/>
                </a:lnTo>
                <a:lnTo>
                  <a:pt x="3432581" y="3293393"/>
                </a:lnTo>
                <a:lnTo>
                  <a:pt x="141884" y="3293393"/>
                </a:lnTo>
                <a:lnTo>
                  <a:pt x="111224" y="3209623"/>
                </a:lnTo>
                <a:cubicBezTo>
                  <a:pt x="38940" y="2977224"/>
                  <a:pt x="0" y="2730133"/>
                  <a:pt x="0" y="2473947"/>
                </a:cubicBezTo>
                <a:cubicBezTo>
                  <a:pt x="0" y="1107624"/>
                  <a:pt x="1107624" y="0"/>
                  <a:pt x="2473947" y="0"/>
                </a:cubicBezTo>
                <a:close/>
              </a:path>
            </a:pathLst>
          </a:cu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31" name="Freeform: Shape 230">
            <a:extLst>
              <a:ext uri="{FF2B5EF4-FFF2-40B4-BE49-F238E27FC236}">
                <a16:creationId xmlns:a16="http://schemas.microsoft.com/office/drawing/2014/main" id="{97224C31-855E-4593-8A58-5B2B0CC4F5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422467" y="4200769"/>
            <a:ext cx="2769534" cy="2657232"/>
          </a:xfrm>
          <a:custGeom>
            <a:avLst/>
            <a:gdLst>
              <a:gd name="connsiteX0" fmla="*/ 2473947 w 3432581"/>
              <a:gd name="connsiteY0" fmla="*/ 0 h 3293393"/>
              <a:gd name="connsiteX1" fmla="*/ 3209623 w 3432581"/>
              <a:gd name="connsiteY1" fmla="*/ 111224 h 3293393"/>
              <a:gd name="connsiteX2" fmla="*/ 3432581 w 3432581"/>
              <a:gd name="connsiteY2" fmla="*/ 192828 h 3293393"/>
              <a:gd name="connsiteX3" fmla="*/ 3432581 w 3432581"/>
              <a:gd name="connsiteY3" fmla="*/ 3293393 h 3293393"/>
              <a:gd name="connsiteX4" fmla="*/ 141884 w 3432581"/>
              <a:gd name="connsiteY4" fmla="*/ 3293393 h 3293393"/>
              <a:gd name="connsiteX5" fmla="*/ 111224 w 3432581"/>
              <a:gd name="connsiteY5" fmla="*/ 3209623 h 3293393"/>
              <a:gd name="connsiteX6" fmla="*/ 0 w 3432581"/>
              <a:gd name="connsiteY6" fmla="*/ 2473947 h 3293393"/>
              <a:gd name="connsiteX7" fmla="*/ 2473947 w 3432581"/>
              <a:gd name="connsiteY7" fmla="*/ 0 h 3293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32581" h="3293393">
                <a:moveTo>
                  <a:pt x="2473947" y="0"/>
                </a:moveTo>
                <a:cubicBezTo>
                  <a:pt x="2730133" y="0"/>
                  <a:pt x="2977223" y="38940"/>
                  <a:pt x="3209623" y="111224"/>
                </a:cubicBezTo>
                <a:lnTo>
                  <a:pt x="3432581" y="192828"/>
                </a:lnTo>
                <a:lnTo>
                  <a:pt x="3432581" y="3293393"/>
                </a:lnTo>
                <a:lnTo>
                  <a:pt x="141884" y="3293393"/>
                </a:lnTo>
                <a:lnTo>
                  <a:pt x="111224" y="3209623"/>
                </a:lnTo>
                <a:cubicBezTo>
                  <a:pt x="38940" y="2977224"/>
                  <a:pt x="0" y="2730133"/>
                  <a:pt x="0" y="2473947"/>
                </a:cubicBezTo>
                <a:cubicBezTo>
                  <a:pt x="0" y="1107624"/>
                  <a:pt x="1107624" y="0"/>
                  <a:pt x="2473947" y="0"/>
                </a:cubicBezTo>
                <a:close/>
              </a:path>
            </a:pathLst>
          </a:custGeom>
          <a:solidFill>
            <a:schemeClr val="accent2">
              <a:alpha val="30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Tree>
    <p:extLst>
      <p:ext uri="{BB962C8B-B14F-4D97-AF65-F5344CB8AC3E}">
        <p14:creationId xmlns:p14="http://schemas.microsoft.com/office/powerpoint/2010/main" val="38303922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par>
                                <p:cTn id="8" presetID="10" presetClass="entr" presetSubtype="0" fill="hold" grpId="0" nodeType="withEffect">
                                  <p:stCondLst>
                                    <p:cond delay="1000"/>
                                  </p:stCondLst>
                                  <p:iterate>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7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4E0A5C5C-2A95-428E-9F6A-0D29EBD57C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88395" y="1040837"/>
            <a:ext cx="4754948" cy="4754948"/>
          </a:xfrm>
          <a:prstGeom prst="ellipse">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1056F38F-7C4E-461D-8709-7D0024AE1F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79411" y="1029607"/>
            <a:ext cx="4754948" cy="4754948"/>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C7278469-3C3C-49CE-AEEE-E176A4900B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39960" y="934855"/>
            <a:ext cx="4754948" cy="4754948"/>
          </a:xfrm>
          <a:prstGeom prst="ellipse">
            <a:avLst/>
          </a:pr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95D486F-0631-82C7-F21E-C218767190E0}"/>
              </a:ext>
            </a:extLst>
          </p:cNvPr>
          <p:cNvSpPr>
            <a:spLocks noGrp="1"/>
          </p:cNvSpPr>
          <p:nvPr>
            <p:ph type="title"/>
          </p:nvPr>
        </p:nvSpPr>
        <p:spPr>
          <a:xfrm>
            <a:off x="1102368" y="1877492"/>
            <a:ext cx="4030132" cy="3215373"/>
          </a:xfrm>
        </p:spPr>
        <p:txBody>
          <a:bodyPr>
            <a:normAutofit/>
          </a:bodyPr>
          <a:lstStyle/>
          <a:p>
            <a:pPr algn="ctr"/>
            <a:r>
              <a:rPr lang="en-US">
                <a:solidFill>
                  <a:schemeClr val="bg1"/>
                </a:solidFill>
              </a:rPr>
              <a:t>Agenda</a:t>
            </a:r>
          </a:p>
        </p:txBody>
      </p:sp>
      <p:grpSp>
        <p:nvGrpSpPr>
          <p:cNvPr id="11" name="Group 10">
            <a:extLst>
              <a:ext uri="{FF2B5EF4-FFF2-40B4-BE49-F238E27FC236}">
                <a16:creationId xmlns:a16="http://schemas.microsoft.com/office/drawing/2014/main" id="{93DC754C-7E09-422D-A8BB-AF632E90DFA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377893"/>
            <a:ext cx="1861854" cy="717514"/>
            <a:chOff x="0" y="377893"/>
            <a:chExt cx="1861854" cy="717514"/>
          </a:xfrm>
          <a:solidFill>
            <a:schemeClr val="bg1"/>
          </a:solidFill>
        </p:grpSpPr>
        <p:sp>
          <p:nvSpPr>
            <p:cNvPr id="17" name="Freeform: Shape 16">
              <a:extLst>
                <a:ext uri="{FF2B5EF4-FFF2-40B4-BE49-F238E27FC236}">
                  <a16:creationId xmlns:a16="http://schemas.microsoft.com/office/drawing/2014/main" id="{C5A741B9-65EC-4C5B-9FE0-4A18575771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377893"/>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7963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283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7963"/>
                  </a:lnTo>
                  <a:lnTo>
                    <a:pt x="1613277" y="39017"/>
                  </a:lnTo>
                  <a:lnTo>
                    <a:pt x="1374516" y="277779"/>
                  </a:lnTo>
                  <a:lnTo>
                    <a:pt x="1135754" y="39017"/>
                  </a:lnTo>
                  <a:lnTo>
                    <a:pt x="896745" y="277779"/>
                  </a:lnTo>
                  <a:lnTo>
                    <a:pt x="657984" y="39017"/>
                  </a:lnTo>
                  <a:lnTo>
                    <a:pt x="419222" y="277779"/>
                  </a:lnTo>
                  <a:lnTo>
                    <a:pt x="180458" y="39017"/>
                  </a:lnTo>
                  <a:lnTo>
                    <a:pt x="0" y="219283"/>
                  </a:lnTo>
                  <a:lnTo>
                    <a:pt x="0" y="180458"/>
                  </a:lnTo>
                  <a:close/>
                </a:path>
              </a:pathLst>
            </a:custGeom>
            <a:grpFill/>
            <a:ln w="9525" cap="flat">
              <a:noFill/>
              <a:prstDash val="solid"/>
              <a:miter/>
            </a:ln>
          </p:spPr>
          <p:txBody>
            <a:bodyPr wrap="square" rtlCol="0" anchor="ctr">
              <a:noAutofit/>
            </a:bodyPr>
            <a:lstStyle/>
            <a:p>
              <a:endParaRPr lang="en-US"/>
            </a:p>
          </p:txBody>
        </p:sp>
        <p:sp>
          <p:nvSpPr>
            <p:cNvPr id="13" name="Freeform: Shape 17">
              <a:extLst>
                <a:ext uri="{FF2B5EF4-FFF2-40B4-BE49-F238E27FC236}">
                  <a16:creationId xmlns:a16="http://schemas.microsoft.com/office/drawing/2014/main" id="{C0BB4301-41FA-4453-956F-A11CC664B6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17628"/>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8208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475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8208"/>
                  </a:lnTo>
                  <a:lnTo>
                    <a:pt x="1613277" y="39017"/>
                  </a:lnTo>
                  <a:lnTo>
                    <a:pt x="1374516" y="277779"/>
                  </a:lnTo>
                  <a:lnTo>
                    <a:pt x="1135754" y="39017"/>
                  </a:lnTo>
                  <a:lnTo>
                    <a:pt x="896745" y="277779"/>
                  </a:lnTo>
                  <a:lnTo>
                    <a:pt x="657984" y="39017"/>
                  </a:lnTo>
                  <a:lnTo>
                    <a:pt x="419222" y="277779"/>
                  </a:lnTo>
                  <a:lnTo>
                    <a:pt x="180458" y="39017"/>
                  </a:lnTo>
                  <a:lnTo>
                    <a:pt x="0" y="219475"/>
                  </a:lnTo>
                  <a:lnTo>
                    <a:pt x="0" y="180458"/>
                  </a:lnTo>
                  <a:close/>
                </a:path>
              </a:pathLst>
            </a:custGeom>
            <a:grpFill/>
            <a:ln w="9525" cap="flat">
              <a:noFill/>
              <a:prstDash val="solid"/>
              <a:miter/>
            </a:ln>
          </p:spPr>
          <p:txBody>
            <a:bodyPr wrap="square" rtlCol="0" anchor="ctr">
              <a:noAutofit/>
            </a:bodyPr>
            <a:lstStyle/>
            <a:p>
              <a:endParaRPr lang="en-US"/>
            </a:p>
          </p:txBody>
        </p:sp>
      </p:grpSp>
      <p:sp>
        <p:nvSpPr>
          <p:cNvPr id="15" name="Graphic 212">
            <a:extLst>
              <a:ext uri="{FF2B5EF4-FFF2-40B4-BE49-F238E27FC236}">
                <a16:creationId xmlns:a16="http://schemas.microsoft.com/office/drawing/2014/main" id="{4C6598AB-1C17-4D54-951C-A082D94ACB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88524" y="457812"/>
            <a:ext cx="914565" cy="914565"/>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9" name="Graphic 212">
            <a:extLst>
              <a:ext uri="{FF2B5EF4-FFF2-40B4-BE49-F238E27FC236}">
                <a16:creationId xmlns:a16="http://schemas.microsoft.com/office/drawing/2014/main" id="{C83B66D7-137D-4AC1-B172-53D60F08BE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88524" y="457812"/>
            <a:ext cx="914565" cy="914565"/>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3" name="Oval 22">
            <a:extLst>
              <a:ext uri="{FF2B5EF4-FFF2-40B4-BE49-F238E27FC236}">
                <a16:creationId xmlns:a16="http://schemas.microsoft.com/office/drawing/2014/main" id="{F6B92503-6984-4D15-8B98-8718709B78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2976" y="4946663"/>
            <a:ext cx="319941" cy="319941"/>
          </a:xfrm>
          <a:prstGeom prst="ellipse">
            <a:avLst/>
          </a:pr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5" name="Oval 24">
            <a:extLst>
              <a:ext uri="{FF2B5EF4-FFF2-40B4-BE49-F238E27FC236}">
                <a16:creationId xmlns:a16="http://schemas.microsoft.com/office/drawing/2014/main" id="{08DDF938-524E-4C18-A47D-C006278323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2976" y="4946663"/>
            <a:ext cx="319941" cy="319941"/>
          </a:xfrm>
          <a:prstGeom prst="ellipse">
            <a:avLst/>
          </a:pr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 name="Content Placeholder 2">
            <a:extLst>
              <a:ext uri="{FF2B5EF4-FFF2-40B4-BE49-F238E27FC236}">
                <a16:creationId xmlns:a16="http://schemas.microsoft.com/office/drawing/2014/main" id="{FFA3BE53-BF57-ECB2-6433-21AB789D8644}"/>
              </a:ext>
            </a:extLst>
          </p:cNvPr>
          <p:cNvSpPr>
            <a:spLocks noGrp="1"/>
          </p:cNvSpPr>
          <p:nvPr>
            <p:ph idx="1"/>
          </p:nvPr>
        </p:nvSpPr>
        <p:spPr>
          <a:xfrm>
            <a:off x="6234868" y="1130846"/>
            <a:ext cx="5217173" cy="4351338"/>
          </a:xfrm>
        </p:spPr>
        <p:txBody>
          <a:bodyPr>
            <a:normAutofit/>
          </a:bodyPr>
          <a:lstStyle/>
          <a:p>
            <a:r>
              <a:rPr lang="en-US">
                <a:solidFill>
                  <a:schemeClr val="bg1"/>
                </a:solidFill>
              </a:rPr>
              <a:t>SAST and AppSec</a:t>
            </a:r>
          </a:p>
          <a:p>
            <a:r>
              <a:rPr lang="en-US">
                <a:solidFill>
                  <a:schemeClr val="bg1"/>
                </a:solidFill>
              </a:rPr>
              <a:t>Getting started with Semgrep</a:t>
            </a:r>
          </a:p>
          <a:p>
            <a:r>
              <a:rPr lang="en-US">
                <a:solidFill>
                  <a:schemeClr val="bg1"/>
                </a:solidFill>
              </a:rPr>
              <a:t>Writing custom rules</a:t>
            </a:r>
          </a:p>
          <a:p>
            <a:r>
              <a:rPr lang="en-US">
                <a:solidFill>
                  <a:schemeClr val="bg1"/>
                </a:solidFill>
              </a:rPr>
              <a:t>Advanced Semgrep features</a:t>
            </a:r>
          </a:p>
          <a:p>
            <a:r>
              <a:rPr lang="en-US">
                <a:solidFill>
                  <a:schemeClr val="bg1"/>
                </a:solidFill>
              </a:rPr>
              <a:t>Practical exercises</a:t>
            </a:r>
          </a:p>
          <a:p>
            <a:r>
              <a:rPr lang="en-US">
                <a:solidFill>
                  <a:schemeClr val="bg1"/>
                </a:solidFill>
              </a:rPr>
              <a:t>Wrap-up</a:t>
            </a:r>
          </a:p>
          <a:p>
            <a:r>
              <a:rPr lang="en-US">
                <a:solidFill>
                  <a:schemeClr val="bg1"/>
                </a:solidFill>
              </a:rPr>
              <a:t>Q&amp;A</a:t>
            </a:r>
          </a:p>
        </p:txBody>
      </p:sp>
      <p:grpSp>
        <p:nvGrpSpPr>
          <p:cNvPr id="27" name="Graphic 185">
            <a:extLst>
              <a:ext uri="{FF2B5EF4-FFF2-40B4-BE49-F238E27FC236}">
                <a16:creationId xmlns:a16="http://schemas.microsoft.com/office/drawing/2014/main" id="{3773FAF5-C452-4455-9411-D6AF5EBD4CA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812239" y="6139464"/>
            <a:ext cx="1054466" cy="469689"/>
            <a:chOff x="9841624" y="4115729"/>
            <a:chExt cx="602169" cy="268223"/>
          </a:xfrm>
          <a:solidFill>
            <a:schemeClr val="bg1"/>
          </a:solidFill>
        </p:grpSpPr>
        <p:sp>
          <p:nvSpPr>
            <p:cNvPr id="198" name="Freeform: Shape 28">
              <a:extLst>
                <a:ext uri="{FF2B5EF4-FFF2-40B4-BE49-F238E27FC236}">
                  <a16:creationId xmlns:a16="http://schemas.microsoft.com/office/drawing/2014/main" id="{1ECA0D96-F63C-4F7B-BE16-0F3FE76D7D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841624"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199" name="Freeform: Shape 29">
              <a:extLst>
                <a:ext uri="{FF2B5EF4-FFF2-40B4-BE49-F238E27FC236}">
                  <a16:creationId xmlns:a16="http://schemas.microsoft.com/office/drawing/2014/main" id="{74F83A81-0546-400A-918A-90C9C48B81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941445"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200" name="Freeform: Shape 30">
              <a:extLst>
                <a:ext uri="{FF2B5EF4-FFF2-40B4-BE49-F238E27FC236}">
                  <a16:creationId xmlns:a16="http://schemas.microsoft.com/office/drawing/2014/main" id="{9741F692-A5B6-4215-86D9-B1FD4FF26A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041267"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201" name="Freeform: Shape 31">
              <a:extLst>
                <a:ext uri="{FF2B5EF4-FFF2-40B4-BE49-F238E27FC236}">
                  <a16:creationId xmlns:a16="http://schemas.microsoft.com/office/drawing/2014/main" id="{CC0876CB-9C60-4580-8FED-CD64EC7664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141090"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202" name="Freeform: Shape 32">
              <a:extLst>
                <a:ext uri="{FF2B5EF4-FFF2-40B4-BE49-F238E27FC236}">
                  <a16:creationId xmlns:a16="http://schemas.microsoft.com/office/drawing/2014/main" id="{A879B3B7-48DB-4D3A-BB33-02766EAD3D9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240911"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334417800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4E0A5C5C-2A95-428E-9F6A-0D29EBD57C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88395" y="1040837"/>
            <a:ext cx="4754948" cy="4754948"/>
          </a:xfrm>
          <a:prstGeom prst="ellipse">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1056F38F-7C4E-461D-8709-7D0024AE1F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79411" y="1029607"/>
            <a:ext cx="4754948" cy="4754948"/>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C7278469-3C3C-49CE-AEEE-E176A4900B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39960" y="934855"/>
            <a:ext cx="4754948" cy="4754948"/>
          </a:xfrm>
          <a:prstGeom prst="ellipse">
            <a:avLst/>
          </a:pr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95D486F-0631-82C7-F21E-C218767190E0}"/>
              </a:ext>
            </a:extLst>
          </p:cNvPr>
          <p:cNvSpPr>
            <a:spLocks noGrp="1"/>
          </p:cNvSpPr>
          <p:nvPr>
            <p:ph type="title"/>
          </p:nvPr>
        </p:nvSpPr>
        <p:spPr>
          <a:xfrm>
            <a:off x="1102368" y="1877492"/>
            <a:ext cx="4030132" cy="3215373"/>
          </a:xfrm>
        </p:spPr>
        <p:txBody>
          <a:bodyPr>
            <a:normAutofit/>
          </a:bodyPr>
          <a:lstStyle/>
          <a:p>
            <a:pPr algn="ctr"/>
            <a:r>
              <a:rPr lang="en-US">
                <a:solidFill>
                  <a:schemeClr val="bg1"/>
                </a:solidFill>
              </a:rPr>
              <a:t>About Us</a:t>
            </a:r>
          </a:p>
        </p:txBody>
      </p:sp>
      <p:grpSp>
        <p:nvGrpSpPr>
          <p:cNvPr id="9" name="Group 8">
            <a:extLst>
              <a:ext uri="{FF2B5EF4-FFF2-40B4-BE49-F238E27FC236}">
                <a16:creationId xmlns:a16="http://schemas.microsoft.com/office/drawing/2014/main" id="{93DC754C-7E09-422D-A8BB-AF632E90DFA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377893"/>
            <a:ext cx="1861854" cy="717514"/>
            <a:chOff x="0" y="377893"/>
            <a:chExt cx="1861854" cy="717514"/>
          </a:xfrm>
          <a:solidFill>
            <a:schemeClr val="bg1"/>
          </a:solidFill>
        </p:grpSpPr>
        <p:sp>
          <p:nvSpPr>
            <p:cNvPr id="17" name="Freeform: Shape 16">
              <a:extLst>
                <a:ext uri="{FF2B5EF4-FFF2-40B4-BE49-F238E27FC236}">
                  <a16:creationId xmlns:a16="http://schemas.microsoft.com/office/drawing/2014/main" id="{C5A741B9-65EC-4C5B-9FE0-4A18575771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377893"/>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7963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283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7963"/>
                  </a:lnTo>
                  <a:lnTo>
                    <a:pt x="1613277" y="39017"/>
                  </a:lnTo>
                  <a:lnTo>
                    <a:pt x="1374516" y="277779"/>
                  </a:lnTo>
                  <a:lnTo>
                    <a:pt x="1135754" y="39017"/>
                  </a:lnTo>
                  <a:lnTo>
                    <a:pt x="896745" y="277779"/>
                  </a:lnTo>
                  <a:lnTo>
                    <a:pt x="657984" y="39017"/>
                  </a:lnTo>
                  <a:lnTo>
                    <a:pt x="419222" y="277779"/>
                  </a:lnTo>
                  <a:lnTo>
                    <a:pt x="180458" y="39017"/>
                  </a:lnTo>
                  <a:lnTo>
                    <a:pt x="0" y="219283"/>
                  </a:lnTo>
                  <a:lnTo>
                    <a:pt x="0" y="180458"/>
                  </a:lnTo>
                  <a:close/>
                </a:path>
              </a:pathLst>
            </a:custGeom>
            <a:grpFill/>
            <a:ln w="9525" cap="flat">
              <a:noFill/>
              <a:prstDash val="solid"/>
              <a:miter/>
            </a:ln>
          </p:spPr>
          <p:txBody>
            <a:bodyPr wrap="square" rtlCol="0" anchor="ctr">
              <a:noAutofit/>
            </a:bodyPr>
            <a:lstStyle/>
            <a:p>
              <a:endParaRPr lang="en-US"/>
            </a:p>
          </p:txBody>
        </p:sp>
        <p:sp>
          <p:nvSpPr>
            <p:cNvPr id="11" name="Freeform: Shape 17">
              <a:extLst>
                <a:ext uri="{FF2B5EF4-FFF2-40B4-BE49-F238E27FC236}">
                  <a16:creationId xmlns:a16="http://schemas.microsoft.com/office/drawing/2014/main" id="{C0BB4301-41FA-4453-956F-A11CC664B6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17628"/>
              <a:ext cx="1861854" cy="277779"/>
            </a:xfrm>
            <a:custGeom>
              <a:avLst/>
              <a:gdLst>
                <a:gd name="connsiteX0" fmla="*/ 180458 w 1861854"/>
                <a:gd name="connsiteY0" fmla="*/ 0 h 277779"/>
                <a:gd name="connsiteX1" fmla="*/ 419222 w 1861854"/>
                <a:gd name="connsiteY1" fmla="*/ 238761 h 277779"/>
                <a:gd name="connsiteX2" fmla="*/ 657984 w 1861854"/>
                <a:gd name="connsiteY2" fmla="*/ 0 h 277779"/>
                <a:gd name="connsiteX3" fmla="*/ 896745 w 1861854"/>
                <a:gd name="connsiteY3" fmla="*/ 238761 h 277779"/>
                <a:gd name="connsiteX4" fmla="*/ 1135754 w 1861854"/>
                <a:gd name="connsiteY4" fmla="*/ 0 h 277779"/>
                <a:gd name="connsiteX5" fmla="*/ 1374516 w 1861854"/>
                <a:gd name="connsiteY5" fmla="*/ 238761 h 277779"/>
                <a:gd name="connsiteX6" fmla="*/ 1613277 w 1861854"/>
                <a:gd name="connsiteY6" fmla="*/ 0 h 277779"/>
                <a:gd name="connsiteX7" fmla="*/ 1861854 w 1861854"/>
                <a:gd name="connsiteY7" fmla="*/ 248577 h 277779"/>
                <a:gd name="connsiteX8" fmla="*/ 1842470 w 1861854"/>
                <a:gd name="connsiteY8" fmla="*/ 268208 h 277779"/>
                <a:gd name="connsiteX9" fmla="*/ 1613277 w 1861854"/>
                <a:gd name="connsiteY9" fmla="*/ 39017 h 277779"/>
                <a:gd name="connsiteX10" fmla="*/ 1374516 w 1861854"/>
                <a:gd name="connsiteY10" fmla="*/ 277779 h 277779"/>
                <a:gd name="connsiteX11" fmla="*/ 1135754 w 1861854"/>
                <a:gd name="connsiteY11" fmla="*/ 39017 h 277779"/>
                <a:gd name="connsiteX12" fmla="*/ 896745 w 1861854"/>
                <a:gd name="connsiteY12" fmla="*/ 277779 h 277779"/>
                <a:gd name="connsiteX13" fmla="*/ 657984 w 1861854"/>
                <a:gd name="connsiteY13" fmla="*/ 39017 h 277779"/>
                <a:gd name="connsiteX14" fmla="*/ 419222 w 1861854"/>
                <a:gd name="connsiteY14" fmla="*/ 277779 h 277779"/>
                <a:gd name="connsiteX15" fmla="*/ 180458 w 1861854"/>
                <a:gd name="connsiteY15" fmla="*/ 39017 h 277779"/>
                <a:gd name="connsiteX16" fmla="*/ 0 w 1861854"/>
                <a:gd name="connsiteY16" fmla="*/ 219475 h 277779"/>
                <a:gd name="connsiteX17" fmla="*/ 0 w 1861854"/>
                <a:gd name="connsiteY17" fmla="*/ 180458 h 277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861854" h="277779">
                  <a:moveTo>
                    <a:pt x="180458" y="0"/>
                  </a:moveTo>
                  <a:lnTo>
                    <a:pt x="419222" y="238761"/>
                  </a:lnTo>
                  <a:lnTo>
                    <a:pt x="657984" y="0"/>
                  </a:lnTo>
                  <a:lnTo>
                    <a:pt x="896745" y="238761"/>
                  </a:lnTo>
                  <a:lnTo>
                    <a:pt x="1135754" y="0"/>
                  </a:lnTo>
                  <a:lnTo>
                    <a:pt x="1374516" y="238761"/>
                  </a:lnTo>
                  <a:lnTo>
                    <a:pt x="1613277" y="0"/>
                  </a:lnTo>
                  <a:lnTo>
                    <a:pt x="1861854" y="248577"/>
                  </a:lnTo>
                  <a:lnTo>
                    <a:pt x="1842470" y="268208"/>
                  </a:lnTo>
                  <a:lnTo>
                    <a:pt x="1613277" y="39017"/>
                  </a:lnTo>
                  <a:lnTo>
                    <a:pt x="1374516" y="277779"/>
                  </a:lnTo>
                  <a:lnTo>
                    <a:pt x="1135754" y="39017"/>
                  </a:lnTo>
                  <a:lnTo>
                    <a:pt x="896745" y="277779"/>
                  </a:lnTo>
                  <a:lnTo>
                    <a:pt x="657984" y="39017"/>
                  </a:lnTo>
                  <a:lnTo>
                    <a:pt x="419222" y="277779"/>
                  </a:lnTo>
                  <a:lnTo>
                    <a:pt x="180458" y="39017"/>
                  </a:lnTo>
                  <a:lnTo>
                    <a:pt x="0" y="219475"/>
                  </a:lnTo>
                  <a:lnTo>
                    <a:pt x="0" y="180458"/>
                  </a:lnTo>
                  <a:close/>
                </a:path>
              </a:pathLst>
            </a:custGeom>
            <a:grpFill/>
            <a:ln w="9525" cap="flat">
              <a:noFill/>
              <a:prstDash val="solid"/>
              <a:miter/>
            </a:ln>
          </p:spPr>
          <p:txBody>
            <a:bodyPr wrap="square" rtlCol="0" anchor="ctr">
              <a:noAutofit/>
            </a:bodyPr>
            <a:lstStyle/>
            <a:p>
              <a:endParaRPr lang="en-US"/>
            </a:p>
          </p:txBody>
        </p:sp>
      </p:grpSp>
      <p:sp>
        <p:nvSpPr>
          <p:cNvPr id="13" name="Graphic 212">
            <a:extLst>
              <a:ext uri="{FF2B5EF4-FFF2-40B4-BE49-F238E27FC236}">
                <a16:creationId xmlns:a16="http://schemas.microsoft.com/office/drawing/2014/main" id="{4C6598AB-1C17-4D54-951C-A082D94ACB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88524" y="457812"/>
            <a:ext cx="914565" cy="914565"/>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2" name="Graphic 212">
            <a:extLst>
              <a:ext uri="{FF2B5EF4-FFF2-40B4-BE49-F238E27FC236}">
                <a16:creationId xmlns:a16="http://schemas.microsoft.com/office/drawing/2014/main" id="{C83B66D7-137D-4AC1-B172-53D60F08BE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88524" y="457812"/>
            <a:ext cx="914565" cy="914565"/>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4" name="Oval 23">
            <a:extLst>
              <a:ext uri="{FF2B5EF4-FFF2-40B4-BE49-F238E27FC236}">
                <a16:creationId xmlns:a16="http://schemas.microsoft.com/office/drawing/2014/main" id="{F6B92503-6984-4D15-8B98-8718709B78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2976" y="4946663"/>
            <a:ext cx="319941" cy="319941"/>
          </a:xfrm>
          <a:prstGeom prst="ellipse">
            <a:avLst/>
          </a:pr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6" name="Oval 25">
            <a:extLst>
              <a:ext uri="{FF2B5EF4-FFF2-40B4-BE49-F238E27FC236}">
                <a16:creationId xmlns:a16="http://schemas.microsoft.com/office/drawing/2014/main" id="{08DDF938-524E-4C18-A47D-C006278323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2976" y="4946663"/>
            <a:ext cx="319941" cy="319941"/>
          </a:xfrm>
          <a:prstGeom prst="ellipse">
            <a:avLst/>
          </a:pr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3" name="Content Placeholder 2">
            <a:extLst>
              <a:ext uri="{FF2B5EF4-FFF2-40B4-BE49-F238E27FC236}">
                <a16:creationId xmlns:a16="http://schemas.microsoft.com/office/drawing/2014/main" id="{FFA3BE53-BF57-ECB2-6433-21AB789D8644}"/>
              </a:ext>
            </a:extLst>
          </p:cNvPr>
          <p:cNvSpPr>
            <a:spLocks noGrp="1"/>
          </p:cNvSpPr>
          <p:nvPr>
            <p:ph idx="1"/>
          </p:nvPr>
        </p:nvSpPr>
        <p:spPr>
          <a:xfrm>
            <a:off x="6234868" y="1130846"/>
            <a:ext cx="5217173" cy="4351338"/>
          </a:xfrm>
        </p:spPr>
        <p:txBody>
          <a:bodyPr>
            <a:normAutofit fontScale="92500" lnSpcReduction="20000"/>
          </a:bodyPr>
          <a:lstStyle/>
          <a:p>
            <a:pPr marL="0" indent="0">
              <a:buNone/>
            </a:pPr>
            <a:r>
              <a:rPr lang="en-US" dirty="0">
                <a:solidFill>
                  <a:schemeClr val="bg1"/>
                </a:solidFill>
              </a:rPr>
              <a:t>Software Security Engineering</a:t>
            </a:r>
          </a:p>
          <a:p>
            <a:pPr marL="0" indent="0">
              <a:buNone/>
            </a:pPr>
            <a:r>
              <a:rPr lang="en-US" dirty="0">
                <a:solidFill>
                  <a:schemeClr val="bg1"/>
                </a:solidFill>
              </a:rPr>
              <a:t>@ Microsoft</a:t>
            </a:r>
          </a:p>
          <a:p>
            <a:pPr marL="0" indent="0">
              <a:buNone/>
            </a:pPr>
            <a:endParaRPr lang="en-US" dirty="0">
              <a:solidFill>
                <a:schemeClr val="bg1"/>
              </a:solidFill>
            </a:endParaRPr>
          </a:p>
          <a:p>
            <a:pPr marL="0" indent="0">
              <a:buNone/>
            </a:pPr>
            <a:r>
              <a:rPr lang="en-US" dirty="0">
                <a:solidFill>
                  <a:schemeClr val="bg1"/>
                </a:solidFill>
              </a:rPr>
              <a:t>Arjun </a:t>
            </a:r>
          </a:p>
          <a:p>
            <a:pPr marL="0" indent="0">
              <a:buNone/>
            </a:pPr>
            <a:r>
              <a:rPr lang="en-US" sz="2000" dirty="0">
                <a:solidFill>
                  <a:schemeClr val="bg1"/>
                </a:solidFill>
                <a:hlinkClick r:id="rId2"/>
              </a:rPr>
              <a:t>https://www.linkedin.com/in/247arjun</a:t>
            </a:r>
            <a:endParaRPr lang="en-US" sz="2000" dirty="0">
              <a:solidFill>
                <a:schemeClr val="bg1"/>
              </a:solidFill>
            </a:endParaRPr>
          </a:p>
          <a:p>
            <a:endParaRPr lang="en-US" dirty="0">
              <a:solidFill>
                <a:schemeClr val="bg1"/>
              </a:solidFill>
            </a:endParaRPr>
          </a:p>
          <a:p>
            <a:pPr marL="0" indent="0">
              <a:buNone/>
            </a:pPr>
            <a:r>
              <a:rPr lang="en-US" dirty="0">
                <a:solidFill>
                  <a:schemeClr val="bg1"/>
                </a:solidFill>
              </a:rPr>
              <a:t>Yun</a:t>
            </a:r>
          </a:p>
          <a:p>
            <a:pPr marL="0" indent="0">
              <a:buNone/>
            </a:pPr>
            <a:r>
              <a:rPr lang="en-US" sz="2000" dirty="0">
                <a:solidFill>
                  <a:schemeClr val="bg1"/>
                </a:solidFill>
                <a:hlinkClick r:id="rId3"/>
              </a:rPr>
              <a:t>https://</a:t>
            </a:r>
            <a:r>
              <a:rPr lang="en-US" sz="2000" dirty="0">
                <a:solidFill>
                  <a:schemeClr val="bg1"/>
                </a:solidFill>
                <a:hlinkClick r:id="rId3"/>
              </a:rPr>
              <a:t>www.</a:t>
            </a:r>
            <a:r>
              <a:rPr lang="en-US" sz="2000" dirty="0">
                <a:solidFill>
                  <a:schemeClr val="bg1"/>
                </a:solidFill>
                <a:hlinkClick r:id="rId3"/>
              </a:rPr>
              <a:t>linkedin.com/in/yun-ke-a126723/</a:t>
            </a:r>
            <a:endParaRPr lang="en-US" sz="2000" dirty="0">
              <a:solidFill>
                <a:schemeClr val="bg1"/>
              </a:solidFill>
            </a:endParaRPr>
          </a:p>
          <a:p>
            <a:pPr marL="0" indent="0">
              <a:buNone/>
            </a:pPr>
            <a:endParaRPr lang="en-US" dirty="0">
              <a:solidFill>
                <a:schemeClr val="bg1"/>
              </a:solidFill>
            </a:endParaRPr>
          </a:p>
          <a:p>
            <a:pPr marL="0" indent="0">
              <a:buNone/>
            </a:pPr>
            <a:r>
              <a:rPr lang="en-US" dirty="0">
                <a:solidFill>
                  <a:schemeClr val="bg1"/>
                </a:solidFill>
              </a:rPr>
              <a:t>Parsia</a:t>
            </a:r>
          </a:p>
          <a:p>
            <a:pPr marL="0" indent="0">
              <a:buNone/>
            </a:pPr>
            <a:r>
              <a:rPr lang="en-US" sz="2000" dirty="0">
                <a:solidFill>
                  <a:schemeClr val="bg1"/>
                </a:solidFill>
                <a:hlinkClick r:id="rId4"/>
              </a:rPr>
              <a:t>https://</a:t>
            </a:r>
            <a:r>
              <a:rPr lang="en-US" sz="2000" dirty="0">
                <a:solidFill>
                  <a:schemeClr val="bg1"/>
                </a:solidFill>
                <a:hlinkClick r:id="rId4"/>
              </a:rPr>
              <a:t>www.</a:t>
            </a:r>
            <a:r>
              <a:rPr lang="en-US" sz="2000" dirty="0">
                <a:solidFill>
                  <a:schemeClr val="bg1"/>
                </a:solidFill>
                <a:hlinkClick r:id="rId4"/>
              </a:rPr>
              <a:t>linkedin.com/in/parsiya/</a:t>
            </a:r>
            <a:endParaRPr lang="en-US" sz="2000" dirty="0">
              <a:solidFill>
                <a:schemeClr val="bg1"/>
              </a:solidFill>
            </a:endParaRPr>
          </a:p>
        </p:txBody>
      </p:sp>
      <p:grpSp>
        <p:nvGrpSpPr>
          <p:cNvPr id="28" name="Graphic 185">
            <a:extLst>
              <a:ext uri="{FF2B5EF4-FFF2-40B4-BE49-F238E27FC236}">
                <a16:creationId xmlns:a16="http://schemas.microsoft.com/office/drawing/2014/main" id="{3773FAF5-C452-4455-9411-D6AF5EBD4CA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812239" y="6139464"/>
            <a:ext cx="1054466" cy="469689"/>
            <a:chOff x="9841624" y="4115729"/>
            <a:chExt cx="602169" cy="268223"/>
          </a:xfrm>
          <a:solidFill>
            <a:schemeClr val="bg1"/>
          </a:solidFill>
        </p:grpSpPr>
        <p:sp>
          <p:nvSpPr>
            <p:cNvPr id="29" name="Freeform: Shape 28">
              <a:extLst>
                <a:ext uri="{FF2B5EF4-FFF2-40B4-BE49-F238E27FC236}">
                  <a16:creationId xmlns:a16="http://schemas.microsoft.com/office/drawing/2014/main" id="{1ECA0D96-F63C-4F7B-BE16-0F3FE76D7D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841624"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74F83A81-0546-400A-918A-90C9C48B81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941445" y="4115729"/>
              <a:ext cx="202882" cy="268223"/>
            </a:xfrm>
            <a:custGeom>
              <a:avLst/>
              <a:gdLst>
                <a:gd name="connsiteX0" fmla="*/ 20765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765"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9741F692-A5B6-4215-86D9-B1FD4FF26A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041267"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CC0876CB-9C60-4580-8FED-CD64EC7664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141090"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A879B3B7-48DB-4D3A-BB33-02766EAD3D9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240911" y="4115729"/>
              <a:ext cx="202882" cy="268223"/>
            </a:xfrm>
            <a:custGeom>
              <a:avLst/>
              <a:gdLst>
                <a:gd name="connsiteX0" fmla="*/ 20669 w 202882"/>
                <a:gd name="connsiteY0" fmla="*/ 268224 h 268223"/>
                <a:gd name="connsiteX1" fmla="*/ 0 w 202882"/>
                <a:gd name="connsiteY1" fmla="*/ 268224 h 268223"/>
                <a:gd name="connsiteX2" fmla="*/ 182118 w 202882"/>
                <a:gd name="connsiteY2" fmla="*/ 0 h 268223"/>
                <a:gd name="connsiteX3" fmla="*/ 202883 w 202882"/>
                <a:gd name="connsiteY3" fmla="*/ 0 h 268223"/>
              </a:gdLst>
              <a:ahLst/>
              <a:cxnLst>
                <a:cxn ang="0">
                  <a:pos x="connsiteX0" y="connsiteY0"/>
                </a:cxn>
                <a:cxn ang="0">
                  <a:pos x="connsiteX1" y="connsiteY1"/>
                </a:cxn>
                <a:cxn ang="0">
                  <a:pos x="connsiteX2" y="connsiteY2"/>
                </a:cxn>
                <a:cxn ang="0">
                  <a:pos x="connsiteX3" y="connsiteY3"/>
                </a:cxn>
              </a:cxnLst>
              <a:rect l="l" t="t" r="r" b="b"/>
              <a:pathLst>
                <a:path w="202882" h="268223">
                  <a:moveTo>
                    <a:pt x="20669" y="268224"/>
                  </a:moveTo>
                  <a:lnTo>
                    <a:pt x="0" y="268224"/>
                  </a:lnTo>
                  <a:lnTo>
                    <a:pt x="182118" y="0"/>
                  </a:lnTo>
                  <a:lnTo>
                    <a:pt x="202883" y="0"/>
                  </a:lnTo>
                  <a:close/>
                </a:path>
              </a:pathLst>
            </a:custGeom>
            <a:grp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36567046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3677BAFB-3BD3-41BB-9107-FAE224AE21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E6823A9B-C188-42D4-847C-3AD928DB14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42784" y="253140"/>
            <a:ext cx="6184555" cy="6184555"/>
          </a:xfrm>
          <a:prstGeom prst="ellipse">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34B557F3-1A0C-4749-A6DB-EAC082DF3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24848" y="253140"/>
            <a:ext cx="6184555" cy="6184555"/>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3"/>
              </a:solidFill>
            </a:endParaRPr>
          </a:p>
        </p:txBody>
      </p:sp>
      <p:sp>
        <p:nvSpPr>
          <p:cNvPr id="14" name="Oval 13">
            <a:extLst>
              <a:ext uri="{FF2B5EF4-FFF2-40B4-BE49-F238E27FC236}">
                <a16:creationId xmlns:a16="http://schemas.microsoft.com/office/drawing/2014/main" id="{55D55AA6-3751-494F-868A-DCEDC5CE82B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03723" y="136525"/>
            <a:ext cx="6184555" cy="6184555"/>
          </a:xfrm>
          <a:prstGeom prst="ellipse">
            <a:avLst/>
          </a:pr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FA7779B-5AF1-F721-6EE7-800C8BD4F1E1}"/>
              </a:ext>
            </a:extLst>
          </p:cNvPr>
          <p:cNvSpPr>
            <a:spLocks noGrp="1"/>
          </p:cNvSpPr>
          <p:nvPr>
            <p:ph type="title"/>
          </p:nvPr>
        </p:nvSpPr>
        <p:spPr>
          <a:xfrm>
            <a:off x="3581400" y="965580"/>
            <a:ext cx="5204489" cy="3160593"/>
          </a:xfrm>
        </p:spPr>
        <p:txBody>
          <a:bodyPr vert="horz" lIns="91440" tIns="45720" rIns="91440" bIns="45720" rtlCol="0" anchor="b">
            <a:normAutofit/>
          </a:bodyPr>
          <a:lstStyle/>
          <a:p>
            <a:pPr algn="ctr"/>
            <a:r>
              <a:rPr lang="en-US" sz="5400" kern="1200">
                <a:solidFill>
                  <a:schemeClr val="bg1"/>
                </a:solidFill>
                <a:latin typeface="+mj-lt"/>
                <a:ea typeface="+mj-ea"/>
                <a:cs typeface="+mj-cs"/>
              </a:rPr>
              <a:t>SAST and Application Security</a:t>
            </a:r>
          </a:p>
        </p:txBody>
      </p:sp>
      <p:sp>
        <p:nvSpPr>
          <p:cNvPr id="3" name="Text Placeholder 2">
            <a:extLst>
              <a:ext uri="{FF2B5EF4-FFF2-40B4-BE49-F238E27FC236}">
                <a16:creationId xmlns:a16="http://schemas.microsoft.com/office/drawing/2014/main" id="{FE68E5EE-B015-6ACB-EFF5-F361A44C0CF4}"/>
              </a:ext>
            </a:extLst>
          </p:cNvPr>
          <p:cNvSpPr>
            <a:spLocks noGrp="1"/>
          </p:cNvSpPr>
          <p:nvPr>
            <p:ph type="body" idx="1"/>
          </p:nvPr>
        </p:nvSpPr>
        <p:spPr>
          <a:xfrm>
            <a:off x="3820817" y="4409960"/>
            <a:ext cx="4508641" cy="1116414"/>
          </a:xfrm>
        </p:spPr>
        <p:txBody>
          <a:bodyPr vert="horz" lIns="91440" tIns="45720" rIns="91440" bIns="45720" rtlCol="0">
            <a:normAutofit/>
          </a:bodyPr>
          <a:lstStyle/>
          <a:p>
            <a:pPr algn="ctr"/>
            <a:r>
              <a:rPr lang="en-US" sz="2000" kern="1200">
                <a:solidFill>
                  <a:schemeClr val="bg1"/>
                </a:solidFill>
                <a:latin typeface="+mn-lt"/>
                <a:ea typeface="+mn-ea"/>
                <a:cs typeface="+mn-cs"/>
              </a:rPr>
              <a:t>MODULE 1</a:t>
            </a:r>
          </a:p>
        </p:txBody>
      </p:sp>
      <p:sp>
        <p:nvSpPr>
          <p:cNvPr id="16" name="Graphic 212">
            <a:extLst>
              <a:ext uri="{FF2B5EF4-FFF2-40B4-BE49-F238E27FC236}">
                <a16:creationId xmlns:a16="http://schemas.microsoft.com/office/drawing/2014/main" id="{4D4C00DC-4DC6-4CD2-9E31-F17E6CEBC5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8" name="Graphic 212">
            <a:extLst>
              <a:ext uri="{FF2B5EF4-FFF2-40B4-BE49-F238E27FC236}">
                <a16:creationId xmlns:a16="http://schemas.microsoft.com/office/drawing/2014/main" id="{D82AB1B2-7970-42CF-8BF5-567C69E9FF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nvGrpSpPr>
          <p:cNvPr id="20" name="Graphic 190">
            <a:extLst>
              <a:ext uri="{FF2B5EF4-FFF2-40B4-BE49-F238E27FC236}">
                <a16:creationId xmlns:a16="http://schemas.microsoft.com/office/drawing/2014/main" id="{66FB5A75-BDE2-4F12-A95B-C48788A7685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80947" y="1755501"/>
            <a:ext cx="1598829" cy="531293"/>
            <a:chOff x="2504802" y="1755501"/>
            <a:chExt cx="1598829" cy="531293"/>
          </a:xfrm>
          <a:solidFill>
            <a:schemeClr val="bg1"/>
          </a:solidFill>
        </p:grpSpPr>
        <p:sp>
          <p:nvSpPr>
            <p:cNvPr id="21" name="Freeform: Shape 20">
              <a:extLst>
                <a:ext uri="{FF2B5EF4-FFF2-40B4-BE49-F238E27FC236}">
                  <a16:creationId xmlns:a16="http://schemas.microsoft.com/office/drawing/2014/main" id="{DC86CBC8-A814-4C0C-A287-7C549693D2E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2113855"/>
              <a:ext cx="1598614" cy="172939"/>
            </a:xfrm>
            <a:custGeom>
              <a:avLst/>
              <a:gdLst>
                <a:gd name="connsiteX0" fmla="*/ 1248648 w 1598614"/>
                <a:gd name="connsiteY0" fmla="*/ 172939 h 172939"/>
                <a:gd name="connsiteX1" fmla="*/ 1123031 w 1598614"/>
                <a:gd name="connsiteY1" fmla="*/ 92708 h 172939"/>
                <a:gd name="connsiteX2" fmla="*/ 1024085 w 1598614"/>
                <a:gd name="connsiteY2" fmla="*/ 29469 h 172939"/>
                <a:gd name="connsiteX3" fmla="*/ 925140 w 1598614"/>
                <a:gd name="connsiteY3" fmla="*/ 92708 h 172939"/>
                <a:gd name="connsiteX4" fmla="*/ 799522 w 1598614"/>
                <a:gd name="connsiteY4" fmla="*/ 172939 h 172939"/>
                <a:gd name="connsiteX5" fmla="*/ 799522 w 1598614"/>
                <a:gd name="connsiteY5" fmla="*/ 172939 h 172939"/>
                <a:gd name="connsiteX6" fmla="*/ 673905 w 1598614"/>
                <a:gd name="connsiteY6" fmla="*/ 92708 h 172939"/>
                <a:gd name="connsiteX7" fmla="*/ 574959 w 1598614"/>
                <a:gd name="connsiteY7" fmla="*/ 29469 h 172939"/>
                <a:gd name="connsiteX8" fmla="*/ 476014 w 1598614"/>
                <a:gd name="connsiteY8" fmla="*/ 92708 h 172939"/>
                <a:gd name="connsiteX9" fmla="*/ 350396 w 1598614"/>
                <a:gd name="connsiteY9" fmla="*/ 172939 h 172939"/>
                <a:gd name="connsiteX10" fmla="*/ 224778 w 1598614"/>
                <a:gd name="connsiteY10" fmla="*/ 92708 h 172939"/>
                <a:gd name="connsiteX11" fmla="*/ 125833 w 1598614"/>
                <a:gd name="connsiteY11" fmla="*/ 29469 h 172939"/>
                <a:gd name="connsiteX12" fmla="*/ 26887 w 1598614"/>
                <a:gd name="connsiteY12" fmla="*/ 92708 h 172939"/>
                <a:gd name="connsiteX13" fmla="*/ 0 w 1598614"/>
                <a:gd name="connsiteY13" fmla="*/ 80232 h 172939"/>
                <a:gd name="connsiteX14" fmla="*/ 125618 w 1598614"/>
                <a:gd name="connsiteY14" fmla="*/ 0 h 172939"/>
                <a:gd name="connsiteX15" fmla="*/ 251235 w 1598614"/>
                <a:gd name="connsiteY15" fmla="*/ 80232 h 172939"/>
                <a:gd name="connsiteX16" fmla="*/ 350181 w 1598614"/>
                <a:gd name="connsiteY16" fmla="*/ 143471 h 172939"/>
                <a:gd name="connsiteX17" fmla="*/ 449126 w 1598614"/>
                <a:gd name="connsiteY17" fmla="*/ 80232 h 172939"/>
                <a:gd name="connsiteX18" fmla="*/ 574744 w 1598614"/>
                <a:gd name="connsiteY18" fmla="*/ 0 h 172939"/>
                <a:gd name="connsiteX19" fmla="*/ 700362 w 1598614"/>
                <a:gd name="connsiteY19" fmla="*/ 80232 h 172939"/>
                <a:gd name="connsiteX20" fmla="*/ 799307 w 1598614"/>
                <a:gd name="connsiteY20" fmla="*/ 143471 h 172939"/>
                <a:gd name="connsiteX21" fmla="*/ 799307 w 1598614"/>
                <a:gd name="connsiteY21" fmla="*/ 143471 h 172939"/>
                <a:gd name="connsiteX22" fmla="*/ 898253 w 1598614"/>
                <a:gd name="connsiteY22" fmla="*/ 80232 h 172939"/>
                <a:gd name="connsiteX23" fmla="*/ 1023870 w 1598614"/>
                <a:gd name="connsiteY23" fmla="*/ 0 h 172939"/>
                <a:gd name="connsiteX24" fmla="*/ 1149488 w 1598614"/>
                <a:gd name="connsiteY24" fmla="*/ 80232 h 172939"/>
                <a:gd name="connsiteX25" fmla="*/ 1248433 w 1598614"/>
                <a:gd name="connsiteY25" fmla="*/ 143471 h 172939"/>
                <a:gd name="connsiteX26" fmla="*/ 1347379 w 1598614"/>
                <a:gd name="connsiteY26" fmla="*/ 80232 h 172939"/>
                <a:gd name="connsiteX27" fmla="*/ 1472997 w 1598614"/>
                <a:gd name="connsiteY27" fmla="*/ 0 h 172939"/>
                <a:gd name="connsiteX28" fmla="*/ 1598614 w 1598614"/>
                <a:gd name="connsiteY28" fmla="*/ 80232 h 172939"/>
                <a:gd name="connsiteX29" fmla="*/ 1571942 w 1598614"/>
                <a:gd name="connsiteY29" fmla="*/ 92708 h 172939"/>
                <a:gd name="connsiteX30" fmla="*/ 1472997 w 1598614"/>
                <a:gd name="connsiteY30" fmla="*/ 29469 h 172939"/>
                <a:gd name="connsiteX31" fmla="*/ 1374051 w 1598614"/>
                <a:gd name="connsiteY31" fmla="*/ 92708 h 172939"/>
                <a:gd name="connsiteX32" fmla="*/ 1248648 w 1598614"/>
                <a:gd name="connsiteY32" fmla="*/ 172939 h 1729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614" h="172939">
                  <a:moveTo>
                    <a:pt x="1248648" y="172939"/>
                  </a:moveTo>
                  <a:cubicBezTo>
                    <a:pt x="1194229" y="172939"/>
                    <a:pt x="1146046" y="142180"/>
                    <a:pt x="1123031" y="92708"/>
                  </a:cubicBezTo>
                  <a:cubicBezTo>
                    <a:pt x="1104962" y="53775"/>
                    <a:pt x="1067105" y="29469"/>
                    <a:pt x="1024085" y="29469"/>
                  </a:cubicBezTo>
                  <a:cubicBezTo>
                    <a:pt x="981066" y="29469"/>
                    <a:pt x="943208" y="53775"/>
                    <a:pt x="925140" y="92708"/>
                  </a:cubicBezTo>
                  <a:cubicBezTo>
                    <a:pt x="902124" y="142180"/>
                    <a:pt x="853942" y="172939"/>
                    <a:pt x="799522" y="172939"/>
                  </a:cubicBezTo>
                  <a:cubicBezTo>
                    <a:pt x="799522" y="172939"/>
                    <a:pt x="799522" y="172939"/>
                    <a:pt x="799522" y="172939"/>
                  </a:cubicBezTo>
                  <a:cubicBezTo>
                    <a:pt x="744887" y="172939"/>
                    <a:pt x="696920" y="142180"/>
                    <a:pt x="673905" y="92708"/>
                  </a:cubicBezTo>
                  <a:cubicBezTo>
                    <a:pt x="655836" y="53775"/>
                    <a:pt x="617979" y="29469"/>
                    <a:pt x="574959" y="29469"/>
                  </a:cubicBezTo>
                  <a:cubicBezTo>
                    <a:pt x="531939" y="29469"/>
                    <a:pt x="494082" y="53775"/>
                    <a:pt x="476014" y="92708"/>
                  </a:cubicBezTo>
                  <a:cubicBezTo>
                    <a:pt x="452998" y="142180"/>
                    <a:pt x="405031" y="172939"/>
                    <a:pt x="350396" y="172939"/>
                  </a:cubicBezTo>
                  <a:cubicBezTo>
                    <a:pt x="295976" y="172939"/>
                    <a:pt x="247794" y="142180"/>
                    <a:pt x="224778" y="92708"/>
                  </a:cubicBezTo>
                  <a:cubicBezTo>
                    <a:pt x="206710" y="53775"/>
                    <a:pt x="168853" y="29469"/>
                    <a:pt x="125833" y="29469"/>
                  </a:cubicBezTo>
                  <a:cubicBezTo>
                    <a:pt x="82813" y="29469"/>
                    <a:pt x="44956" y="53775"/>
                    <a:pt x="26887" y="92708"/>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268" y="30759"/>
                    <a:pt x="969235" y="0"/>
                    <a:pt x="1023870" y="0"/>
                  </a:cubicBezTo>
                  <a:cubicBezTo>
                    <a:pt x="1078505" y="0"/>
                    <a:pt x="1126472" y="30759"/>
                    <a:pt x="1149488" y="80232"/>
                  </a:cubicBezTo>
                  <a:cubicBezTo>
                    <a:pt x="1167556" y="119165"/>
                    <a:pt x="1205414" y="143471"/>
                    <a:pt x="1248433" y="143471"/>
                  </a:cubicBezTo>
                  <a:cubicBezTo>
                    <a:pt x="1291453" y="143471"/>
                    <a:pt x="1329311" y="119165"/>
                    <a:pt x="1347379" y="80232"/>
                  </a:cubicBezTo>
                  <a:cubicBezTo>
                    <a:pt x="1370394" y="30759"/>
                    <a:pt x="1418361" y="0"/>
                    <a:pt x="1472997" y="0"/>
                  </a:cubicBezTo>
                  <a:cubicBezTo>
                    <a:pt x="1527632" y="0"/>
                    <a:pt x="1575814" y="30759"/>
                    <a:pt x="1598614" y="80232"/>
                  </a:cubicBezTo>
                  <a:lnTo>
                    <a:pt x="1571942" y="92708"/>
                  </a:lnTo>
                  <a:cubicBezTo>
                    <a:pt x="1553874" y="53775"/>
                    <a:pt x="1515801" y="29469"/>
                    <a:pt x="1472997" y="29469"/>
                  </a:cubicBezTo>
                  <a:cubicBezTo>
                    <a:pt x="1429977" y="29469"/>
                    <a:pt x="1392119" y="53775"/>
                    <a:pt x="1374051" y="92708"/>
                  </a:cubicBezTo>
                  <a:cubicBezTo>
                    <a:pt x="1351251" y="142180"/>
                    <a:pt x="1303069" y="172939"/>
                    <a:pt x="1248648" y="172939"/>
                  </a:cubicBezTo>
                  <a:close/>
                </a:path>
              </a:pathLst>
            </a:custGeom>
            <a:grpFill/>
            <a:ln w="21496" cap="flat">
              <a:no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6AA52F4F-14E6-402F-A196-668B9CA9BC6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1755501"/>
              <a:ext cx="1598829" cy="172724"/>
            </a:xfrm>
            <a:custGeom>
              <a:avLst/>
              <a:gdLst>
                <a:gd name="connsiteX0" fmla="*/ 1248648 w 1598829"/>
                <a:gd name="connsiteY0" fmla="*/ 172724 h 172724"/>
                <a:gd name="connsiteX1" fmla="*/ 1123031 w 1598829"/>
                <a:gd name="connsiteY1" fmla="*/ 92492 h 172724"/>
                <a:gd name="connsiteX2" fmla="*/ 1024085 w 1598829"/>
                <a:gd name="connsiteY2" fmla="*/ 29253 h 172724"/>
                <a:gd name="connsiteX3" fmla="*/ 925140 w 1598829"/>
                <a:gd name="connsiteY3" fmla="*/ 92492 h 172724"/>
                <a:gd name="connsiteX4" fmla="*/ 799522 w 1598829"/>
                <a:gd name="connsiteY4" fmla="*/ 172724 h 172724"/>
                <a:gd name="connsiteX5" fmla="*/ 799522 w 1598829"/>
                <a:gd name="connsiteY5" fmla="*/ 172724 h 172724"/>
                <a:gd name="connsiteX6" fmla="*/ 673905 w 1598829"/>
                <a:gd name="connsiteY6" fmla="*/ 92492 h 172724"/>
                <a:gd name="connsiteX7" fmla="*/ 574959 w 1598829"/>
                <a:gd name="connsiteY7" fmla="*/ 29253 h 172724"/>
                <a:gd name="connsiteX8" fmla="*/ 476014 w 1598829"/>
                <a:gd name="connsiteY8" fmla="*/ 92492 h 172724"/>
                <a:gd name="connsiteX9" fmla="*/ 350396 w 1598829"/>
                <a:gd name="connsiteY9" fmla="*/ 172724 h 172724"/>
                <a:gd name="connsiteX10" fmla="*/ 224778 w 1598829"/>
                <a:gd name="connsiteY10" fmla="*/ 92492 h 172724"/>
                <a:gd name="connsiteX11" fmla="*/ 125833 w 1598829"/>
                <a:gd name="connsiteY11" fmla="*/ 29253 h 172724"/>
                <a:gd name="connsiteX12" fmla="*/ 26887 w 1598829"/>
                <a:gd name="connsiteY12" fmla="*/ 92492 h 172724"/>
                <a:gd name="connsiteX13" fmla="*/ 0 w 1598829"/>
                <a:gd name="connsiteY13" fmla="*/ 80232 h 172724"/>
                <a:gd name="connsiteX14" fmla="*/ 125618 w 1598829"/>
                <a:gd name="connsiteY14" fmla="*/ 0 h 172724"/>
                <a:gd name="connsiteX15" fmla="*/ 251235 w 1598829"/>
                <a:gd name="connsiteY15" fmla="*/ 80232 h 172724"/>
                <a:gd name="connsiteX16" fmla="*/ 350181 w 1598829"/>
                <a:gd name="connsiteY16" fmla="*/ 143471 h 172724"/>
                <a:gd name="connsiteX17" fmla="*/ 449126 w 1598829"/>
                <a:gd name="connsiteY17" fmla="*/ 80232 h 172724"/>
                <a:gd name="connsiteX18" fmla="*/ 574744 w 1598829"/>
                <a:gd name="connsiteY18" fmla="*/ 0 h 172724"/>
                <a:gd name="connsiteX19" fmla="*/ 700362 w 1598829"/>
                <a:gd name="connsiteY19" fmla="*/ 80232 h 172724"/>
                <a:gd name="connsiteX20" fmla="*/ 799307 w 1598829"/>
                <a:gd name="connsiteY20" fmla="*/ 143471 h 172724"/>
                <a:gd name="connsiteX21" fmla="*/ 799307 w 1598829"/>
                <a:gd name="connsiteY21" fmla="*/ 143471 h 172724"/>
                <a:gd name="connsiteX22" fmla="*/ 898253 w 1598829"/>
                <a:gd name="connsiteY22" fmla="*/ 80232 h 172724"/>
                <a:gd name="connsiteX23" fmla="*/ 1024085 w 1598829"/>
                <a:gd name="connsiteY23" fmla="*/ 0 h 172724"/>
                <a:gd name="connsiteX24" fmla="*/ 1149703 w 1598829"/>
                <a:gd name="connsiteY24" fmla="*/ 80232 h 172724"/>
                <a:gd name="connsiteX25" fmla="*/ 1248648 w 1598829"/>
                <a:gd name="connsiteY25" fmla="*/ 143471 h 172724"/>
                <a:gd name="connsiteX26" fmla="*/ 1347594 w 1598829"/>
                <a:gd name="connsiteY26" fmla="*/ 80232 h 172724"/>
                <a:gd name="connsiteX27" fmla="*/ 1473212 w 1598829"/>
                <a:gd name="connsiteY27" fmla="*/ 0 h 172724"/>
                <a:gd name="connsiteX28" fmla="*/ 1598829 w 1598829"/>
                <a:gd name="connsiteY28" fmla="*/ 80232 h 172724"/>
                <a:gd name="connsiteX29" fmla="*/ 1572157 w 1598829"/>
                <a:gd name="connsiteY29" fmla="*/ 92492 h 172724"/>
                <a:gd name="connsiteX30" fmla="*/ 1473212 w 1598829"/>
                <a:gd name="connsiteY30" fmla="*/ 29253 h 172724"/>
                <a:gd name="connsiteX31" fmla="*/ 1374266 w 1598829"/>
                <a:gd name="connsiteY31" fmla="*/ 92492 h 172724"/>
                <a:gd name="connsiteX32" fmla="*/ 1248648 w 1598829"/>
                <a:gd name="connsiteY32" fmla="*/ 172724 h 1727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829" h="172724">
                  <a:moveTo>
                    <a:pt x="1248648" y="172724"/>
                  </a:moveTo>
                  <a:cubicBezTo>
                    <a:pt x="1194229" y="172724"/>
                    <a:pt x="1146046" y="141965"/>
                    <a:pt x="1123031" y="92492"/>
                  </a:cubicBezTo>
                  <a:cubicBezTo>
                    <a:pt x="1104962" y="53560"/>
                    <a:pt x="1067105" y="29253"/>
                    <a:pt x="1024085" y="29253"/>
                  </a:cubicBezTo>
                  <a:cubicBezTo>
                    <a:pt x="981066" y="29253"/>
                    <a:pt x="943208" y="53560"/>
                    <a:pt x="925140" y="92492"/>
                  </a:cubicBezTo>
                  <a:cubicBezTo>
                    <a:pt x="902124" y="141965"/>
                    <a:pt x="853942" y="172724"/>
                    <a:pt x="799522" y="172724"/>
                  </a:cubicBezTo>
                  <a:cubicBezTo>
                    <a:pt x="799522" y="172724"/>
                    <a:pt x="799522" y="172724"/>
                    <a:pt x="799522" y="172724"/>
                  </a:cubicBezTo>
                  <a:cubicBezTo>
                    <a:pt x="744887" y="172724"/>
                    <a:pt x="696920" y="141965"/>
                    <a:pt x="673905" y="92492"/>
                  </a:cubicBezTo>
                  <a:cubicBezTo>
                    <a:pt x="655836" y="53560"/>
                    <a:pt x="617979" y="29253"/>
                    <a:pt x="574959" y="29253"/>
                  </a:cubicBezTo>
                  <a:cubicBezTo>
                    <a:pt x="531939" y="29253"/>
                    <a:pt x="494082" y="53560"/>
                    <a:pt x="476014" y="92492"/>
                  </a:cubicBezTo>
                  <a:cubicBezTo>
                    <a:pt x="452998" y="141965"/>
                    <a:pt x="405031" y="172724"/>
                    <a:pt x="350396" y="172724"/>
                  </a:cubicBezTo>
                  <a:cubicBezTo>
                    <a:pt x="295976" y="172724"/>
                    <a:pt x="247794" y="141965"/>
                    <a:pt x="224778" y="92492"/>
                  </a:cubicBezTo>
                  <a:cubicBezTo>
                    <a:pt x="206710" y="53560"/>
                    <a:pt x="168853" y="29253"/>
                    <a:pt x="125833" y="29253"/>
                  </a:cubicBezTo>
                  <a:cubicBezTo>
                    <a:pt x="82813" y="29253"/>
                    <a:pt x="44956" y="53560"/>
                    <a:pt x="26887" y="92492"/>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483" y="30759"/>
                    <a:pt x="969450" y="0"/>
                    <a:pt x="1024085" y="0"/>
                  </a:cubicBezTo>
                  <a:cubicBezTo>
                    <a:pt x="1078720" y="0"/>
                    <a:pt x="1126688" y="30759"/>
                    <a:pt x="1149703" y="80232"/>
                  </a:cubicBezTo>
                  <a:cubicBezTo>
                    <a:pt x="1167771" y="119165"/>
                    <a:pt x="1205629" y="143471"/>
                    <a:pt x="1248648" y="143471"/>
                  </a:cubicBezTo>
                  <a:cubicBezTo>
                    <a:pt x="1291668" y="143471"/>
                    <a:pt x="1329526" y="119165"/>
                    <a:pt x="1347594" y="80232"/>
                  </a:cubicBezTo>
                  <a:cubicBezTo>
                    <a:pt x="1370610" y="30759"/>
                    <a:pt x="1418792" y="0"/>
                    <a:pt x="1473212" y="0"/>
                  </a:cubicBezTo>
                  <a:cubicBezTo>
                    <a:pt x="1527847" y="0"/>
                    <a:pt x="1576029" y="30759"/>
                    <a:pt x="1598829" y="80232"/>
                  </a:cubicBezTo>
                  <a:lnTo>
                    <a:pt x="1572157" y="92492"/>
                  </a:lnTo>
                  <a:cubicBezTo>
                    <a:pt x="1554089" y="53560"/>
                    <a:pt x="1516016" y="29253"/>
                    <a:pt x="1473212" y="29253"/>
                  </a:cubicBezTo>
                  <a:cubicBezTo>
                    <a:pt x="1430192" y="29253"/>
                    <a:pt x="1392335" y="53560"/>
                    <a:pt x="1374266" y="92492"/>
                  </a:cubicBezTo>
                  <a:cubicBezTo>
                    <a:pt x="1351251" y="141965"/>
                    <a:pt x="1303069" y="172724"/>
                    <a:pt x="1248648" y="172724"/>
                  </a:cubicBezTo>
                  <a:close/>
                </a:path>
              </a:pathLst>
            </a:custGeom>
            <a:grpFill/>
            <a:ln w="21496" cap="flat">
              <a:noFill/>
              <a:prstDash val="solid"/>
              <a:miter/>
            </a:ln>
          </p:spPr>
          <p:txBody>
            <a:bodyPr rtlCol="0" anchor="ctr"/>
            <a:lstStyle/>
            <a:p>
              <a:endParaRPr lang="en-US"/>
            </a:p>
          </p:txBody>
        </p:sp>
      </p:grpSp>
      <p:sp>
        <p:nvSpPr>
          <p:cNvPr id="24" name="Oval 23">
            <a:extLst>
              <a:ext uri="{FF2B5EF4-FFF2-40B4-BE49-F238E27FC236}">
                <a16:creationId xmlns:a16="http://schemas.microsoft.com/office/drawing/2014/main" id="{C10FB9CA-E7FA-462C-B537-F1224ED1ACF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6" name="Oval 25">
            <a:extLst>
              <a:ext uri="{FF2B5EF4-FFF2-40B4-BE49-F238E27FC236}">
                <a16:creationId xmlns:a16="http://schemas.microsoft.com/office/drawing/2014/main" id="{D8469AE7-A75B-4F37-850B-EF5974ABED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28" name="Graphic 4">
            <a:extLst>
              <a:ext uri="{FF2B5EF4-FFF2-40B4-BE49-F238E27FC236}">
                <a16:creationId xmlns:a16="http://schemas.microsoft.com/office/drawing/2014/main" id="{63301095-70B2-49AA-8DA9-A35629AD621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8597506" y="4175798"/>
            <a:ext cx="1861486" cy="1861665"/>
            <a:chOff x="5734053" y="3067000"/>
            <a:chExt cx="724484" cy="724549"/>
          </a:xfrm>
          <a:solidFill>
            <a:schemeClr val="bg1"/>
          </a:solidFill>
        </p:grpSpPr>
        <p:sp>
          <p:nvSpPr>
            <p:cNvPr id="29" name="Freeform: Shape 28">
              <a:extLst>
                <a:ext uri="{FF2B5EF4-FFF2-40B4-BE49-F238E27FC236}">
                  <a16:creationId xmlns:a16="http://schemas.microsoft.com/office/drawing/2014/main" id="{D218E08C-0BEA-45C2-8C09-4141DDDA001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067000"/>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232F6090-14E0-44C6-B9FC-C91047BCDC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FDB9402B-335C-4892-9E7C-C400E95BE0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E7A4371D-4448-409A-93F3-0C92E3EBDCF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780149CB-4B8F-4FD1-AC5E-25670C9EA0A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92D49A1A-35B0-4620-9D1E-A782A0E978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AFF46F08-B1E4-44C1-BD4A-4191D6EAD9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6" name="Freeform: Shape 35">
              <a:extLst>
                <a:ext uri="{FF2B5EF4-FFF2-40B4-BE49-F238E27FC236}">
                  <a16:creationId xmlns:a16="http://schemas.microsoft.com/office/drawing/2014/main" id="{8DB16610-3D81-4E5C-850D-5D1245C0DC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26244"/>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7" name="Freeform: Shape 36">
              <a:extLst>
                <a:ext uri="{FF2B5EF4-FFF2-40B4-BE49-F238E27FC236}">
                  <a16:creationId xmlns:a16="http://schemas.microsoft.com/office/drawing/2014/main" id="{E05501B2-83AC-4299-BE5A-8CA16B4089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26242"/>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8" name="Freeform: Shape 37">
              <a:extLst>
                <a:ext uri="{FF2B5EF4-FFF2-40B4-BE49-F238E27FC236}">
                  <a16:creationId xmlns:a16="http://schemas.microsoft.com/office/drawing/2014/main" id="{07CF1B90-3B3A-403E-A94F-8B82945D07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9" name="Freeform: Shape 38">
              <a:extLst>
                <a:ext uri="{FF2B5EF4-FFF2-40B4-BE49-F238E27FC236}">
                  <a16:creationId xmlns:a16="http://schemas.microsoft.com/office/drawing/2014/main" id="{56A1CBA9-4AC1-4C42-9429-3FF31DF282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0" name="Freeform: Shape 39">
              <a:extLst>
                <a:ext uri="{FF2B5EF4-FFF2-40B4-BE49-F238E27FC236}">
                  <a16:creationId xmlns:a16="http://schemas.microsoft.com/office/drawing/2014/main" id="{21318D9B-FD39-402A-ADFA-0E6CC789A7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1" name="Freeform: Shape 40">
              <a:extLst>
                <a:ext uri="{FF2B5EF4-FFF2-40B4-BE49-F238E27FC236}">
                  <a16:creationId xmlns:a16="http://schemas.microsoft.com/office/drawing/2014/main" id="{333FB08F-B346-47C0-A7CD-1DE53E6C0D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126244"/>
              <a:ext cx="14097" cy="14097"/>
            </a:xfrm>
            <a:custGeom>
              <a:avLst/>
              <a:gdLst>
                <a:gd name="connsiteX0" fmla="*/ 14097 w 14097"/>
                <a:gd name="connsiteY0" fmla="*/ 7049 h 14097"/>
                <a:gd name="connsiteX1" fmla="*/ 7048 w 14097"/>
                <a:gd name="connsiteY1" fmla="*/ 14097 h 14097"/>
                <a:gd name="connsiteX2" fmla="*/ 0 w 14097"/>
                <a:gd name="connsiteY2" fmla="*/ 7049 h 14097"/>
                <a:gd name="connsiteX3" fmla="*/ 7048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42" name="Freeform: Shape 41">
              <a:extLst>
                <a:ext uri="{FF2B5EF4-FFF2-40B4-BE49-F238E27FC236}">
                  <a16:creationId xmlns:a16="http://schemas.microsoft.com/office/drawing/2014/main" id="{893AD6F2-6408-4A8E-9749-CB7388EF3D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3" name="Freeform: Shape 42">
              <a:extLst>
                <a:ext uri="{FF2B5EF4-FFF2-40B4-BE49-F238E27FC236}">
                  <a16:creationId xmlns:a16="http://schemas.microsoft.com/office/drawing/2014/main" id="{715D9D2F-1568-4BE3-A54A-69F52492B0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85393"/>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9AB547A7-0D80-491F-98B4-C6B7CC4FC4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7E2693CD-DAF5-4B26-9A2F-17673BF318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A96EEE12-952A-4693-B161-D7071D6010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F4228DCC-1611-4BDC-90AA-231F67EB11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A163C3C-D3DF-461F-B6A8-90C7C227D1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4D021D29-2980-41C3-AB83-DA93C105BCE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AC09C1FA-1A9D-49A7-9D73-8B777140A30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244637"/>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1" name="Freeform: Shape 50">
              <a:extLst>
                <a:ext uri="{FF2B5EF4-FFF2-40B4-BE49-F238E27FC236}">
                  <a16:creationId xmlns:a16="http://schemas.microsoft.com/office/drawing/2014/main" id="{0B8D8CD4-7B9B-48A5-BC59-0CB859354F7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24463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2" name="Freeform: Shape 51">
              <a:extLst>
                <a:ext uri="{FF2B5EF4-FFF2-40B4-BE49-F238E27FC236}">
                  <a16:creationId xmlns:a16="http://schemas.microsoft.com/office/drawing/2014/main" id="{224D0A27-A8B0-4020-9399-24127726E6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3" name="Freeform: Shape 52">
              <a:extLst>
                <a:ext uri="{FF2B5EF4-FFF2-40B4-BE49-F238E27FC236}">
                  <a16:creationId xmlns:a16="http://schemas.microsoft.com/office/drawing/2014/main" id="{168E8EBA-9F8C-4650-B9BE-38A0A56BCF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4" name="Freeform: Shape 53">
              <a:extLst>
                <a:ext uri="{FF2B5EF4-FFF2-40B4-BE49-F238E27FC236}">
                  <a16:creationId xmlns:a16="http://schemas.microsoft.com/office/drawing/2014/main" id="{6A460BB3-2605-4AA2-AE1D-B9FB61EBF2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5" name="Freeform: Shape 54">
              <a:extLst>
                <a:ext uri="{FF2B5EF4-FFF2-40B4-BE49-F238E27FC236}">
                  <a16:creationId xmlns:a16="http://schemas.microsoft.com/office/drawing/2014/main" id="{1E2E38EE-DBBE-4CC1-9498-E7193E1B28B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244637"/>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6" name="Freeform: Shape 55">
              <a:extLst>
                <a:ext uri="{FF2B5EF4-FFF2-40B4-BE49-F238E27FC236}">
                  <a16:creationId xmlns:a16="http://schemas.microsoft.com/office/drawing/2014/main" id="{BF191D5C-7D2A-4408-A8F2-389D2360F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08F7193B-B379-4921-9F17-1841D50611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03786"/>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8" name="Freeform: Shape 57">
              <a:extLst>
                <a:ext uri="{FF2B5EF4-FFF2-40B4-BE49-F238E27FC236}">
                  <a16:creationId xmlns:a16="http://schemas.microsoft.com/office/drawing/2014/main" id="{B4C5E53C-6003-4F74-B1CA-C7EA1E49930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9" name="Freeform: Shape 58">
              <a:extLst>
                <a:ext uri="{FF2B5EF4-FFF2-40B4-BE49-F238E27FC236}">
                  <a16:creationId xmlns:a16="http://schemas.microsoft.com/office/drawing/2014/main" id="{CB97B2B1-1CF5-46A5-940D-AB8F57F590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0" name="Freeform: Shape 59">
              <a:extLst>
                <a:ext uri="{FF2B5EF4-FFF2-40B4-BE49-F238E27FC236}">
                  <a16:creationId xmlns:a16="http://schemas.microsoft.com/office/drawing/2014/main" id="{0783F4F1-D8CE-4453-B79B-AD976E272C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06A7A4C9-F24F-4F00-A2FA-29E788A091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EB694A32-59D6-46E3-8CE4-E4C485C2CB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03786"/>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983EBB4C-28FF-41C6-90D6-5F30FC0868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0707659D-8AE9-49B5-AB29-ECC099F495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63031"/>
              <a:ext cx="14192" cy="14097"/>
            </a:xfrm>
            <a:custGeom>
              <a:avLst/>
              <a:gdLst>
                <a:gd name="connsiteX0" fmla="*/ 14192 w 14192"/>
                <a:gd name="connsiteY0" fmla="*/ 7048 h 14097"/>
                <a:gd name="connsiteX1" fmla="*/ 7144 w 14192"/>
                <a:gd name="connsiteY1" fmla="*/ 14097 h 14097"/>
                <a:gd name="connsiteX2" fmla="*/ 0 w 14192"/>
                <a:gd name="connsiteY2" fmla="*/ 7048 h 14097"/>
                <a:gd name="connsiteX3" fmla="*/ 7049 w 14192"/>
                <a:gd name="connsiteY3" fmla="*/ 0 h 14097"/>
                <a:gd name="connsiteX4" fmla="*/ 14192 w 14192"/>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5C987ECC-9573-46EA-9C4A-7C3CAE39380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63029"/>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4DAF6708-18C2-4082-B024-6CEA32AE01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7" name="Freeform: Shape 66">
              <a:extLst>
                <a:ext uri="{FF2B5EF4-FFF2-40B4-BE49-F238E27FC236}">
                  <a16:creationId xmlns:a16="http://schemas.microsoft.com/office/drawing/2014/main" id="{72CBB5AE-39E2-4D9B-A834-64D31B00327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8" name="Freeform: Shape 67">
              <a:extLst>
                <a:ext uri="{FF2B5EF4-FFF2-40B4-BE49-F238E27FC236}">
                  <a16:creationId xmlns:a16="http://schemas.microsoft.com/office/drawing/2014/main" id="{4592DE98-77BF-4E8E-AEB4-1934207BAE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9" name="Freeform: Shape 68">
              <a:extLst>
                <a:ext uri="{FF2B5EF4-FFF2-40B4-BE49-F238E27FC236}">
                  <a16:creationId xmlns:a16="http://schemas.microsoft.com/office/drawing/2014/main" id="{5AF5D9A0-BA94-4D2B-8479-26C55355B6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63031"/>
              <a:ext cx="14097" cy="14097"/>
            </a:xfrm>
            <a:custGeom>
              <a:avLst/>
              <a:gdLst>
                <a:gd name="connsiteX0" fmla="*/ 14097 w 14097"/>
                <a:gd name="connsiteY0" fmla="*/ 7048 h 14097"/>
                <a:gd name="connsiteX1" fmla="*/ 7048 w 14097"/>
                <a:gd name="connsiteY1" fmla="*/ 14097 h 14097"/>
                <a:gd name="connsiteX2" fmla="*/ 0 w 14097"/>
                <a:gd name="connsiteY2" fmla="*/ 7048 h 14097"/>
                <a:gd name="connsiteX3" fmla="*/ 7048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0" name="Freeform: Shape 69">
              <a:extLst>
                <a:ext uri="{FF2B5EF4-FFF2-40B4-BE49-F238E27FC236}">
                  <a16:creationId xmlns:a16="http://schemas.microsoft.com/office/drawing/2014/main" id="{2CAA6A8E-7ACF-4EF7-AAD6-734A009DCF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71" name="Freeform: Shape 70">
              <a:extLst>
                <a:ext uri="{FF2B5EF4-FFF2-40B4-BE49-F238E27FC236}">
                  <a16:creationId xmlns:a16="http://schemas.microsoft.com/office/drawing/2014/main" id="{D3DD3695-F212-4BAD-BBB3-EC1F624740B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22181"/>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72" name="Freeform: Shape 71">
              <a:extLst>
                <a:ext uri="{FF2B5EF4-FFF2-40B4-BE49-F238E27FC236}">
                  <a16:creationId xmlns:a16="http://schemas.microsoft.com/office/drawing/2014/main" id="{AB1B3ECB-7594-4C5C-B62B-E686C0A89E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221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3" name="Freeform: Shape 72">
              <a:extLst>
                <a:ext uri="{FF2B5EF4-FFF2-40B4-BE49-F238E27FC236}">
                  <a16:creationId xmlns:a16="http://schemas.microsoft.com/office/drawing/2014/main" id="{5EE54C3C-D9E5-4782-B8F6-058EB2D63E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4" name="Freeform: Shape 73">
              <a:extLst>
                <a:ext uri="{FF2B5EF4-FFF2-40B4-BE49-F238E27FC236}">
                  <a16:creationId xmlns:a16="http://schemas.microsoft.com/office/drawing/2014/main" id="{EAE78EEE-DC43-44E1-AB47-ACB80F94B1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5" name="Freeform: Shape 74">
              <a:extLst>
                <a:ext uri="{FF2B5EF4-FFF2-40B4-BE49-F238E27FC236}">
                  <a16:creationId xmlns:a16="http://schemas.microsoft.com/office/drawing/2014/main" id="{847D67EF-1141-4582-866E-FE02FB2360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6" name="Freeform: Shape 75">
              <a:extLst>
                <a:ext uri="{FF2B5EF4-FFF2-40B4-BE49-F238E27FC236}">
                  <a16:creationId xmlns:a16="http://schemas.microsoft.com/office/drawing/2014/main" id="{99ECC931-60A1-4628-A34B-4B68DA3CC26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422181"/>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7" name="Freeform: Shape 76">
              <a:extLst>
                <a:ext uri="{FF2B5EF4-FFF2-40B4-BE49-F238E27FC236}">
                  <a16:creationId xmlns:a16="http://schemas.microsoft.com/office/drawing/2014/main" id="{A587D2BE-3417-44AE-BEEF-57F88CECB4D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8" name="Freeform: Shape 77">
              <a:extLst>
                <a:ext uri="{FF2B5EF4-FFF2-40B4-BE49-F238E27FC236}">
                  <a16:creationId xmlns:a16="http://schemas.microsoft.com/office/drawing/2014/main" id="{FCEB2ED3-A08D-4286-B75D-893289F3F3D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6953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9" y="14097"/>
                  </a:cubicBezTo>
                  <a:cubicBezTo>
                    <a:pt x="3143" y="14097"/>
                    <a:pt x="0" y="10954"/>
                    <a:pt x="0" y="7049"/>
                  </a:cubicBezTo>
                  <a:cubicBezTo>
                    <a:pt x="0" y="3143"/>
                    <a:pt x="3048" y="0"/>
                    <a:pt x="6953"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79" name="Freeform: Shape 78">
              <a:extLst>
                <a:ext uri="{FF2B5EF4-FFF2-40B4-BE49-F238E27FC236}">
                  <a16:creationId xmlns:a16="http://schemas.microsoft.com/office/drawing/2014/main" id="{7C7DB7BB-8173-4377-85B0-032B7BDAB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80" name="Freeform: Shape 79">
              <a:extLst>
                <a:ext uri="{FF2B5EF4-FFF2-40B4-BE49-F238E27FC236}">
                  <a16:creationId xmlns:a16="http://schemas.microsoft.com/office/drawing/2014/main" id="{93EF69B4-3F48-4509-8BF8-926E23BC1D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067000"/>
              <a:ext cx="14096" cy="14097"/>
            </a:xfrm>
            <a:custGeom>
              <a:avLst/>
              <a:gdLst>
                <a:gd name="connsiteX0" fmla="*/ 14097 w 14096"/>
                <a:gd name="connsiteY0" fmla="*/ 7049 h 14097"/>
                <a:gd name="connsiteX1" fmla="*/ 7049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9" y="14097"/>
                  </a:cubicBezTo>
                  <a:cubicBezTo>
                    <a:pt x="3143" y="14097"/>
                    <a:pt x="0" y="10954"/>
                    <a:pt x="0" y="7049"/>
                  </a:cubicBezTo>
                  <a:cubicBezTo>
                    <a:pt x="0" y="3143"/>
                    <a:pt x="3048" y="0"/>
                    <a:pt x="6953"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81" name="Freeform: Shape 80">
              <a:extLst>
                <a:ext uri="{FF2B5EF4-FFF2-40B4-BE49-F238E27FC236}">
                  <a16:creationId xmlns:a16="http://schemas.microsoft.com/office/drawing/2014/main" id="{C1A86650-1EF5-46E3-885D-96985105A8B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82" name="Freeform: Shape 81">
              <a:extLst>
                <a:ext uri="{FF2B5EF4-FFF2-40B4-BE49-F238E27FC236}">
                  <a16:creationId xmlns:a16="http://schemas.microsoft.com/office/drawing/2014/main" id="{47EBBDE2-BD90-481F-A671-34E2186FB0E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048" y="0"/>
                    <a:pt x="6953"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83" name="Freeform: Shape 82">
              <a:extLst>
                <a:ext uri="{FF2B5EF4-FFF2-40B4-BE49-F238E27FC236}">
                  <a16:creationId xmlns:a16="http://schemas.microsoft.com/office/drawing/2014/main" id="{87DAF1CB-838D-4C5C-8FB7-76BF677FEB0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84" name="Freeform: Shape 83">
              <a:extLst>
                <a:ext uri="{FF2B5EF4-FFF2-40B4-BE49-F238E27FC236}">
                  <a16:creationId xmlns:a16="http://schemas.microsoft.com/office/drawing/2014/main" id="{64573DA8-D2F3-4644-AC79-83843615C43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26241"/>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5" name="Freeform: Shape 84">
              <a:extLst>
                <a:ext uri="{FF2B5EF4-FFF2-40B4-BE49-F238E27FC236}">
                  <a16:creationId xmlns:a16="http://schemas.microsoft.com/office/drawing/2014/main" id="{41AB53B8-0D5C-44BD-A2A9-ABBF659E1F9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6" name="Freeform: Shape 85">
              <a:extLst>
                <a:ext uri="{FF2B5EF4-FFF2-40B4-BE49-F238E27FC236}">
                  <a16:creationId xmlns:a16="http://schemas.microsoft.com/office/drawing/2014/main" id="{29B7FA60-B453-4877-8D47-CA1209DF91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26241"/>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87" name="Freeform: Shape 86">
              <a:extLst>
                <a:ext uri="{FF2B5EF4-FFF2-40B4-BE49-F238E27FC236}">
                  <a16:creationId xmlns:a16="http://schemas.microsoft.com/office/drawing/2014/main" id="{7A6D2414-BCCC-40E8-B990-47642EFE96E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8" name="Freeform: Shape 87">
              <a:extLst>
                <a:ext uri="{FF2B5EF4-FFF2-40B4-BE49-F238E27FC236}">
                  <a16:creationId xmlns:a16="http://schemas.microsoft.com/office/drawing/2014/main" id="{B0F37C2B-B7E6-420D-AD39-3AE4A2FBE9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2624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89" name="Freeform: Shape 88">
              <a:extLst>
                <a:ext uri="{FF2B5EF4-FFF2-40B4-BE49-F238E27FC236}">
                  <a16:creationId xmlns:a16="http://schemas.microsoft.com/office/drawing/2014/main" id="{F6417E45-D7FC-40B8-AD49-941B28D18C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26242"/>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90" name="Freeform: Shape 89">
              <a:extLst>
                <a:ext uri="{FF2B5EF4-FFF2-40B4-BE49-F238E27FC236}">
                  <a16:creationId xmlns:a16="http://schemas.microsoft.com/office/drawing/2014/main" id="{2A8D1963-0C59-476C-AAFA-A7AF4FF508F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8539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1" name="Freeform: Shape 90">
              <a:extLst>
                <a:ext uri="{FF2B5EF4-FFF2-40B4-BE49-F238E27FC236}">
                  <a16:creationId xmlns:a16="http://schemas.microsoft.com/office/drawing/2014/main" id="{6BE777A9-EC29-46FC-AD21-AC7FD89B13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2" name="Freeform: Shape 91">
              <a:extLst>
                <a:ext uri="{FF2B5EF4-FFF2-40B4-BE49-F238E27FC236}">
                  <a16:creationId xmlns:a16="http://schemas.microsoft.com/office/drawing/2014/main" id="{C63BA1CE-93FB-42C7-8381-765E500232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8539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93" name="Freeform: Shape 92">
              <a:extLst>
                <a:ext uri="{FF2B5EF4-FFF2-40B4-BE49-F238E27FC236}">
                  <a16:creationId xmlns:a16="http://schemas.microsoft.com/office/drawing/2014/main" id="{7F30F275-ADC8-4FD1-8B4B-673B37517B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4" name="Freeform: Shape 93">
              <a:extLst>
                <a:ext uri="{FF2B5EF4-FFF2-40B4-BE49-F238E27FC236}">
                  <a16:creationId xmlns:a16="http://schemas.microsoft.com/office/drawing/2014/main" id="{DB20529C-F2DD-4607-8DEE-19A9329686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95" name="Freeform: Shape 94">
              <a:extLst>
                <a:ext uri="{FF2B5EF4-FFF2-40B4-BE49-F238E27FC236}">
                  <a16:creationId xmlns:a16="http://schemas.microsoft.com/office/drawing/2014/main" id="{B8029A9A-DFF9-49CE-8CEE-95A6695F39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85391"/>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96" name="Freeform: Shape 95">
              <a:extLst>
                <a:ext uri="{FF2B5EF4-FFF2-40B4-BE49-F238E27FC236}">
                  <a16:creationId xmlns:a16="http://schemas.microsoft.com/office/drawing/2014/main" id="{6822C2EC-B05D-4CE6-9D59-164769D0ED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244634"/>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7" name="Freeform: Shape 96">
              <a:extLst>
                <a:ext uri="{FF2B5EF4-FFF2-40B4-BE49-F238E27FC236}">
                  <a16:creationId xmlns:a16="http://schemas.microsoft.com/office/drawing/2014/main" id="{53A0760F-F576-4A97-94AF-8BBE590844E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8" name="Freeform: Shape 97">
              <a:extLst>
                <a:ext uri="{FF2B5EF4-FFF2-40B4-BE49-F238E27FC236}">
                  <a16:creationId xmlns:a16="http://schemas.microsoft.com/office/drawing/2014/main" id="{CA76721C-646A-4910-AD1A-BE6B67767C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244634"/>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99" name="Freeform: Shape 98">
              <a:extLst>
                <a:ext uri="{FF2B5EF4-FFF2-40B4-BE49-F238E27FC236}">
                  <a16:creationId xmlns:a16="http://schemas.microsoft.com/office/drawing/2014/main" id="{065D4766-CAEC-4074-A9E2-6110A12389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0" name="Freeform: Shape 99">
              <a:extLst>
                <a:ext uri="{FF2B5EF4-FFF2-40B4-BE49-F238E27FC236}">
                  <a16:creationId xmlns:a16="http://schemas.microsoft.com/office/drawing/2014/main" id="{4F1A0AC6-319D-49D8-A4FB-17A70E8E89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01" name="Freeform: Shape 100">
              <a:extLst>
                <a:ext uri="{FF2B5EF4-FFF2-40B4-BE49-F238E27FC236}">
                  <a16:creationId xmlns:a16="http://schemas.microsoft.com/office/drawing/2014/main" id="{79502B48-2B92-45BF-B9AC-1102B38078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24463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2" name="Freeform: Shape 101">
              <a:extLst>
                <a:ext uri="{FF2B5EF4-FFF2-40B4-BE49-F238E27FC236}">
                  <a16:creationId xmlns:a16="http://schemas.microsoft.com/office/drawing/2014/main" id="{6363AFA7-321F-431C-B2FD-ADCB4D24BD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3" name="Freeform: Shape 102">
              <a:extLst>
                <a:ext uri="{FF2B5EF4-FFF2-40B4-BE49-F238E27FC236}">
                  <a16:creationId xmlns:a16="http://schemas.microsoft.com/office/drawing/2014/main" id="{33EDDE1B-7379-4973-8CFD-F3C737104D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4" name="Freeform: Shape 103">
              <a:extLst>
                <a:ext uri="{FF2B5EF4-FFF2-40B4-BE49-F238E27FC236}">
                  <a16:creationId xmlns:a16="http://schemas.microsoft.com/office/drawing/2014/main" id="{1F20B58A-2DB8-46B2-9E93-9C8C817DCD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03786"/>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05" name="Freeform: Shape 104">
              <a:extLst>
                <a:ext uri="{FF2B5EF4-FFF2-40B4-BE49-F238E27FC236}">
                  <a16:creationId xmlns:a16="http://schemas.microsoft.com/office/drawing/2014/main" id="{A5A3EF12-3DA1-4505-A44B-1B96348873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6" name="Freeform: Shape 105">
              <a:extLst>
                <a:ext uri="{FF2B5EF4-FFF2-40B4-BE49-F238E27FC236}">
                  <a16:creationId xmlns:a16="http://schemas.microsoft.com/office/drawing/2014/main" id="{5B08812B-9264-47E7-8EC8-1233869F6B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07" name="Freeform: Shape 106">
              <a:extLst>
                <a:ext uri="{FF2B5EF4-FFF2-40B4-BE49-F238E27FC236}">
                  <a16:creationId xmlns:a16="http://schemas.microsoft.com/office/drawing/2014/main" id="{2A29F226-A243-410B-BEE4-EBA9DD76F8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0378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8" name="Freeform: Shape 107">
              <a:extLst>
                <a:ext uri="{FF2B5EF4-FFF2-40B4-BE49-F238E27FC236}">
                  <a16:creationId xmlns:a16="http://schemas.microsoft.com/office/drawing/2014/main" id="{9DF57348-F837-475C-A7AA-3C7210041E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63028"/>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9" name="Freeform: Shape 108">
              <a:extLst>
                <a:ext uri="{FF2B5EF4-FFF2-40B4-BE49-F238E27FC236}">
                  <a16:creationId xmlns:a16="http://schemas.microsoft.com/office/drawing/2014/main" id="{1E41B89A-9A45-4947-ADB0-9400400498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0" name="Freeform: Shape 109">
              <a:extLst>
                <a:ext uri="{FF2B5EF4-FFF2-40B4-BE49-F238E27FC236}">
                  <a16:creationId xmlns:a16="http://schemas.microsoft.com/office/drawing/2014/main" id="{6C1F1525-32BC-46E1-84E6-C2BB88730B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63028"/>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11" name="Freeform: Shape 110">
              <a:extLst>
                <a:ext uri="{FF2B5EF4-FFF2-40B4-BE49-F238E27FC236}">
                  <a16:creationId xmlns:a16="http://schemas.microsoft.com/office/drawing/2014/main" id="{C73A8972-BA44-40C6-B045-83E78C4D4A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2" name="Freeform: Shape 111">
              <a:extLst>
                <a:ext uri="{FF2B5EF4-FFF2-40B4-BE49-F238E27FC236}">
                  <a16:creationId xmlns:a16="http://schemas.microsoft.com/office/drawing/2014/main" id="{C196E956-03D1-4F79-826A-A2F5E3DEF1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6302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13" name="Freeform: Shape 112">
              <a:extLst>
                <a:ext uri="{FF2B5EF4-FFF2-40B4-BE49-F238E27FC236}">
                  <a16:creationId xmlns:a16="http://schemas.microsoft.com/office/drawing/2014/main" id="{ADA7B07B-EAC8-4FA5-B14F-3ABF8BA7A2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63029"/>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4" name="Freeform: Shape 113">
              <a:extLst>
                <a:ext uri="{FF2B5EF4-FFF2-40B4-BE49-F238E27FC236}">
                  <a16:creationId xmlns:a16="http://schemas.microsoft.com/office/drawing/2014/main" id="{93C28672-FF9E-4FE0-AC47-2FDD26CD75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422179"/>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5" name="Freeform: Shape 114">
              <a:extLst>
                <a:ext uri="{FF2B5EF4-FFF2-40B4-BE49-F238E27FC236}">
                  <a16:creationId xmlns:a16="http://schemas.microsoft.com/office/drawing/2014/main" id="{E347BAB3-EA9C-4ADD-AE5E-28F2E3C538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4221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6" name="Freeform: Shape 115">
              <a:extLst>
                <a:ext uri="{FF2B5EF4-FFF2-40B4-BE49-F238E27FC236}">
                  <a16:creationId xmlns:a16="http://schemas.microsoft.com/office/drawing/2014/main" id="{321920C4-EE31-4F03-A0D5-A280D3F4B1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422179"/>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17" name="Freeform: Shape 116">
              <a:extLst>
                <a:ext uri="{FF2B5EF4-FFF2-40B4-BE49-F238E27FC236}">
                  <a16:creationId xmlns:a16="http://schemas.microsoft.com/office/drawing/2014/main" id="{6EBB3D05-4C78-4F10-8D03-8909DBCFB3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42217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8" name="Freeform: Shape 117">
              <a:extLst>
                <a:ext uri="{FF2B5EF4-FFF2-40B4-BE49-F238E27FC236}">
                  <a16:creationId xmlns:a16="http://schemas.microsoft.com/office/drawing/2014/main" id="{FC65F531-84E4-463F-8791-EB6EDFA63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42218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19" name="Freeform: Shape 118">
              <a:extLst>
                <a:ext uri="{FF2B5EF4-FFF2-40B4-BE49-F238E27FC236}">
                  <a16:creationId xmlns:a16="http://schemas.microsoft.com/office/drawing/2014/main" id="{A63BB6A3-D482-43F2-9F5F-20E163CC441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20" name="Freeform: Shape 119">
              <a:extLst>
                <a:ext uri="{FF2B5EF4-FFF2-40B4-BE49-F238E27FC236}">
                  <a16:creationId xmlns:a16="http://schemas.microsoft.com/office/drawing/2014/main" id="{ABDCCD34-EB5D-4194-8A28-1424E98AE4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81330"/>
              <a:ext cx="14192" cy="14096"/>
            </a:xfrm>
            <a:custGeom>
              <a:avLst/>
              <a:gdLst>
                <a:gd name="connsiteX0" fmla="*/ 14192 w 14192"/>
                <a:gd name="connsiteY0" fmla="*/ 7049 h 14096"/>
                <a:gd name="connsiteX1" fmla="*/ 7144 w 14192"/>
                <a:gd name="connsiteY1" fmla="*/ 14097 h 14096"/>
                <a:gd name="connsiteX2" fmla="*/ 0 w 14192"/>
                <a:gd name="connsiteY2" fmla="*/ 7049 h 14096"/>
                <a:gd name="connsiteX3" fmla="*/ 7049 w 14192"/>
                <a:gd name="connsiteY3" fmla="*/ 0 h 14096"/>
                <a:gd name="connsiteX4" fmla="*/ 14192 w 14192"/>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9"/>
                  </a:moveTo>
                  <a:cubicBezTo>
                    <a:pt x="14192" y="10954"/>
                    <a:pt x="11049" y="14097"/>
                    <a:pt x="7144" y="14097"/>
                  </a:cubicBezTo>
                  <a:cubicBezTo>
                    <a:pt x="3239" y="14097"/>
                    <a:pt x="0" y="11049"/>
                    <a:pt x="0" y="7049"/>
                  </a:cubicBezTo>
                  <a:cubicBezTo>
                    <a:pt x="0" y="3048"/>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121" name="Freeform: Shape 120">
              <a:extLst>
                <a:ext uri="{FF2B5EF4-FFF2-40B4-BE49-F238E27FC236}">
                  <a16:creationId xmlns:a16="http://schemas.microsoft.com/office/drawing/2014/main" id="{F058544E-163D-4FFF-9A69-0B3A3F2D66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22" name="Freeform: Shape 121">
              <a:extLst>
                <a:ext uri="{FF2B5EF4-FFF2-40B4-BE49-F238E27FC236}">
                  <a16:creationId xmlns:a16="http://schemas.microsoft.com/office/drawing/2014/main" id="{11041486-0577-4F0E-8DD5-5E20E26729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3" name="Freeform: Shape 122">
              <a:extLst>
                <a:ext uri="{FF2B5EF4-FFF2-40B4-BE49-F238E27FC236}">
                  <a16:creationId xmlns:a16="http://schemas.microsoft.com/office/drawing/2014/main" id="{71D11099-C84E-43AC-9F20-92460E1708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4" name="Freeform: Shape 123">
              <a:extLst>
                <a:ext uri="{FF2B5EF4-FFF2-40B4-BE49-F238E27FC236}">
                  <a16:creationId xmlns:a16="http://schemas.microsoft.com/office/drawing/2014/main" id="{E598FB87-8AFF-4C56-9E2C-776F4641E9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5" name="Freeform: Shape 124">
              <a:extLst>
                <a:ext uri="{FF2B5EF4-FFF2-40B4-BE49-F238E27FC236}">
                  <a16:creationId xmlns:a16="http://schemas.microsoft.com/office/drawing/2014/main" id="{7701E761-16DE-4350-9718-DD81B37FB9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26" name="Freeform: Shape 125">
              <a:extLst>
                <a:ext uri="{FF2B5EF4-FFF2-40B4-BE49-F238E27FC236}">
                  <a16:creationId xmlns:a16="http://schemas.microsoft.com/office/drawing/2014/main" id="{552E747F-E415-4348-A11A-4CABCB64B5F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7" name="Freeform: Shape 126">
              <a:extLst>
                <a:ext uri="{FF2B5EF4-FFF2-40B4-BE49-F238E27FC236}">
                  <a16:creationId xmlns:a16="http://schemas.microsoft.com/office/drawing/2014/main" id="{C6472F13-E6DE-4469-9563-F478261B6E6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4057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28" name="Freeform: Shape 127">
              <a:extLst>
                <a:ext uri="{FF2B5EF4-FFF2-40B4-BE49-F238E27FC236}">
                  <a16:creationId xmlns:a16="http://schemas.microsoft.com/office/drawing/2014/main" id="{5C72FE15-910B-4622-A14C-AFA2DFCC02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29" name="Freeform: Shape 128">
              <a:extLst>
                <a:ext uri="{FF2B5EF4-FFF2-40B4-BE49-F238E27FC236}">
                  <a16:creationId xmlns:a16="http://schemas.microsoft.com/office/drawing/2014/main" id="{BAB8F759-DEFA-4D35-B76E-6D3034FB77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0" name="Freeform: Shape 129">
              <a:extLst>
                <a:ext uri="{FF2B5EF4-FFF2-40B4-BE49-F238E27FC236}">
                  <a16:creationId xmlns:a16="http://schemas.microsoft.com/office/drawing/2014/main" id="{A1BBCEBD-DCE2-4354-B878-49ABEC367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1" name="Freeform: Shape 130">
              <a:extLst>
                <a:ext uri="{FF2B5EF4-FFF2-40B4-BE49-F238E27FC236}">
                  <a16:creationId xmlns:a16="http://schemas.microsoft.com/office/drawing/2014/main" id="{2CBB3A18-0021-403F-8E24-8805829B42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2" name="Freeform: Shape 131">
              <a:extLst>
                <a:ext uri="{FF2B5EF4-FFF2-40B4-BE49-F238E27FC236}">
                  <a16:creationId xmlns:a16="http://schemas.microsoft.com/office/drawing/2014/main" id="{8FDF7AAC-1EC6-4409-90AB-DBB984883D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33" name="Freeform: Shape 132">
              <a:extLst>
                <a:ext uri="{FF2B5EF4-FFF2-40B4-BE49-F238E27FC236}">
                  <a16:creationId xmlns:a16="http://schemas.microsoft.com/office/drawing/2014/main" id="{5B9999E8-7D25-4049-8328-685B556DC6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4" name="Freeform: Shape 133">
              <a:extLst>
                <a:ext uri="{FF2B5EF4-FFF2-40B4-BE49-F238E27FC236}">
                  <a16:creationId xmlns:a16="http://schemas.microsoft.com/office/drawing/2014/main" id="{E77FC8A9-DEAE-424D-B460-12E0F3268DC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9972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35" name="Freeform: Shape 134">
              <a:extLst>
                <a:ext uri="{FF2B5EF4-FFF2-40B4-BE49-F238E27FC236}">
                  <a16:creationId xmlns:a16="http://schemas.microsoft.com/office/drawing/2014/main" id="{54F9C69A-0DCF-444A-B970-32B4120483D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99725"/>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6" name="Freeform: Shape 135">
              <a:extLst>
                <a:ext uri="{FF2B5EF4-FFF2-40B4-BE49-F238E27FC236}">
                  <a16:creationId xmlns:a16="http://schemas.microsoft.com/office/drawing/2014/main" id="{8BD94DDA-54FF-48EE-9DAC-C0EA6F91D4A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7" name="Freeform: Shape 136">
              <a:extLst>
                <a:ext uri="{FF2B5EF4-FFF2-40B4-BE49-F238E27FC236}">
                  <a16:creationId xmlns:a16="http://schemas.microsoft.com/office/drawing/2014/main" id="{E18A6989-0132-4CB7-BB68-EEBC4E0806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8" name="Freeform: Shape 137">
              <a:extLst>
                <a:ext uri="{FF2B5EF4-FFF2-40B4-BE49-F238E27FC236}">
                  <a16:creationId xmlns:a16="http://schemas.microsoft.com/office/drawing/2014/main" id="{A1357332-D19F-4C2B-B474-21D5539B90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9" name="Freeform: Shape 138">
              <a:extLst>
                <a:ext uri="{FF2B5EF4-FFF2-40B4-BE49-F238E27FC236}">
                  <a16:creationId xmlns:a16="http://schemas.microsoft.com/office/drawing/2014/main" id="{295C7590-8B80-428C-95A9-638B265425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599725"/>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0" name="Freeform: Shape 139">
              <a:extLst>
                <a:ext uri="{FF2B5EF4-FFF2-40B4-BE49-F238E27FC236}">
                  <a16:creationId xmlns:a16="http://schemas.microsoft.com/office/drawing/2014/main" id="{CA0E8A31-7520-4726-9D96-43BA87407E0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1" name="Freeform: Shape 140">
              <a:extLst>
                <a:ext uri="{FF2B5EF4-FFF2-40B4-BE49-F238E27FC236}">
                  <a16:creationId xmlns:a16="http://schemas.microsoft.com/office/drawing/2014/main" id="{9407EEE0-5D8E-4CCC-A91B-0CB523227CF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3" y="365896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2" name="Freeform: Shape 141">
              <a:extLst>
                <a:ext uri="{FF2B5EF4-FFF2-40B4-BE49-F238E27FC236}">
                  <a16:creationId xmlns:a16="http://schemas.microsoft.com/office/drawing/2014/main" id="{3799DFCC-868B-4257-B530-8E8D616CC5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99" y="365896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3" name="Freeform: Shape 142">
              <a:extLst>
                <a:ext uri="{FF2B5EF4-FFF2-40B4-BE49-F238E27FC236}">
                  <a16:creationId xmlns:a16="http://schemas.microsoft.com/office/drawing/2014/main" id="{F7F5EEB5-FE82-45A8-97C4-88460ABAFB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49"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4" name="Freeform: Shape 143">
              <a:extLst>
                <a:ext uri="{FF2B5EF4-FFF2-40B4-BE49-F238E27FC236}">
                  <a16:creationId xmlns:a16="http://schemas.microsoft.com/office/drawing/2014/main" id="{CD76E4C7-EB07-499D-9BC3-FF39C8B613F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5" name="Freeform: Shape 144">
              <a:extLst>
                <a:ext uri="{FF2B5EF4-FFF2-40B4-BE49-F238E27FC236}">
                  <a16:creationId xmlns:a16="http://schemas.microsoft.com/office/drawing/2014/main" id="{86EFDF8D-E5F7-4EB8-B8DA-3CC7E21D88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6" name="Freeform: Shape 145">
              <a:extLst>
                <a:ext uri="{FF2B5EF4-FFF2-40B4-BE49-F238E27FC236}">
                  <a16:creationId xmlns:a16="http://schemas.microsoft.com/office/drawing/2014/main" id="{2CA6506B-EACA-4FB2-81AB-E028F44786F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0" y="365896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7" name="Freeform: Shape 146">
              <a:extLst>
                <a:ext uri="{FF2B5EF4-FFF2-40B4-BE49-F238E27FC236}">
                  <a16:creationId xmlns:a16="http://schemas.microsoft.com/office/drawing/2014/main" id="{193E4771-2787-4901-93D8-7E90F3F479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8" name="Freeform: Shape 147">
              <a:extLst>
                <a:ext uri="{FF2B5EF4-FFF2-40B4-BE49-F238E27FC236}">
                  <a16:creationId xmlns:a16="http://schemas.microsoft.com/office/drawing/2014/main" id="{0EA31773-15F1-4605-8787-6891ABB2118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71811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9" name="Freeform: Shape 148">
              <a:extLst>
                <a:ext uri="{FF2B5EF4-FFF2-40B4-BE49-F238E27FC236}">
                  <a16:creationId xmlns:a16="http://schemas.microsoft.com/office/drawing/2014/main" id="{1302C213-2CD5-4168-9534-111E6E81A8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71811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0" name="Freeform: Shape 149">
              <a:extLst>
                <a:ext uri="{FF2B5EF4-FFF2-40B4-BE49-F238E27FC236}">
                  <a16:creationId xmlns:a16="http://schemas.microsoft.com/office/drawing/2014/main" id="{B9B36C24-2336-41FD-BAC4-6CD69DFD55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1" name="Freeform: Shape 150">
              <a:extLst>
                <a:ext uri="{FF2B5EF4-FFF2-40B4-BE49-F238E27FC236}">
                  <a16:creationId xmlns:a16="http://schemas.microsoft.com/office/drawing/2014/main" id="{CA3AFAFE-D376-4A7B-928B-833531472D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2" name="Freeform: Shape 151">
              <a:extLst>
                <a:ext uri="{FF2B5EF4-FFF2-40B4-BE49-F238E27FC236}">
                  <a16:creationId xmlns:a16="http://schemas.microsoft.com/office/drawing/2014/main" id="{7C685A00-A4F7-4250-BAAA-70978DADE4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3" name="Freeform: Shape 152">
              <a:extLst>
                <a:ext uri="{FF2B5EF4-FFF2-40B4-BE49-F238E27FC236}">
                  <a16:creationId xmlns:a16="http://schemas.microsoft.com/office/drawing/2014/main" id="{E52682F3-EDD5-4BDC-BB19-A4540873A8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71811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4" name="Freeform: Shape 153">
              <a:extLst>
                <a:ext uri="{FF2B5EF4-FFF2-40B4-BE49-F238E27FC236}">
                  <a16:creationId xmlns:a16="http://schemas.microsoft.com/office/drawing/2014/main" id="{2C5E1880-CFBA-4547-9C23-6D2C433048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5" name="Freeform: Shape 154">
              <a:extLst>
                <a:ext uri="{FF2B5EF4-FFF2-40B4-BE49-F238E27FC236}">
                  <a16:creationId xmlns:a16="http://schemas.microsoft.com/office/drawing/2014/main" id="{439AAF4F-2AAD-4A02-A7FA-FE28D52869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7" y="3777362"/>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56" name="Freeform: Shape 155">
              <a:extLst>
                <a:ext uri="{FF2B5EF4-FFF2-40B4-BE49-F238E27FC236}">
                  <a16:creationId xmlns:a16="http://schemas.microsoft.com/office/drawing/2014/main" id="{05614144-9309-41ED-8E05-839A6EEFF8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1"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57" name="Freeform: Shape 156">
              <a:extLst>
                <a:ext uri="{FF2B5EF4-FFF2-40B4-BE49-F238E27FC236}">
                  <a16:creationId xmlns:a16="http://schemas.microsoft.com/office/drawing/2014/main" id="{24324D6F-A81D-45F2-BA36-C53F1AB0C6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3"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8" name="Freeform: Shape 157">
              <a:extLst>
                <a:ext uri="{FF2B5EF4-FFF2-40B4-BE49-F238E27FC236}">
                  <a16:creationId xmlns:a16="http://schemas.microsoft.com/office/drawing/2014/main" id="{6B00668D-07BC-47CF-9D1E-F94EC7C56F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701"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9" name="Freeform: Shape 158">
              <a:extLst>
                <a:ext uri="{FF2B5EF4-FFF2-40B4-BE49-F238E27FC236}">
                  <a16:creationId xmlns:a16="http://schemas.microsoft.com/office/drawing/2014/main" id="{BCF78A89-29F2-4973-8463-DF3C57EFB4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54"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60" name="Freeform: Shape 159">
              <a:extLst>
                <a:ext uri="{FF2B5EF4-FFF2-40B4-BE49-F238E27FC236}">
                  <a16:creationId xmlns:a16="http://schemas.microsoft.com/office/drawing/2014/main" id="{F5BCB645-FB02-40FC-99A4-06CA3F1B28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102"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61" name="Freeform: Shape 160">
              <a:extLst>
                <a:ext uri="{FF2B5EF4-FFF2-40B4-BE49-F238E27FC236}">
                  <a16:creationId xmlns:a16="http://schemas.microsoft.com/office/drawing/2014/main" id="{F6115A3A-2FBE-4633-A426-37D05BC071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50"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62" name="Freeform: Shape 161">
              <a:extLst>
                <a:ext uri="{FF2B5EF4-FFF2-40B4-BE49-F238E27FC236}">
                  <a16:creationId xmlns:a16="http://schemas.microsoft.com/office/drawing/2014/main" id="{AEFD8D2F-B95A-4C0A-AE85-53171B29F5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481330"/>
              <a:ext cx="14097" cy="14096"/>
            </a:xfrm>
            <a:custGeom>
              <a:avLst/>
              <a:gdLst>
                <a:gd name="connsiteX0" fmla="*/ 14097 w 14097"/>
                <a:gd name="connsiteY0" fmla="*/ 7049 h 14096"/>
                <a:gd name="connsiteX1" fmla="*/ 7049 w 14097"/>
                <a:gd name="connsiteY1" fmla="*/ 14097 h 14096"/>
                <a:gd name="connsiteX2" fmla="*/ 0 w 14097"/>
                <a:gd name="connsiteY2" fmla="*/ 7049 h 14096"/>
                <a:gd name="connsiteX3" fmla="*/ 7049 w 14097"/>
                <a:gd name="connsiteY3" fmla="*/ 0 h 14096"/>
                <a:gd name="connsiteX4" fmla="*/ 14097 w 14097"/>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9"/>
                  </a:moveTo>
                  <a:cubicBezTo>
                    <a:pt x="14097" y="10954"/>
                    <a:pt x="10954" y="14097"/>
                    <a:pt x="7049" y="14097"/>
                  </a:cubicBezTo>
                  <a:cubicBezTo>
                    <a:pt x="3143" y="14097"/>
                    <a:pt x="0" y="10954"/>
                    <a:pt x="0" y="7049"/>
                  </a:cubicBezTo>
                  <a:cubicBezTo>
                    <a:pt x="0" y="3143"/>
                    <a:pt x="3143" y="0"/>
                    <a:pt x="7049"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3" name="Freeform: Shape 162">
              <a:extLst>
                <a:ext uri="{FF2B5EF4-FFF2-40B4-BE49-F238E27FC236}">
                  <a16:creationId xmlns:a16="http://schemas.microsoft.com/office/drawing/2014/main" id="{4DD4F397-1F35-4E06-8EC1-8F58C51912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4" name="Freeform: Shape 163">
              <a:extLst>
                <a:ext uri="{FF2B5EF4-FFF2-40B4-BE49-F238E27FC236}">
                  <a16:creationId xmlns:a16="http://schemas.microsoft.com/office/drawing/2014/main" id="{B031E5E0-C77D-49F7-ADF2-258D23052D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481330"/>
              <a:ext cx="14096" cy="14096"/>
            </a:xfrm>
            <a:custGeom>
              <a:avLst/>
              <a:gdLst>
                <a:gd name="connsiteX0" fmla="*/ 14097 w 14096"/>
                <a:gd name="connsiteY0" fmla="*/ 7049 h 14096"/>
                <a:gd name="connsiteX1" fmla="*/ 7049 w 14096"/>
                <a:gd name="connsiteY1" fmla="*/ 14097 h 14096"/>
                <a:gd name="connsiteX2" fmla="*/ 0 w 14096"/>
                <a:gd name="connsiteY2" fmla="*/ 7049 h 14096"/>
                <a:gd name="connsiteX3" fmla="*/ 7049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9" y="14097"/>
                  </a:cubicBezTo>
                  <a:cubicBezTo>
                    <a:pt x="3143" y="14097"/>
                    <a:pt x="0" y="10954"/>
                    <a:pt x="0" y="7049"/>
                  </a:cubicBezTo>
                  <a:cubicBezTo>
                    <a:pt x="0" y="3143"/>
                    <a:pt x="3143" y="0"/>
                    <a:pt x="7049"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165" name="Freeform: Shape 164">
              <a:extLst>
                <a:ext uri="{FF2B5EF4-FFF2-40B4-BE49-F238E27FC236}">
                  <a16:creationId xmlns:a16="http://schemas.microsoft.com/office/drawing/2014/main" id="{3F044DE9-FE64-4C30-8191-7E1547880C4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6" name="Freeform: Shape 165">
              <a:extLst>
                <a:ext uri="{FF2B5EF4-FFF2-40B4-BE49-F238E27FC236}">
                  <a16:creationId xmlns:a16="http://schemas.microsoft.com/office/drawing/2014/main" id="{9B18BCEB-85ED-4077-ACB7-FEB2F6443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167" name="Freeform: Shape 166">
              <a:extLst>
                <a:ext uri="{FF2B5EF4-FFF2-40B4-BE49-F238E27FC236}">
                  <a16:creationId xmlns:a16="http://schemas.microsoft.com/office/drawing/2014/main" id="{00C0927E-2CCF-4F8E-8A54-22B8A93C97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48132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68" name="Freeform: Shape 167">
              <a:extLst>
                <a:ext uri="{FF2B5EF4-FFF2-40B4-BE49-F238E27FC236}">
                  <a16:creationId xmlns:a16="http://schemas.microsoft.com/office/drawing/2014/main" id="{D0C3350E-04F5-4FED-9991-4DD964E099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4057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69" name="Freeform: Shape 168">
              <a:extLst>
                <a:ext uri="{FF2B5EF4-FFF2-40B4-BE49-F238E27FC236}">
                  <a16:creationId xmlns:a16="http://schemas.microsoft.com/office/drawing/2014/main" id="{F43D0338-A6C9-4866-8D0C-072664518E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405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0" name="Freeform: Shape 169">
              <a:extLst>
                <a:ext uri="{FF2B5EF4-FFF2-40B4-BE49-F238E27FC236}">
                  <a16:creationId xmlns:a16="http://schemas.microsoft.com/office/drawing/2014/main" id="{40EA171B-27E2-4100-9D5F-123CF6E7F9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40584"/>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1" name="Freeform: Shape 170">
              <a:extLst>
                <a:ext uri="{FF2B5EF4-FFF2-40B4-BE49-F238E27FC236}">
                  <a16:creationId xmlns:a16="http://schemas.microsoft.com/office/drawing/2014/main" id="{22FD540C-F3DF-40F5-B2BE-BBD113EF4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4058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2" name="Freeform: Shape 171">
              <a:extLst>
                <a:ext uri="{FF2B5EF4-FFF2-40B4-BE49-F238E27FC236}">
                  <a16:creationId xmlns:a16="http://schemas.microsoft.com/office/drawing/2014/main" id="{57768D93-FAD4-4236-969B-B8EE8E88F3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405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3" name="Freeform: Shape 172">
              <a:extLst>
                <a:ext uri="{FF2B5EF4-FFF2-40B4-BE49-F238E27FC236}">
                  <a16:creationId xmlns:a16="http://schemas.microsoft.com/office/drawing/2014/main" id="{0F5E0490-21C2-4EF6-950D-38814F32C2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40588"/>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74" name="Freeform: Shape 173">
              <a:extLst>
                <a:ext uri="{FF2B5EF4-FFF2-40B4-BE49-F238E27FC236}">
                  <a16:creationId xmlns:a16="http://schemas.microsoft.com/office/drawing/2014/main" id="{8E981C9B-710F-4034-AE82-28B1B07245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99737"/>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5" name="Freeform: Shape 174">
              <a:extLst>
                <a:ext uri="{FF2B5EF4-FFF2-40B4-BE49-F238E27FC236}">
                  <a16:creationId xmlns:a16="http://schemas.microsoft.com/office/drawing/2014/main" id="{CC62C2CC-DBAE-4877-8F55-02FE00AE811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6" name="Freeform: Shape 175">
              <a:extLst>
                <a:ext uri="{FF2B5EF4-FFF2-40B4-BE49-F238E27FC236}">
                  <a16:creationId xmlns:a16="http://schemas.microsoft.com/office/drawing/2014/main" id="{D8F57D8B-1988-441F-9DAE-A525DA5E9D9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99737"/>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7" name="Freeform: Shape 176">
              <a:extLst>
                <a:ext uri="{FF2B5EF4-FFF2-40B4-BE49-F238E27FC236}">
                  <a16:creationId xmlns:a16="http://schemas.microsoft.com/office/drawing/2014/main" id="{6715F028-3A13-4D5F-86C4-74C0AD81D6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8" name="Freeform: Shape 177">
              <a:extLst>
                <a:ext uri="{FF2B5EF4-FFF2-40B4-BE49-F238E27FC236}">
                  <a16:creationId xmlns:a16="http://schemas.microsoft.com/office/drawing/2014/main" id="{DC6C9B50-47B3-44E7-B897-43D010A189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9973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9" name="Freeform: Shape 178">
              <a:extLst>
                <a:ext uri="{FF2B5EF4-FFF2-40B4-BE49-F238E27FC236}">
                  <a16:creationId xmlns:a16="http://schemas.microsoft.com/office/drawing/2014/main" id="{F3F602F0-702E-4D5F-A4FC-0E602C02B9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0" name="Freeform: Shape 179">
              <a:extLst>
                <a:ext uri="{FF2B5EF4-FFF2-40B4-BE49-F238E27FC236}">
                  <a16:creationId xmlns:a16="http://schemas.microsoft.com/office/drawing/2014/main" id="{9F379870-B34C-4DFC-9F0A-BDAB8C89FE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6589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1" name="Freeform: Shape 180">
              <a:extLst>
                <a:ext uri="{FF2B5EF4-FFF2-40B4-BE49-F238E27FC236}">
                  <a16:creationId xmlns:a16="http://schemas.microsoft.com/office/drawing/2014/main" id="{641092AC-FED1-4D1D-B57C-0AC883CA95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2" name="Freeform: Shape 181">
              <a:extLst>
                <a:ext uri="{FF2B5EF4-FFF2-40B4-BE49-F238E27FC236}">
                  <a16:creationId xmlns:a16="http://schemas.microsoft.com/office/drawing/2014/main" id="{EA8A0B5E-5BB1-46AF-AC31-7D3756F354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65898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3" name="Freeform: Shape 182">
              <a:extLst>
                <a:ext uri="{FF2B5EF4-FFF2-40B4-BE49-F238E27FC236}">
                  <a16:creationId xmlns:a16="http://schemas.microsoft.com/office/drawing/2014/main" id="{1C519384-2192-432B-B768-64B4BC2DA98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4" name="Freeform: Shape 183">
              <a:extLst>
                <a:ext uri="{FF2B5EF4-FFF2-40B4-BE49-F238E27FC236}">
                  <a16:creationId xmlns:a16="http://schemas.microsoft.com/office/drawing/2014/main" id="{13C77A9D-44F0-4289-A611-D8AF813570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85" name="Freeform: Shape 184">
              <a:extLst>
                <a:ext uri="{FF2B5EF4-FFF2-40B4-BE49-F238E27FC236}">
                  <a16:creationId xmlns:a16="http://schemas.microsoft.com/office/drawing/2014/main" id="{0A54AEDC-E418-4E02-A713-6CE30C0CDD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1" y="36589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6" name="Freeform: Shape 185">
              <a:extLst>
                <a:ext uri="{FF2B5EF4-FFF2-40B4-BE49-F238E27FC236}">
                  <a16:creationId xmlns:a16="http://schemas.microsoft.com/office/drawing/2014/main" id="{24FECFE3-9F31-47B0-B17F-CF2A1CEE85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9" y="3718130"/>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7" name="Freeform: Shape 186">
              <a:extLst>
                <a:ext uri="{FF2B5EF4-FFF2-40B4-BE49-F238E27FC236}">
                  <a16:creationId xmlns:a16="http://schemas.microsoft.com/office/drawing/2014/main" id="{68167DF4-8B16-419B-B7BA-2FD5FF6CC8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8" name="Freeform: Shape 187">
              <a:extLst>
                <a:ext uri="{FF2B5EF4-FFF2-40B4-BE49-F238E27FC236}">
                  <a16:creationId xmlns:a16="http://schemas.microsoft.com/office/drawing/2014/main" id="{A543D24F-44C0-4DDF-A30E-8C8407548F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5" y="3718130"/>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9" name="Freeform: Shape 188">
              <a:extLst>
                <a:ext uri="{FF2B5EF4-FFF2-40B4-BE49-F238E27FC236}">
                  <a16:creationId xmlns:a16="http://schemas.microsoft.com/office/drawing/2014/main" id="{63DEAE3C-3931-41EE-B4A1-F9385602BE1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5"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0" name="Freeform: Shape 189">
              <a:extLst>
                <a:ext uri="{FF2B5EF4-FFF2-40B4-BE49-F238E27FC236}">
                  <a16:creationId xmlns:a16="http://schemas.microsoft.com/office/drawing/2014/main" id="{B11945CD-32F6-4C09-82AF-5510512312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92" y="371812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91" name="Freeform: Shape 190">
              <a:extLst>
                <a:ext uri="{FF2B5EF4-FFF2-40B4-BE49-F238E27FC236}">
                  <a16:creationId xmlns:a16="http://schemas.microsoft.com/office/drawing/2014/main" id="{9109F44F-512F-4792-AED2-ECA80DDE16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0" y="371813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2" name="Freeform: Shape 191">
              <a:extLst>
                <a:ext uri="{FF2B5EF4-FFF2-40B4-BE49-F238E27FC236}">
                  <a16:creationId xmlns:a16="http://schemas.microsoft.com/office/drawing/2014/main" id="{29B9E19B-BC56-46F2-BFFF-1688CEA55A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77737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3" name="Freeform: Shape 192">
              <a:extLst>
                <a:ext uri="{FF2B5EF4-FFF2-40B4-BE49-F238E27FC236}">
                  <a16:creationId xmlns:a16="http://schemas.microsoft.com/office/drawing/2014/main" id="{F573BDDE-4AED-43FB-B8D1-B5F3708931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7737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4" name="Freeform: Shape 193">
              <a:extLst>
                <a:ext uri="{FF2B5EF4-FFF2-40B4-BE49-F238E27FC236}">
                  <a16:creationId xmlns:a16="http://schemas.microsoft.com/office/drawing/2014/main" id="{EFFDA684-6DFF-4629-830E-6F2ACAB8C3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6" y="3777375"/>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95" name="Freeform: Shape 194">
              <a:extLst>
                <a:ext uri="{FF2B5EF4-FFF2-40B4-BE49-F238E27FC236}">
                  <a16:creationId xmlns:a16="http://schemas.microsoft.com/office/drawing/2014/main" id="{92E23250-6349-4726-AF61-08A57B3A2E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55" y="377735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6" name="Freeform: Shape 195">
              <a:extLst>
                <a:ext uri="{FF2B5EF4-FFF2-40B4-BE49-F238E27FC236}">
                  <a16:creationId xmlns:a16="http://schemas.microsoft.com/office/drawing/2014/main" id="{8536AAE6-5497-4B0A-9C9F-4EAA1BB322B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314" y="377745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97" name="Freeform: Shape 196">
              <a:extLst>
                <a:ext uri="{FF2B5EF4-FFF2-40B4-BE49-F238E27FC236}">
                  <a16:creationId xmlns:a16="http://schemas.microsoft.com/office/drawing/2014/main" id="{52B72898-B9DE-4574-BB20-0C317954D4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4" y="377742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362044906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 name="Rectangle 5">
            <a:extLst>
              <a:ext uri="{FF2B5EF4-FFF2-40B4-BE49-F238E27FC236}">
                <a16:creationId xmlns:a16="http://schemas.microsoft.com/office/drawing/2014/main" id="{0C541B88-1AE9-40C3-AFD5-967787C197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E5F17139-31EE-46AC-B04F-DBBD852DD6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890596"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DC7374C-9E50-B7DE-7AB6-686C419B2CC1}"/>
              </a:ext>
            </a:extLst>
          </p:cNvPr>
          <p:cNvSpPr>
            <a:spLocks noGrp="1"/>
          </p:cNvSpPr>
          <p:nvPr>
            <p:ph type="title"/>
          </p:nvPr>
        </p:nvSpPr>
        <p:spPr>
          <a:xfrm>
            <a:off x="838200" y="1195697"/>
            <a:ext cx="3200400" cy="4238118"/>
          </a:xfrm>
        </p:spPr>
        <p:txBody>
          <a:bodyPr>
            <a:normAutofit/>
          </a:bodyPr>
          <a:lstStyle/>
          <a:p>
            <a:r>
              <a:rPr lang="en-US">
                <a:solidFill>
                  <a:schemeClr val="bg1"/>
                </a:solidFill>
              </a:rPr>
              <a:t>SAST and Application Security</a:t>
            </a:r>
          </a:p>
        </p:txBody>
      </p:sp>
      <p:grpSp>
        <p:nvGrpSpPr>
          <p:cNvPr id="8" name="Graphic 38">
            <a:extLst>
              <a:ext uri="{FF2B5EF4-FFF2-40B4-BE49-F238E27FC236}">
                <a16:creationId xmlns:a16="http://schemas.microsoft.com/office/drawing/2014/main" id="{7CF625D3-71A3-4F30-A096-8EF334E959D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02912"/>
            <a:ext cx="1910252" cy="709660"/>
            <a:chOff x="2267504" y="2540250"/>
            <a:chExt cx="1990951" cy="739640"/>
          </a:xfrm>
          <a:solidFill>
            <a:schemeClr val="bg1"/>
          </a:solidFill>
        </p:grpSpPr>
        <p:sp>
          <p:nvSpPr>
            <p:cNvPr id="14" name="Freeform: Shape 13">
              <a:extLst>
                <a:ext uri="{FF2B5EF4-FFF2-40B4-BE49-F238E27FC236}">
                  <a16:creationId xmlns:a16="http://schemas.microsoft.com/office/drawing/2014/main" id="{C6754E2F-F56E-4BA3-99DD-8EBF110E343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54025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5835 h 286230"/>
                <a:gd name="connsiteX8" fmla="*/ 255835 w 1990951"/>
                <a:gd name="connsiteY8" fmla="*/ 0 h 286230"/>
                <a:gd name="connsiteX9" fmla="*/ 504071 w 1990951"/>
                <a:gd name="connsiteY9" fmla="*/ 245703 h 286230"/>
                <a:gd name="connsiteX10" fmla="*/ 749773 w 1990951"/>
                <a:gd name="connsiteY10" fmla="*/ 0 h 286230"/>
                <a:gd name="connsiteX11" fmla="*/ 995476 w 1990951"/>
                <a:gd name="connsiteY11" fmla="*/ 245703 h 286230"/>
                <a:gd name="connsiteX12" fmla="*/ 1243712 w 1990951"/>
                <a:gd name="connsiteY12" fmla="*/ 0 h 286230"/>
                <a:gd name="connsiteX13" fmla="*/ 1489414 w 1990951"/>
                <a:gd name="connsiteY13" fmla="*/ 245703 h 286230"/>
                <a:gd name="connsiteX14" fmla="*/ 1735117 w 1990951"/>
                <a:gd name="connsiteY14" fmla="*/ 0 h 286230"/>
                <a:gd name="connsiteX15" fmla="*/ 1990952 w 1990951"/>
                <a:gd name="connsiteY15" fmla="*/ 255835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5835"/>
                  </a:lnTo>
                  <a:lnTo>
                    <a:pt x="255835" y="0"/>
                  </a:lnTo>
                  <a:lnTo>
                    <a:pt x="504071" y="245703"/>
                  </a:lnTo>
                  <a:lnTo>
                    <a:pt x="749773" y="0"/>
                  </a:lnTo>
                  <a:lnTo>
                    <a:pt x="995476" y="245703"/>
                  </a:lnTo>
                  <a:lnTo>
                    <a:pt x="1243712" y="0"/>
                  </a:lnTo>
                  <a:lnTo>
                    <a:pt x="1489414" y="245703"/>
                  </a:lnTo>
                  <a:lnTo>
                    <a:pt x="1735117" y="0"/>
                  </a:lnTo>
                  <a:lnTo>
                    <a:pt x="1990952" y="255835"/>
                  </a:lnTo>
                  <a:lnTo>
                    <a:pt x="1973221" y="276099"/>
                  </a:lnTo>
                  <a:lnTo>
                    <a:pt x="1735117" y="40528"/>
                  </a:lnTo>
                  <a:close/>
                </a:path>
              </a:pathLst>
            </a:custGeom>
            <a:grpFill/>
            <a:ln w="25320" cap="flat">
              <a:noFill/>
              <a:prstDash val="solid"/>
              <a:miter/>
            </a:ln>
          </p:spPr>
          <p:txBody>
            <a:bodyPr rtlCol="0" anchor="ctr"/>
            <a:lstStyle/>
            <a:p>
              <a:endParaRPr lang="en-US"/>
            </a:p>
          </p:txBody>
        </p:sp>
        <p:sp>
          <p:nvSpPr>
            <p:cNvPr id="15" name="Freeform: Shape 14">
              <a:extLst>
                <a:ext uri="{FF2B5EF4-FFF2-40B4-BE49-F238E27FC236}">
                  <a16:creationId xmlns:a16="http://schemas.microsoft.com/office/drawing/2014/main" id="{24A69059-7C49-49C6-B071-F2A9B558E0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99366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8368 h 286230"/>
                <a:gd name="connsiteX8" fmla="*/ 255835 w 1990951"/>
                <a:gd name="connsiteY8" fmla="*/ 0 h 286230"/>
                <a:gd name="connsiteX9" fmla="*/ 504071 w 1990951"/>
                <a:gd name="connsiteY9" fmla="*/ 248236 h 286230"/>
                <a:gd name="connsiteX10" fmla="*/ 749773 w 1990951"/>
                <a:gd name="connsiteY10" fmla="*/ 0 h 286230"/>
                <a:gd name="connsiteX11" fmla="*/ 995476 w 1990951"/>
                <a:gd name="connsiteY11" fmla="*/ 248236 h 286230"/>
                <a:gd name="connsiteX12" fmla="*/ 1243712 w 1990951"/>
                <a:gd name="connsiteY12" fmla="*/ 0 h 286230"/>
                <a:gd name="connsiteX13" fmla="*/ 1489414 w 1990951"/>
                <a:gd name="connsiteY13" fmla="*/ 248236 h 286230"/>
                <a:gd name="connsiteX14" fmla="*/ 1735117 w 1990951"/>
                <a:gd name="connsiteY14" fmla="*/ 0 h 286230"/>
                <a:gd name="connsiteX15" fmla="*/ 1990952 w 1990951"/>
                <a:gd name="connsiteY15" fmla="*/ 258368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8368"/>
                  </a:lnTo>
                  <a:lnTo>
                    <a:pt x="255835" y="0"/>
                  </a:lnTo>
                  <a:lnTo>
                    <a:pt x="504071" y="248236"/>
                  </a:lnTo>
                  <a:lnTo>
                    <a:pt x="749773" y="0"/>
                  </a:lnTo>
                  <a:lnTo>
                    <a:pt x="995476" y="248236"/>
                  </a:lnTo>
                  <a:lnTo>
                    <a:pt x="1243712" y="0"/>
                  </a:lnTo>
                  <a:lnTo>
                    <a:pt x="1489414" y="248236"/>
                  </a:lnTo>
                  <a:lnTo>
                    <a:pt x="1735117" y="0"/>
                  </a:lnTo>
                  <a:lnTo>
                    <a:pt x="1990952" y="258368"/>
                  </a:lnTo>
                  <a:lnTo>
                    <a:pt x="1973221" y="276099"/>
                  </a:lnTo>
                  <a:lnTo>
                    <a:pt x="1735117" y="40528"/>
                  </a:lnTo>
                  <a:close/>
                </a:path>
              </a:pathLst>
            </a:custGeom>
            <a:grpFill/>
            <a:ln w="25320" cap="flat">
              <a:noFill/>
              <a:prstDash val="solid"/>
              <a:miter/>
            </a:ln>
          </p:spPr>
          <p:txBody>
            <a:bodyPr rtlCol="0" anchor="ctr"/>
            <a:lstStyle/>
            <a:p>
              <a:endParaRPr lang="en-US"/>
            </a:p>
          </p:txBody>
        </p:sp>
      </p:grpSp>
      <p:sp>
        <p:nvSpPr>
          <p:cNvPr id="10" name="Oval 9">
            <a:extLst>
              <a:ext uri="{FF2B5EF4-FFF2-40B4-BE49-F238E27FC236}">
                <a16:creationId xmlns:a16="http://schemas.microsoft.com/office/drawing/2014/main" id="{89D16701-DA76-4F72-BB63-E2C3FFBDFE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260" y="4752208"/>
            <a:ext cx="365021" cy="365021"/>
          </a:xfrm>
          <a:prstGeom prst="ellipse">
            <a:avLst/>
          </a:prstGeom>
          <a:solidFill>
            <a:srgbClr val="FFFFFF"/>
          </a:solidFill>
          <a:ln w="28575">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2" name="Oval 11">
            <a:extLst>
              <a:ext uri="{FF2B5EF4-FFF2-40B4-BE49-F238E27FC236}">
                <a16:creationId xmlns:a16="http://schemas.microsoft.com/office/drawing/2014/main" id="{1CC28BE1-9DC6-43FE-9582-39F091098D7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260" y="4752208"/>
            <a:ext cx="365021" cy="365021"/>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16" name="Graphic 4">
            <a:extLst>
              <a:ext uri="{FF2B5EF4-FFF2-40B4-BE49-F238E27FC236}">
                <a16:creationId xmlns:a16="http://schemas.microsoft.com/office/drawing/2014/main" id="{AF9AF3F3-CE0C-4125-BDD7-346487FA0B4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109667" y="5539934"/>
            <a:ext cx="975169" cy="975171"/>
            <a:chOff x="5829300" y="3162300"/>
            <a:chExt cx="532256" cy="532257"/>
          </a:xfrm>
          <a:solidFill>
            <a:schemeClr val="bg1"/>
          </a:solidFill>
        </p:grpSpPr>
        <p:sp>
          <p:nvSpPr>
            <p:cNvPr id="22" name="Freeform: Shape 21">
              <a:extLst>
                <a:ext uri="{FF2B5EF4-FFF2-40B4-BE49-F238E27FC236}">
                  <a16:creationId xmlns:a16="http://schemas.microsoft.com/office/drawing/2014/main" id="{B31DFBFA-CF4D-4940-9086-26F83E5C6BB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9208" y="3192208"/>
              <a:ext cx="112966" cy="11296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9525" cap="flat">
              <a:no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27854033-BD20-4C77-8C5B-048F4B3BDD0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1205" y="3164205"/>
              <a:ext cx="230314" cy="230314"/>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9525" cap="flat">
              <a:no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BC93AA74-BEB3-444F-835B-7AA6ECE617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29300" y="3162300"/>
              <a:ext cx="294131" cy="294131"/>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9525" cap="flat">
              <a:no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F00DF1C9-6952-4704-B8B3-95406E18E4C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7205" y="3170110"/>
              <a:ext cx="337184" cy="337280"/>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9525" cap="flat">
              <a:noFill/>
              <a:prstDash val="solid"/>
              <a:miter/>
            </a:ln>
          </p:spPr>
          <p:txBody>
            <a:bodyPr rtlCol="0" anchor="ctr"/>
            <a:lstStyle/>
            <a:p>
              <a:endParaRPr lang="en-US"/>
            </a:p>
          </p:txBody>
        </p:sp>
        <p:sp>
          <p:nvSpPr>
            <p:cNvPr id="26" name="Freeform: Shape 25">
              <a:extLst>
                <a:ext uri="{FF2B5EF4-FFF2-40B4-BE49-F238E27FC236}">
                  <a16:creationId xmlns:a16="http://schemas.microsoft.com/office/drawing/2014/main" id="{B34783FD-297C-40D2-964B-DBAE4DE283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3207" y="3186207"/>
              <a:ext cx="364617" cy="364617"/>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9525" cap="flat">
              <a:no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DE621623-0357-4FD5-A1AC-4005010259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5305" y="3208305"/>
              <a:ext cx="380238" cy="380238"/>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9525" cap="flat">
              <a:noFill/>
              <a:prstDash val="solid"/>
              <a:miter/>
            </a:ln>
          </p:spPr>
          <p:txBody>
            <a:bodyPr rtlCol="0" anchor="ctr"/>
            <a:lstStyle/>
            <a:p>
              <a:endParaRPr lang="en-US"/>
            </a:p>
          </p:txBody>
        </p:sp>
        <p:sp>
          <p:nvSpPr>
            <p:cNvPr id="28" name="Freeform: Shape 27">
              <a:extLst>
                <a:ext uri="{FF2B5EF4-FFF2-40B4-BE49-F238E27FC236}">
                  <a16:creationId xmlns:a16="http://schemas.microsoft.com/office/drawing/2014/main" id="{024F346E-10A0-458F-A9CA-8C0079472F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02832" y="3235832"/>
              <a:ext cx="385191" cy="385191"/>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9525" cap="flat">
              <a:noFill/>
              <a:prstDash val="solid"/>
              <a:miter/>
            </a:ln>
          </p:spPr>
          <p:txBody>
            <a:bodyPr rtlCol="0" anchor="ctr"/>
            <a:lstStyle/>
            <a:p>
              <a:endParaRPr lang="en-US"/>
            </a:p>
          </p:txBody>
        </p:sp>
        <p:sp>
          <p:nvSpPr>
            <p:cNvPr id="29" name="Freeform: Shape 28">
              <a:extLst>
                <a:ext uri="{FF2B5EF4-FFF2-40B4-BE49-F238E27FC236}">
                  <a16:creationId xmlns:a16="http://schemas.microsoft.com/office/drawing/2014/main" id="{7937A2F7-01A9-47F3-BED6-B61D998408A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35789" y="3268313"/>
              <a:ext cx="379761" cy="380237"/>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5B44DAF8-5073-441A-82E1-180385D35F2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2841" y="3305841"/>
              <a:ext cx="364807" cy="364807"/>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52B0413D-0E36-4A90-8E6A-9EDC676A60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16370" y="3349466"/>
              <a:ext cx="337280" cy="337280"/>
            </a:xfrm>
            <a:custGeom>
              <a:avLst/>
              <a:gdLst>
                <a:gd name="connsiteX0" fmla="*/ 333470 w 337280"/>
                <a:gd name="connsiteY0" fmla="*/ 0 h 337280"/>
                <a:gd name="connsiteX1" fmla="*/ 337280 w 337280"/>
                <a:gd name="connsiteY1" fmla="*/ 13430 h 337280"/>
                <a:gd name="connsiteX2" fmla="*/ 13430 w 337280"/>
                <a:gd name="connsiteY2" fmla="*/ 337280 h 337280"/>
                <a:gd name="connsiteX3" fmla="*/ 0 w 337280"/>
                <a:gd name="connsiteY3" fmla="*/ 333470 h 337280"/>
              </a:gdLst>
              <a:ahLst/>
              <a:cxnLst>
                <a:cxn ang="0">
                  <a:pos x="connsiteX0" y="connsiteY0"/>
                </a:cxn>
                <a:cxn ang="0">
                  <a:pos x="connsiteX1" y="connsiteY1"/>
                </a:cxn>
                <a:cxn ang="0">
                  <a:pos x="connsiteX2" y="connsiteY2"/>
                </a:cxn>
                <a:cxn ang="0">
                  <a:pos x="connsiteX3" y="connsiteY3"/>
                </a:cxn>
              </a:cxnLst>
              <a:rect l="l" t="t" r="r" b="b"/>
              <a:pathLst>
                <a:path w="337280" h="337280">
                  <a:moveTo>
                    <a:pt x="333470" y="0"/>
                  </a:moveTo>
                  <a:cubicBezTo>
                    <a:pt x="334899" y="4382"/>
                    <a:pt x="336137" y="8858"/>
                    <a:pt x="337280" y="13430"/>
                  </a:cubicBezTo>
                  <a:lnTo>
                    <a:pt x="13430" y="337280"/>
                  </a:lnTo>
                  <a:cubicBezTo>
                    <a:pt x="8858" y="336137"/>
                    <a:pt x="4382" y="334899"/>
                    <a:pt x="0" y="333470"/>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86059ECF-0D50-48AD-B67A-645EC29D336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67329" y="3400425"/>
              <a:ext cx="294227" cy="294132"/>
            </a:xfrm>
            <a:custGeom>
              <a:avLst/>
              <a:gdLst>
                <a:gd name="connsiteX0" fmla="*/ 292989 w 294227"/>
                <a:gd name="connsiteY0" fmla="*/ 0 h 294132"/>
                <a:gd name="connsiteX1" fmla="*/ 294227 w 294227"/>
                <a:gd name="connsiteY1" fmla="*/ 15907 h 294132"/>
                <a:gd name="connsiteX2" fmla="*/ 15907 w 294227"/>
                <a:gd name="connsiteY2" fmla="*/ 294132 h 294132"/>
                <a:gd name="connsiteX3" fmla="*/ 0 w 294227"/>
                <a:gd name="connsiteY3" fmla="*/ 292894 h 294132"/>
              </a:gdLst>
              <a:ahLst/>
              <a:cxnLst>
                <a:cxn ang="0">
                  <a:pos x="connsiteX0" y="connsiteY0"/>
                </a:cxn>
                <a:cxn ang="0">
                  <a:pos x="connsiteX1" y="connsiteY1"/>
                </a:cxn>
                <a:cxn ang="0">
                  <a:pos x="connsiteX2" y="connsiteY2"/>
                </a:cxn>
                <a:cxn ang="0">
                  <a:pos x="connsiteX3" y="connsiteY3"/>
                </a:cxn>
              </a:cxnLst>
              <a:rect l="l" t="t" r="r" b="b"/>
              <a:pathLst>
                <a:path w="294227" h="294132">
                  <a:moveTo>
                    <a:pt x="292989" y="0"/>
                  </a:moveTo>
                  <a:cubicBezTo>
                    <a:pt x="293561" y="5334"/>
                    <a:pt x="293942" y="10668"/>
                    <a:pt x="294227" y="15907"/>
                  </a:cubicBezTo>
                  <a:lnTo>
                    <a:pt x="15907" y="294132"/>
                  </a:lnTo>
                  <a:cubicBezTo>
                    <a:pt x="10668" y="294132"/>
                    <a:pt x="5334" y="293465"/>
                    <a:pt x="0" y="292894"/>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B394906F-6BF2-447E-9886-F12708E128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29337" y="3462337"/>
              <a:ext cx="230314" cy="230314"/>
            </a:xfrm>
            <a:custGeom>
              <a:avLst/>
              <a:gdLst>
                <a:gd name="connsiteX0" fmla="*/ 230315 w 230314"/>
                <a:gd name="connsiteY0" fmla="*/ 0 h 230314"/>
                <a:gd name="connsiteX1" fmla="*/ 226886 w 230314"/>
                <a:gd name="connsiteY1" fmla="*/ 20574 h 230314"/>
                <a:gd name="connsiteX2" fmla="*/ 20669 w 230314"/>
                <a:gd name="connsiteY2" fmla="*/ 226790 h 230314"/>
                <a:gd name="connsiteX3" fmla="*/ 0 w 230314"/>
                <a:gd name="connsiteY3" fmla="*/ 230315 h 230314"/>
              </a:gdLst>
              <a:ahLst/>
              <a:cxnLst>
                <a:cxn ang="0">
                  <a:pos x="connsiteX0" y="connsiteY0"/>
                </a:cxn>
                <a:cxn ang="0">
                  <a:pos x="connsiteX1" y="connsiteY1"/>
                </a:cxn>
                <a:cxn ang="0">
                  <a:pos x="connsiteX2" y="connsiteY2"/>
                </a:cxn>
                <a:cxn ang="0">
                  <a:pos x="connsiteX3" y="connsiteY3"/>
                </a:cxn>
              </a:cxnLst>
              <a:rect l="l" t="t" r="r" b="b"/>
              <a:pathLst>
                <a:path w="230314" h="230314">
                  <a:moveTo>
                    <a:pt x="230315" y="0"/>
                  </a:moveTo>
                  <a:cubicBezTo>
                    <a:pt x="229457" y="6953"/>
                    <a:pt x="228314" y="13716"/>
                    <a:pt x="226886" y="20574"/>
                  </a:cubicBezTo>
                  <a:lnTo>
                    <a:pt x="20669" y="226790"/>
                  </a:lnTo>
                  <a:cubicBezTo>
                    <a:pt x="13811" y="228314"/>
                    <a:pt x="6953" y="229457"/>
                    <a:pt x="0" y="230315"/>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A45EB96B-215A-4EBF-A594-2B082223393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18682" y="3551682"/>
              <a:ext cx="112871" cy="112871"/>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9525" cap="flat">
              <a:noFill/>
              <a:prstDash val="solid"/>
              <a:miter/>
            </a:ln>
          </p:spPr>
          <p:txBody>
            <a:bodyPr rtlCol="0" anchor="ctr"/>
            <a:lstStyle/>
            <a:p>
              <a:endParaRPr lang="en-US"/>
            </a:p>
          </p:txBody>
        </p:sp>
      </p:grpSp>
      <p:graphicFrame>
        <p:nvGraphicFramePr>
          <p:cNvPr id="18" name="Content Placeholder 2">
            <a:extLst>
              <a:ext uri="{FF2B5EF4-FFF2-40B4-BE49-F238E27FC236}">
                <a16:creationId xmlns:a16="http://schemas.microsoft.com/office/drawing/2014/main" id="{040339C0-7E2A-BFE3-B4C6-184449FA15EC}"/>
              </a:ext>
            </a:extLst>
          </p:cNvPr>
          <p:cNvGraphicFramePr>
            <a:graphicFrameLocks noGrp="1"/>
          </p:cNvGraphicFramePr>
          <p:nvPr>
            <p:ph idx="1"/>
            <p:extLst>
              <p:ext uri="{D42A27DB-BD31-4B8C-83A1-F6EECF244321}">
                <p14:modId xmlns:p14="http://schemas.microsoft.com/office/powerpoint/2010/main" val="3272085457"/>
              </p:ext>
            </p:extLst>
          </p:nvPr>
        </p:nvGraphicFramePr>
        <p:xfrm>
          <a:off x="5484139" y="477540"/>
          <a:ext cx="6301601" cy="587880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7573761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170293" y="146885"/>
            <a:ext cx="10381003" cy="1070326"/>
          </a:xfrm>
        </p:spPr>
        <p:txBody>
          <a:bodyPr>
            <a:normAutofit/>
          </a:bodyPr>
          <a:lstStyle/>
          <a:p>
            <a:pPr algn="ctr"/>
            <a:r>
              <a:rPr lang="en-US">
                <a:solidFill>
                  <a:schemeClr val="bg1"/>
                </a:solidFill>
              </a:rPr>
              <a:t>What is SAST?</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E25FC735-899A-2E29-B4C4-3789F279EE30}"/>
              </a:ext>
            </a:extLst>
          </p:cNvPr>
          <p:cNvSpPr>
            <a:spLocks noGrp="1"/>
          </p:cNvSpPr>
          <p:nvPr>
            <p:ph idx="1"/>
          </p:nvPr>
        </p:nvSpPr>
        <p:spPr>
          <a:xfrm>
            <a:off x="1170294" y="1247263"/>
            <a:ext cx="10381004" cy="4188295"/>
          </a:xfrm>
        </p:spPr>
        <p:txBody>
          <a:bodyPr>
            <a:normAutofit/>
          </a:bodyPr>
          <a:lstStyle/>
          <a:p>
            <a:pPr marL="0" indent="0">
              <a:buNone/>
            </a:pPr>
            <a:r>
              <a:rPr lang="en-US" sz="2400">
                <a:solidFill>
                  <a:schemeClr val="bg1"/>
                </a:solidFill>
              </a:rPr>
              <a:t>Static Application Security Testing (SAST) is a testing methodology that analyzes source code to find security vulnerabilities in applications</a:t>
            </a:r>
          </a:p>
          <a:p>
            <a:pPr lvl="1"/>
            <a:r>
              <a:rPr lang="en-US">
                <a:solidFill>
                  <a:schemeClr val="bg1"/>
                </a:solidFill>
              </a:rPr>
              <a:t>Depends on patterns to define a vulnerability, also known as </a:t>
            </a:r>
            <a:r>
              <a:rPr lang="en-US" b="1">
                <a:solidFill>
                  <a:schemeClr val="bg1"/>
                </a:solidFill>
              </a:rPr>
              <a:t>signatures</a:t>
            </a:r>
          </a:p>
          <a:p>
            <a:pPr lvl="1"/>
            <a:endParaRPr lang="en-US">
              <a:solidFill>
                <a:schemeClr val="bg1"/>
              </a:solidFill>
            </a:endParaRPr>
          </a:p>
          <a:p>
            <a:pPr marL="0" indent="0">
              <a:buNone/>
            </a:pPr>
            <a:r>
              <a:rPr lang="en-US" sz="2400">
                <a:solidFill>
                  <a:schemeClr val="bg1"/>
                </a:solidFill>
              </a:rPr>
              <a:t>SAST can be used in real-time, as the developers code, it can be integrated into the DevOps cycle, or it can be executed offline.</a:t>
            </a:r>
          </a:p>
          <a:p>
            <a:endParaRPr lang="en-US" sz="2400">
              <a:solidFill>
                <a:schemeClr val="bg1"/>
              </a:solidFill>
            </a:endParaRPr>
          </a:p>
          <a:p>
            <a:pPr marL="0" indent="0">
              <a:buNone/>
            </a:pPr>
            <a:r>
              <a:rPr lang="en-US" sz="2400">
                <a:solidFill>
                  <a:schemeClr val="bg1"/>
                </a:solidFill>
              </a:rPr>
              <a:t>As it is heavily dependent on signatures, it could lead to false positives if the signature base are not verified and tested to reduce de false alerts rate.</a:t>
            </a:r>
          </a:p>
          <a:p>
            <a:pPr lvl="1"/>
            <a:r>
              <a:rPr lang="en-US">
                <a:solidFill>
                  <a:schemeClr val="bg1"/>
                </a:solidFill>
              </a:rPr>
              <a:t>LLMs can also be leveraged to reduce the false positive/negative rates</a:t>
            </a:r>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Tree>
    <p:extLst>
      <p:ext uri="{BB962C8B-B14F-4D97-AF65-F5344CB8AC3E}">
        <p14:creationId xmlns:p14="http://schemas.microsoft.com/office/powerpoint/2010/main" val="91887003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170294" y="146885"/>
            <a:ext cx="10183506" cy="1070326"/>
          </a:xfrm>
        </p:spPr>
        <p:txBody>
          <a:bodyPr>
            <a:normAutofit/>
          </a:bodyPr>
          <a:lstStyle/>
          <a:p>
            <a:pPr algn="ctr"/>
            <a:r>
              <a:rPr lang="en-US">
                <a:solidFill>
                  <a:schemeClr val="bg1"/>
                </a:solidFill>
              </a:rPr>
              <a:t>Typical SDLC</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pic>
        <p:nvPicPr>
          <p:cNvPr id="8" name="Picture 7">
            <a:extLst>
              <a:ext uri="{FF2B5EF4-FFF2-40B4-BE49-F238E27FC236}">
                <a16:creationId xmlns:a16="http://schemas.microsoft.com/office/drawing/2014/main" id="{8468CD30-20B4-BDB2-BB92-73BAF9FD342F}"/>
              </a:ext>
            </a:extLst>
          </p:cNvPr>
          <p:cNvPicPr>
            <a:picLocks noChangeAspect="1"/>
          </p:cNvPicPr>
          <p:nvPr/>
        </p:nvPicPr>
        <p:blipFill>
          <a:blip r:embed="rId3">
            <a:alphaModFix/>
          </a:blip>
          <a:stretch>
            <a:fillRect/>
          </a:stretch>
        </p:blipFill>
        <p:spPr>
          <a:xfrm>
            <a:off x="1189843" y="1233989"/>
            <a:ext cx="9831863" cy="4233704"/>
          </a:xfrm>
          <a:prstGeom prst="rect">
            <a:avLst/>
          </a:prstGeom>
          <a:noFill/>
        </p:spPr>
      </p:pic>
    </p:spTree>
    <p:extLst>
      <p:ext uri="{BB962C8B-B14F-4D97-AF65-F5344CB8AC3E}">
        <p14:creationId xmlns:p14="http://schemas.microsoft.com/office/powerpoint/2010/main" val="16078572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3677BAFB-3BD3-41BB-9107-FAE224AE21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E6823A9B-C188-42D4-847C-3AD928DB14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42784" y="253140"/>
            <a:ext cx="6184555" cy="6184555"/>
          </a:xfrm>
          <a:prstGeom prst="ellipse">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34B557F3-1A0C-4749-A6DB-EAC082DF3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24848" y="253140"/>
            <a:ext cx="6184555" cy="6184555"/>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3"/>
              </a:solidFill>
            </a:endParaRPr>
          </a:p>
        </p:txBody>
      </p:sp>
      <p:sp>
        <p:nvSpPr>
          <p:cNvPr id="14" name="Oval 13">
            <a:extLst>
              <a:ext uri="{FF2B5EF4-FFF2-40B4-BE49-F238E27FC236}">
                <a16:creationId xmlns:a16="http://schemas.microsoft.com/office/drawing/2014/main" id="{55D55AA6-3751-494F-868A-DCEDC5CE82B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03723" y="136525"/>
            <a:ext cx="6184555" cy="6184555"/>
          </a:xfrm>
          <a:prstGeom prst="ellipse">
            <a:avLst/>
          </a:pr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FA7779B-5AF1-F721-6EE7-800C8BD4F1E1}"/>
              </a:ext>
            </a:extLst>
          </p:cNvPr>
          <p:cNvSpPr>
            <a:spLocks noGrp="1"/>
          </p:cNvSpPr>
          <p:nvPr>
            <p:ph type="title"/>
          </p:nvPr>
        </p:nvSpPr>
        <p:spPr>
          <a:xfrm>
            <a:off x="3581400" y="965580"/>
            <a:ext cx="5204489" cy="3160593"/>
          </a:xfrm>
        </p:spPr>
        <p:txBody>
          <a:bodyPr vert="horz" lIns="91440" tIns="45720" rIns="91440" bIns="45720" rtlCol="0" anchor="b">
            <a:normAutofit/>
          </a:bodyPr>
          <a:lstStyle/>
          <a:p>
            <a:pPr algn="ctr"/>
            <a:r>
              <a:rPr lang="en-US" sz="5400" kern="1200">
                <a:solidFill>
                  <a:schemeClr val="bg1"/>
                </a:solidFill>
                <a:latin typeface="+mj-lt"/>
                <a:ea typeface="+mj-ea"/>
                <a:cs typeface="+mj-cs"/>
              </a:rPr>
              <a:t>Getting Started with Semgrep</a:t>
            </a:r>
          </a:p>
        </p:txBody>
      </p:sp>
      <p:sp>
        <p:nvSpPr>
          <p:cNvPr id="3" name="Text Placeholder 2">
            <a:extLst>
              <a:ext uri="{FF2B5EF4-FFF2-40B4-BE49-F238E27FC236}">
                <a16:creationId xmlns:a16="http://schemas.microsoft.com/office/drawing/2014/main" id="{FE68E5EE-B015-6ACB-EFF5-F361A44C0CF4}"/>
              </a:ext>
            </a:extLst>
          </p:cNvPr>
          <p:cNvSpPr>
            <a:spLocks noGrp="1"/>
          </p:cNvSpPr>
          <p:nvPr>
            <p:ph type="body" idx="1"/>
          </p:nvPr>
        </p:nvSpPr>
        <p:spPr>
          <a:xfrm>
            <a:off x="3820817" y="4409960"/>
            <a:ext cx="4508641" cy="1116414"/>
          </a:xfrm>
        </p:spPr>
        <p:txBody>
          <a:bodyPr vert="horz" lIns="91440" tIns="45720" rIns="91440" bIns="45720" rtlCol="0">
            <a:normAutofit/>
          </a:bodyPr>
          <a:lstStyle/>
          <a:p>
            <a:pPr algn="ctr"/>
            <a:r>
              <a:rPr lang="en-US" sz="2000" kern="1200">
                <a:solidFill>
                  <a:schemeClr val="bg1"/>
                </a:solidFill>
                <a:latin typeface="+mn-lt"/>
                <a:ea typeface="+mn-ea"/>
                <a:cs typeface="+mn-cs"/>
              </a:rPr>
              <a:t>MODULE 2</a:t>
            </a:r>
          </a:p>
        </p:txBody>
      </p:sp>
      <p:sp>
        <p:nvSpPr>
          <p:cNvPr id="16" name="Graphic 212">
            <a:extLst>
              <a:ext uri="{FF2B5EF4-FFF2-40B4-BE49-F238E27FC236}">
                <a16:creationId xmlns:a16="http://schemas.microsoft.com/office/drawing/2014/main" id="{4D4C00DC-4DC6-4CD2-9E31-F17E6CEBC5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8" name="Graphic 212">
            <a:extLst>
              <a:ext uri="{FF2B5EF4-FFF2-40B4-BE49-F238E27FC236}">
                <a16:creationId xmlns:a16="http://schemas.microsoft.com/office/drawing/2014/main" id="{D82AB1B2-7970-42CF-8BF5-567C69E9FF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nvGrpSpPr>
          <p:cNvPr id="20" name="Graphic 190">
            <a:extLst>
              <a:ext uri="{FF2B5EF4-FFF2-40B4-BE49-F238E27FC236}">
                <a16:creationId xmlns:a16="http://schemas.microsoft.com/office/drawing/2014/main" id="{66FB5A75-BDE2-4F12-A95B-C48788A7685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80947" y="1755501"/>
            <a:ext cx="1598829" cy="531293"/>
            <a:chOff x="2504802" y="1755501"/>
            <a:chExt cx="1598829" cy="531293"/>
          </a:xfrm>
          <a:solidFill>
            <a:schemeClr val="bg1"/>
          </a:solidFill>
        </p:grpSpPr>
        <p:sp>
          <p:nvSpPr>
            <p:cNvPr id="21" name="Freeform: Shape 20">
              <a:extLst>
                <a:ext uri="{FF2B5EF4-FFF2-40B4-BE49-F238E27FC236}">
                  <a16:creationId xmlns:a16="http://schemas.microsoft.com/office/drawing/2014/main" id="{DC86CBC8-A814-4C0C-A287-7C549693D2E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2113855"/>
              <a:ext cx="1598614" cy="172939"/>
            </a:xfrm>
            <a:custGeom>
              <a:avLst/>
              <a:gdLst>
                <a:gd name="connsiteX0" fmla="*/ 1248648 w 1598614"/>
                <a:gd name="connsiteY0" fmla="*/ 172939 h 172939"/>
                <a:gd name="connsiteX1" fmla="*/ 1123031 w 1598614"/>
                <a:gd name="connsiteY1" fmla="*/ 92708 h 172939"/>
                <a:gd name="connsiteX2" fmla="*/ 1024085 w 1598614"/>
                <a:gd name="connsiteY2" fmla="*/ 29469 h 172939"/>
                <a:gd name="connsiteX3" fmla="*/ 925140 w 1598614"/>
                <a:gd name="connsiteY3" fmla="*/ 92708 h 172939"/>
                <a:gd name="connsiteX4" fmla="*/ 799522 w 1598614"/>
                <a:gd name="connsiteY4" fmla="*/ 172939 h 172939"/>
                <a:gd name="connsiteX5" fmla="*/ 799522 w 1598614"/>
                <a:gd name="connsiteY5" fmla="*/ 172939 h 172939"/>
                <a:gd name="connsiteX6" fmla="*/ 673905 w 1598614"/>
                <a:gd name="connsiteY6" fmla="*/ 92708 h 172939"/>
                <a:gd name="connsiteX7" fmla="*/ 574959 w 1598614"/>
                <a:gd name="connsiteY7" fmla="*/ 29469 h 172939"/>
                <a:gd name="connsiteX8" fmla="*/ 476014 w 1598614"/>
                <a:gd name="connsiteY8" fmla="*/ 92708 h 172939"/>
                <a:gd name="connsiteX9" fmla="*/ 350396 w 1598614"/>
                <a:gd name="connsiteY9" fmla="*/ 172939 h 172939"/>
                <a:gd name="connsiteX10" fmla="*/ 224778 w 1598614"/>
                <a:gd name="connsiteY10" fmla="*/ 92708 h 172939"/>
                <a:gd name="connsiteX11" fmla="*/ 125833 w 1598614"/>
                <a:gd name="connsiteY11" fmla="*/ 29469 h 172939"/>
                <a:gd name="connsiteX12" fmla="*/ 26887 w 1598614"/>
                <a:gd name="connsiteY12" fmla="*/ 92708 h 172939"/>
                <a:gd name="connsiteX13" fmla="*/ 0 w 1598614"/>
                <a:gd name="connsiteY13" fmla="*/ 80232 h 172939"/>
                <a:gd name="connsiteX14" fmla="*/ 125618 w 1598614"/>
                <a:gd name="connsiteY14" fmla="*/ 0 h 172939"/>
                <a:gd name="connsiteX15" fmla="*/ 251235 w 1598614"/>
                <a:gd name="connsiteY15" fmla="*/ 80232 h 172939"/>
                <a:gd name="connsiteX16" fmla="*/ 350181 w 1598614"/>
                <a:gd name="connsiteY16" fmla="*/ 143471 h 172939"/>
                <a:gd name="connsiteX17" fmla="*/ 449126 w 1598614"/>
                <a:gd name="connsiteY17" fmla="*/ 80232 h 172939"/>
                <a:gd name="connsiteX18" fmla="*/ 574744 w 1598614"/>
                <a:gd name="connsiteY18" fmla="*/ 0 h 172939"/>
                <a:gd name="connsiteX19" fmla="*/ 700362 w 1598614"/>
                <a:gd name="connsiteY19" fmla="*/ 80232 h 172939"/>
                <a:gd name="connsiteX20" fmla="*/ 799307 w 1598614"/>
                <a:gd name="connsiteY20" fmla="*/ 143471 h 172939"/>
                <a:gd name="connsiteX21" fmla="*/ 799307 w 1598614"/>
                <a:gd name="connsiteY21" fmla="*/ 143471 h 172939"/>
                <a:gd name="connsiteX22" fmla="*/ 898253 w 1598614"/>
                <a:gd name="connsiteY22" fmla="*/ 80232 h 172939"/>
                <a:gd name="connsiteX23" fmla="*/ 1023870 w 1598614"/>
                <a:gd name="connsiteY23" fmla="*/ 0 h 172939"/>
                <a:gd name="connsiteX24" fmla="*/ 1149488 w 1598614"/>
                <a:gd name="connsiteY24" fmla="*/ 80232 h 172939"/>
                <a:gd name="connsiteX25" fmla="*/ 1248433 w 1598614"/>
                <a:gd name="connsiteY25" fmla="*/ 143471 h 172939"/>
                <a:gd name="connsiteX26" fmla="*/ 1347379 w 1598614"/>
                <a:gd name="connsiteY26" fmla="*/ 80232 h 172939"/>
                <a:gd name="connsiteX27" fmla="*/ 1472997 w 1598614"/>
                <a:gd name="connsiteY27" fmla="*/ 0 h 172939"/>
                <a:gd name="connsiteX28" fmla="*/ 1598614 w 1598614"/>
                <a:gd name="connsiteY28" fmla="*/ 80232 h 172939"/>
                <a:gd name="connsiteX29" fmla="*/ 1571942 w 1598614"/>
                <a:gd name="connsiteY29" fmla="*/ 92708 h 172939"/>
                <a:gd name="connsiteX30" fmla="*/ 1472997 w 1598614"/>
                <a:gd name="connsiteY30" fmla="*/ 29469 h 172939"/>
                <a:gd name="connsiteX31" fmla="*/ 1374051 w 1598614"/>
                <a:gd name="connsiteY31" fmla="*/ 92708 h 172939"/>
                <a:gd name="connsiteX32" fmla="*/ 1248648 w 1598614"/>
                <a:gd name="connsiteY32" fmla="*/ 172939 h 1729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614" h="172939">
                  <a:moveTo>
                    <a:pt x="1248648" y="172939"/>
                  </a:moveTo>
                  <a:cubicBezTo>
                    <a:pt x="1194229" y="172939"/>
                    <a:pt x="1146046" y="142180"/>
                    <a:pt x="1123031" y="92708"/>
                  </a:cubicBezTo>
                  <a:cubicBezTo>
                    <a:pt x="1104962" y="53775"/>
                    <a:pt x="1067105" y="29469"/>
                    <a:pt x="1024085" y="29469"/>
                  </a:cubicBezTo>
                  <a:cubicBezTo>
                    <a:pt x="981066" y="29469"/>
                    <a:pt x="943208" y="53775"/>
                    <a:pt x="925140" y="92708"/>
                  </a:cubicBezTo>
                  <a:cubicBezTo>
                    <a:pt x="902124" y="142180"/>
                    <a:pt x="853942" y="172939"/>
                    <a:pt x="799522" y="172939"/>
                  </a:cubicBezTo>
                  <a:cubicBezTo>
                    <a:pt x="799522" y="172939"/>
                    <a:pt x="799522" y="172939"/>
                    <a:pt x="799522" y="172939"/>
                  </a:cubicBezTo>
                  <a:cubicBezTo>
                    <a:pt x="744887" y="172939"/>
                    <a:pt x="696920" y="142180"/>
                    <a:pt x="673905" y="92708"/>
                  </a:cubicBezTo>
                  <a:cubicBezTo>
                    <a:pt x="655836" y="53775"/>
                    <a:pt x="617979" y="29469"/>
                    <a:pt x="574959" y="29469"/>
                  </a:cubicBezTo>
                  <a:cubicBezTo>
                    <a:pt x="531939" y="29469"/>
                    <a:pt x="494082" y="53775"/>
                    <a:pt x="476014" y="92708"/>
                  </a:cubicBezTo>
                  <a:cubicBezTo>
                    <a:pt x="452998" y="142180"/>
                    <a:pt x="405031" y="172939"/>
                    <a:pt x="350396" y="172939"/>
                  </a:cubicBezTo>
                  <a:cubicBezTo>
                    <a:pt x="295976" y="172939"/>
                    <a:pt x="247794" y="142180"/>
                    <a:pt x="224778" y="92708"/>
                  </a:cubicBezTo>
                  <a:cubicBezTo>
                    <a:pt x="206710" y="53775"/>
                    <a:pt x="168853" y="29469"/>
                    <a:pt x="125833" y="29469"/>
                  </a:cubicBezTo>
                  <a:cubicBezTo>
                    <a:pt x="82813" y="29469"/>
                    <a:pt x="44956" y="53775"/>
                    <a:pt x="26887" y="92708"/>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268" y="30759"/>
                    <a:pt x="969235" y="0"/>
                    <a:pt x="1023870" y="0"/>
                  </a:cubicBezTo>
                  <a:cubicBezTo>
                    <a:pt x="1078505" y="0"/>
                    <a:pt x="1126472" y="30759"/>
                    <a:pt x="1149488" y="80232"/>
                  </a:cubicBezTo>
                  <a:cubicBezTo>
                    <a:pt x="1167556" y="119165"/>
                    <a:pt x="1205414" y="143471"/>
                    <a:pt x="1248433" y="143471"/>
                  </a:cubicBezTo>
                  <a:cubicBezTo>
                    <a:pt x="1291453" y="143471"/>
                    <a:pt x="1329311" y="119165"/>
                    <a:pt x="1347379" y="80232"/>
                  </a:cubicBezTo>
                  <a:cubicBezTo>
                    <a:pt x="1370394" y="30759"/>
                    <a:pt x="1418361" y="0"/>
                    <a:pt x="1472997" y="0"/>
                  </a:cubicBezTo>
                  <a:cubicBezTo>
                    <a:pt x="1527632" y="0"/>
                    <a:pt x="1575814" y="30759"/>
                    <a:pt x="1598614" y="80232"/>
                  </a:cubicBezTo>
                  <a:lnTo>
                    <a:pt x="1571942" y="92708"/>
                  </a:lnTo>
                  <a:cubicBezTo>
                    <a:pt x="1553874" y="53775"/>
                    <a:pt x="1515801" y="29469"/>
                    <a:pt x="1472997" y="29469"/>
                  </a:cubicBezTo>
                  <a:cubicBezTo>
                    <a:pt x="1429977" y="29469"/>
                    <a:pt x="1392119" y="53775"/>
                    <a:pt x="1374051" y="92708"/>
                  </a:cubicBezTo>
                  <a:cubicBezTo>
                    <a:pt x="1351251" y="142180"/>
                    <a:pt x="1303069" y="172939"/>
                    <a:pt x="1248648" y="172939"/>
                  </a:cubicBezTo>
                  <a:close/>
                </a:path>
              </a:pathLst>
            </a:custGeom>
            <a:grpFill/>
            <a:ln w="21496" cap="flat">
              <a:no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6AA52F4F-14E6-402F-A196-668B9CA9BC6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1755501"/>
              <a:ext cx="1598829" cy="172724"/>
            </a:xfrm>
            <a:custGeom>
              <a:avLst/>
              <a:gdLst>
                <a:gd name="connsiteX0" fmla="*/ 1248648 w 1598829"/>
                <a:gd name="connsiteY0" fmla="*/ 172724 h 172724"/>
                <a:gd name="connsiteX1" fmla="*/ 1123031 w 1598829"/>
                <a:gd name="connsiteY1" fmla="*/ 92492 h 172724"/>
                <a:gd name="connsiteX2" fmla="*/ 1024085 w 1598829"/>
                <a:gd name="connsiteY2" fmla="*/ 29253 h 172724"/>
                <a:gd name="connsiteX3" fmla="*/ 925140 w 1598829"/>
                <a:gd name="connsiteY3" fmla="*/ 92492 h 172724"/>
                <a:gd name="connsiteX4" fmla="*/ 799522 w 1598829"/>
                <a:gd name="connsiteY4" fmla="*/ 172724 h 172724"/>
                <a:gd name="connsiteX5" fmla="*/ 799522 w 1598829"/>
                <a:gd name="connsiteY5" fmla="*/ 172724 h 172724"/>
                <a:gd name="connsiteX6" fmla="*/ 673905 w 1598829"/>
                <a:gd name="connsiteY6" fmla="*/ 92492 h 172724"/>
                <a:gd name="connsiteX7" fmla="*/ 574959 w 1598829"/>
                <a:gd name="connsiteY7" fmla="*/ 29253 h 172724"/>
                <a:gd name="connsiteX8" fmla="*/ 476014 w 1598829"/>
                <a:gd name="connsiteY8" fmla="*/ 92492 h 172724"/>
                <a:gd name="connsiteX9" fmla="*/ 350396 w 1598829"/>
                <a:gd name="connsiteY9" fmla="*/ 172724 h 172724"/>
                <a:gd name="connsiteX10" fmla="*/ 224778 w 1598829"/>
                <a:gd name="connsiteY10" fmla="*/ 92492 h 172724"/>
                <a:gd name="connsiteX11" fmla="*/ 125833 w 1598829"/>
                <a:gd name="connsiteY11" fmla="*/ 29253 h 172724"/>
                <a:gd name="connsiteX12" fmla="*/ 26887 w 1598829"/>
                <a:gd name="connsiteY12" fmla="*/ 92492 h 172724"/>
                <a:gd name="connsiteX13" fmla="*/ 0 w 1598829"/>
                <a:gd name="connsiteY13" fmla="*/ 80232 h 172724"/>
                <a:gd name="connsiteX14" fmla="*/ 125618 w 1598829"/>
                <a:gd name="connsiteY14" fmla="*/ 0 h 172724"/>
                <a:gd name="connsiteX15" fmla="*/ 251235 w 1598829"/>
                <a:gd name="connsiteY15" fmla="*/ 80232 h 172724"/>
                <a:gd name="connsiteX16" fmla="*/ 350181 w 1598829"/>
                <a:gd name="connsiteY16" fmla="*/ 143471 h 172724"/>
                <a:gd name="connsiteX17" fmla="*/ 449126 w 1598829"/>
                <a:gd name="connsiteY17" fmla="*/ 80232 h 172724"/>
                <a:gd name="connsiteX18" fmla="*/ 574744 w 1598829"/>
                <a:gd name="connsiteY18" fmla="*/ 0 h 172724"/>
                <a:gd name="connsiteX19" fmla="*/ 700362 w 1598829"/>
                <a:gd name="connsiteY19" fmla="*/ 80232 h 172724"/>
                <a:gd name="connsiteX20" fmla="*/ 799307 w 1598829"/>
                <a:gd name="connsiteY20" fmla="*/ 143471 h 172724"/>
                <a:gd name="connsiteX21" fmla="*/ 799307 w 1598829"/>
                <a:gd name="connsiteY21" fmla="*/ 143471 h 172724"/>
                <a:gd name="connsiteX22" fmla="*/ 898253 w 1598829"/>
                <a:gd name="connsiteY22" fmla="*/ 80232 h 172724"/>
                <a:gd name="connsiteX23" fmla="*/ 1024085 w 1598829"/>
                <a:gd name="connsiteY23" fmla="*/ 0 h 172724"/>
                <a:gd name="connsiteX24" fmla="*/ 1149703 w 1598829"/>
                <a:gd name="connsiteY24" fmla="*/ 80232 h 172724"/>
                <a:gd name="connsiteX25" fmla="*/ 1248648 w 1598829"/>
                <a:gd name="connsiteY25" fmla="*/ 143471 h 172724"/>
                <a:gd name="connsiteX26" fmla="*/ 1347594 w 1598829"/>
                <a:gd name="connsiteY26" fmla="*/ 80232 h 172724"/>
                <a:gd name="connsiteX27" fmla="*/ 1473212 w 1598829"/>
                <a:gd name="connsiteY27" fmla="*/ 0 h 172724"/>
                <a:gd name="connsiteX28" fmla="*/ 1598829 w 1598829"/>
                <a:gd name="connsiteY28" fmla="*/ 80232 h 172724"/>
                <a:gd name="connsiteX29" fmla="*/ 1572157 w 1598829"/>
                <a:gd name="connsiteY29" fmla="*/ 92492 h 172724"/>
                <a:gd name="connsiteX30" fmla="*/ 1473212 w 1598829"/>
                <a:gd name="connsiteY30" fmla="*/ 29253 h 172724"/>
                <a:gd name="connsiteX31" fmla="*/ 1374266 w 1598829"/>
                <a:gd name="connsiteY31" fmla="*/ 92492 h 172724"/>
                <a:gd name="connsiteX32" fmla="*/ 1248648 w 1598829"/>
                <a:gd name="connsiteY32" fmla="*/ 172724 h 1727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829" h="172724">
                  <a:moveTo>
                    <a:pt x="1248648" y="172724"/>
                  </a:moveTo>
                  <a:cubicBezTo>
                    <a:pt x="1194229" y="172724"/>
                    <a:pt x="1146046" y="141965"/>
                    <a:pt x="1123031" y="92492"/>
                  </a:cubicBezTo>
                  <a:cubicBezTo>
                    <a:pt x="1104962" y="53560"/>
                    <a:pt x="1067105" y="29253"/>
                    <a:pt x="1024085" y="29253"/>
                  </a:cubicBezTo>
                  <a:cubicBezTo>
                    <a:pt x="981066" y="29253"/>
                    <a:pt x="943208" y="53560"/>
                    <a:pt x="925140" y="92492"/>
                  </a:cubicBezTo>
                  <a:cubicBezTo>
                    <a:pt x="902124" y="141965"/>
                    <a:pt x="853942" y="172724"/>
                    <a:pt x="799522" y="172724"/>
                  </a:cubicBezTo>
                  <a:cubicBezTo>
                    <a:pt x="799522" y="172724"/>
                    <a:pt x="799522" y="172724"/>
                    <a:pt x="799522" y="172724"/>
                  </a:cubicBezTo>
                  <a:cubicBezTo>
                    <a:pt x="744887" y="172724"/>
                    <a:pt x="696920" y="141965"/>
                    <a:pt x="673905" y="92492"/>
                  </a:cubicBezTo>
                  <a:cubicBezTo>
                    <a:pt x="655836" y="53560"/>
                    <a:pt x="617979" y="29253"/>
                    <a:pt x="574959" y="29253"/>
                  </a:cubicBezTo>
                  <a:cubicBezTo>
                    <a:pt x="531939" y="29253"/>
                    <a:pt x="494082" y="53560"/>
                    <a:pt x="476014" y="92492"/>
                  </a:cubicBezTo>
                  <a:cubicBezTo>
                    <a:pt x="452998" y="141965"/>
                    <a:pt x="405031" y="172724"/>
                    <a:pt x="350396" y="172724"/>
                  </a:cubicBezTo>
                  <a:cubicBezTo>
                    <a:pt x="295976" y="172724"/>
                    <a:pt x="247794" y="141965"/>
                    <a:pt x="224778" y="92492"/>
                  </a:cubicBezTo>
                  <a:cubicBezTo>
                    <a:pt x="206710" y="53560"/>
                    <a:pt x="168853" y="29253"/>
                    <a:pt x="125833" y="29253"/>
                  </a:cubicBezTo>
                  <a:cubicBezTo>
                    <a:pt x="82813" y="29253"/>
                    <a:pt x="44956" y="53560"/>
                    <a:pt x="26887" y="92492"/>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483" y="30759"/>
                    <a:pt x="969450" y="0"/>
                    <a:pt x="1024085" y="0"/>
                  </a:cubicBezTo>
                  <a:cubicBezTo>
                    <a:pt x="1078720" y="0"/>
                    <a:pt x="1126688" y="30759"/>
                    <a:pt x="1149703" y="80232"/>
                  </a:cubicBezTo>
                  <a:cubicBezTo>
                    <a:pt x="1167771" y="119165"/>
                    <a:pt x="1205629" y="143471"/>
                    <a:pt x="1248648" y="143471"/>
                  </a:cubicBezTo>
                  <a:cubicBezTo>
                    <a:pt x="1291668" y="143471"/>
                    <a:pt x="1329526" y="119165"/>
                    <a:pt x="1347594" y="80232"/>
                  </a:cubicBezTo>
                  <a:cubicBezTo>
                    <a:pt x="1370610" y="30759"/>
                    <a:pt x="1418792" y="0"/>
                    <a:pt x="1473212" y="0"/>
                  </a:cubicBezTo>
                  <a:cubicBezTo>
                    <a:pt x="1527847" y="0"/>
                    <a:pt x="1576029" y="30759"/>
                    <a:pt x="1598829" y="80232"/>
                  </a:cubicBezTo>
                  <a:lnTo>
                    <a:pt x="1572157" y="92492"/>
                  </a:lnTo>
                  <a:cubicBezTo>
                    <a:pt x="1554089" y="53560"/>
                    <a:pt x="1516016" y="29253"/>
                    <a:pt x="1473212" y="29253"/>
                  </a:cubicBezTo>
                  <a:cubicBezTo>
                    <a:pt x="1430192" y="29253"/>
                    <a:pt x="1392335" y="53560"/>
                    <a:pt x="1374266" y="92492"/>
                  </a:cubicBezTo>
                  <a:cubicBezTo>
                    <a:pt x="1351251" y="141965"/>
                    <a:pt x="1303069" y="172724"/>
                    <a:pt x="1248648" y="172724"/>
                  </a:cubicBezTo>
                  <a:close/>
                </a:path>
              </a:pathLst>
            </a:custGeom>
            <a:grpFill/>
            <a:ln w="21496" cap="flat">
              <a:noFill/>
              <a:prstDash val="solid"/>
              <a:miter/>
            </a:ln>
          </p:spPr>
          <p:txBody>
            <a:bodyPr rtlCol="0" anchor="ctr"/>
            <a:lstStyle/>
            <a:p>
              <a:endParaRPr lang="en-US"/>
            </a:p>
          </p:txBody>
        </p:sp>
      </p:grpSp>
      <p:sp>
        <p:nvSpPr>
          <p:cNvPr id="24" name="Oval 23">
            <a:extLst>
              <a:ext uri="{FF2B5EF4-FFF2-40B4-BE49-F238E27FC236}">
                <a16:creationId xmlns:a16="http://schemas.microsoft.com/office/drawing/2014/main" id="{C10FB9CA-E7FA-462C-B537-F1224ED1ACF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6" name="Oval 25">
            <a:extLst>
              <a:ext uri="{FF2B5EF4-FFF2-40B4-BE49-F238E27FC236}">
                <a16:creationId xmlns:a16="http://schemas.microsoft.com/office/drawing/2014/main" id="{D8469AE7-A75B-4F37-850B-EF5974ABED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28" name="Graphic 4">
            <a:extLst>
              <a:ext uri="{FF2B5EF4-FFF2-40B4-BE49-F238E27FC236}">
                <a16:creationId xmlns:a16="http://schemas.microsoft.com/office/drawing/2014/main" id="{63301095-70B2-49AA-8DA9-A35629AD621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8597507" y="4175797"/>
            <a:ext cx="1861486" cy="1861665"/>
            <a:chOff x="5734053" y="3067000"/>
            <a:chExt cx="724484" cy="724549"/>
          </a:xfrm>
          <a:solidFill>
            <a:schemeClr val="bg1"/>
          </a:solidFill>
        </p:grpSpPr>
        <p:sp>
          <p:nvSpPr>
            <p:cNvPr id="29" name="Freeform: Shape 28">
              <a:extLst>
                <a:ext uri="{FF2B5EF4-FFF2-40B4-BE49-F238E27FC236}">
                  <a16:creationId xmlns:a16="http://schemas.microsoft.com/office/drawing/2014/main" id="{D218E08C-0BEA-45C2-8C09-4141DDDA001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067000"/>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232F6090-14E0-44C6-B9FC-C91047BCDC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FDB9402B-335C-4892-9E7C-C400E95BE0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E7A4371D-4448-409A-93F3-0C92E3EBDCF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780149CB-4B8F-4FD1-AC5E-25670C9EA0A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92D49A1A-35B0-4620-9D1E-A782A0E978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AFF46F08-B1E4-44C1-BD4A-4191D6EAD9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6" name="Freeform: Shape 35">
              <a:extLst>
                <a:ext uri="{FF2B5EF4-FFF2-40B4-BE49-F238E27FC236}">
                  <a16:creationId xmlns:a16="http://schemas.microsoft.com/office/drawing/2014/main" id="{8DB16610-3D81-4E5C-850D-5D1245C0DC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26244"/>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7" name="Freeform: Shape 36">
              <a:extLst>
                <a:ext uri="{FF2B5EF4-FFF2-40B4-BE49-F238E27FC236}">
                  <a16:creationId xmlns:a16="http://schemas.microsoft.com/office/drawing/2014/main" id="{E05501B2-83AC-4299-BE5A-8CA16B4089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26242"/>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8" name="Freeform: Shape 37">
              <a:extLst>
                <a:ext uri="{FF2B5EF4-FFF2-40B4-BE49-F238E27FC236}">
                  <a16:creationId xmlns:a16="http://schemas.microsoft.com/office/drawing/2014/main" id="{07CF1B90-3B3A-403E-A94F-8B82945D07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9" name="Freeform: Shape 38">
              <a:extLst>
                <a:ext uri="{FF2B5EF4-FFF2-40B4-BE49-F238E27FC236}">
                  <a16:creationId xmlns:a16="http://schemas.microsoft.com/office/drawing/2014/main" id="{56A1CBA9-4AC1-4C42-9429-3FF31DF282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0" name="Freeform: Shape 39">
              <a:extLst>
                <a:ext uri="{FF2B5EF4-FFF2-40B4-BE49-F238E27FC236}">
                  <a16:creationId xmlns:a16="http://schemas.microsoft.com/office/drawing/2014/main" id="{21318D9B-FD39-402A-ADFA-0E6CC789A7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1" name="Freeform: Shape 40">
              <a:extLst>
                <a:ext uri="{FF2B5EF4-FFF2-40B4-BE49-F238E27FC236}">
                  <a16:creationId xmlns:a16="http://schemas.microsoft.com/office/drawing/2014/main" id="{333FB08F-B346-47C0-A7CD-1DE53E6C0D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126244"/>
              <a:ext cx="14097" cy="14097"/>
            </a:xfrm>
            <a:custGeom>
              <a:avLst/>
              <a:gdLst>
                <a:gd name="connsiteX0" fmla="*/ 14097 w 14097"/>
                <a:gd name="connsiteY0" fmla="*/ 7049 h 14097"/>
                <a:gd name="connsiteX1" fmla="*/ 7048 w 14097"/>
                <a:gd name="connsiteY1" fmla="*/ 14097 h 14097"/>
                <a:gd name="connsiteX2" fmla="*/ 0 w 14097"/>
                <a:gd name="connsiteY2" fmla="*/ 7049 h 14097"/>
                <a:gd name="connsiteX3" fmla="*/ 7048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42" name="Freeform: Shape 41">
              <a:extLst>
                <a:ext uri="{FF2B5EF4-FFF2-40B4-BE49-F238E27FC236}">
                  <a16:creationId xmlns:a16="http://schemas.microsoft.com/office/drawing/2014/main" id="{893AD6F2-6408-4A8E-9749-CB7388EF3D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3" name="Freeform: Shape 42">
              <a:extLst>
                <a:ext uri="{FF2B5EF4-FFF2-40B4-BE49-F238E27FC236}">
                  <a16:creationId xmlns:a16="http://schemas.microsoft.com/office/drawing/2014/main" id="{715D9D2F-1568-4BE3-A54A-69F52492B0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85393"/>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9AB547A7-0D80-491F-98B4-C6B7CC4FC4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7E2693CD-DAF5-4B26-9A2F-17673BF318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A96EEE12-952A-4693-B161-D7071D6010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F4228DCC-1611-4BDC-90AA-231F67EB11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A163C3C-D3DF-461F-B6A8-90C7C227D1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4D021D29-2980-41C3-AB83-DA93C105BCE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AC09C1FA-1A9D-49A7-9D73-8B777140A30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244637"/>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1" name="Freeform: Shape 50">
              <a:extLst>
                <a:ext uri="{FF2B5EF4-FFF2-40B4-BE49-F238E27FC236}">
                  <a16:creationId xmlns:a16="http://schemas.microsoft.com/office/drawing/2014/main" id="{0B8D8CD4-7B9B-48A5-BC59-0CB859354F7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24463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2" name="Freeform: Shape 51">
              <a:extLst>
                <a:ext uri="{FF2B5EF4-FFF2-40B4-BE49-F238E27FC236}">
                  <a16:creationId xmlns:a16="http://schemas.microsoft.com/office/drawing/2014/main" id="{224D0A27-A8B0-4020-9399-24127726E6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3" name="Freeform: Shape 52">
              <a:extLst>
                <a:ext uri="{FF2B5EF4-FFF2-40B4-BE49-F238E27FC236}">
                  <a16:creationId xmlns:a16="http://schemas.microsoft.com/office/drawing/2014/main" id="{168E8EBA-9F8C-4650-B9BE-38A0A56BCF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4" name="Freeform: Shape 53">
              <a:extLst>
                <a:ext uri="{FF2B5EF4-FFF2-40B4-BE49-F238E27FC236}">
                  <a16:creationId xmlns:a16="http://schemas.microsoft.com/office/drawing/2014/main" id="{6A460BB3-2605-4AA2-AE1D-B9FB61EBF2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5" name="Freeform: Shape 54">
              <a:extLst>
                <a:ext uri="{FF2B5EF4-FFF2-40B4-BE49-F238E27FC236}">
                  <a16:creationId xmlns:a16="http://schemas.microsoft.com/office/drawing/2014/main" id="{1E2E38EE-DBBE-4CC1-9498-E7193E1B28B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244637"/>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6" name="Freeform: Shape 55">
              <a:extLst>
                <a:ext uri="{FF2B5EF4-FFF2-40B4-BE49-F238E27FC236}">
                  <a16:creationId xmlns:a16="http://schemas.microsoft.com/office/drawing/2014/main" id="{BF191D5C-7D2A-4408-A8F2-389D2360F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08F7193B-B379-4921-9F17-1841D50611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03786"/>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8" name="Freeform: Shape 57">
              <a:extLst>
                <a:ext uri="{FF2B5EF4-FFF2-40B4-BE49-F238E27FC236}">
                  <a16:creationId xmlns:a16="http://schemas.microsoft.com/office/drawing/2014/main" id="{B4C5E53C-6003-4F74-B1CA-C7EA1E49930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9" name="Freeform: Shape 58">
              <a:extLst>
                <a:ext uri="{FF2B5EF4-FFF2-40B4-BE49-F238E27FC236}">
                  <a16:creationId xmlns:a16="http://schemas.microsoft.com/office/drawing/2014/main" id="{CB97B2B1-1CF5-46A5-940D-AB8F57F590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0" name="Freeform: Shape 59">
              <a:extLst>
                <a:ext uri="{FF2B5EF4-FFF2-40B4-BE49-F238E27FC236}">
                  <a16:creationId xmlns:a16="http://schemas.microsoft.com/office/drawing/2014/main" id="{0783F4F1-D8CE-4453-B79B-AD976E272C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06A7A4C9-F24F-4F00-A2FA-29E788A091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EB694A32-59D6-46E3-8CE4-E4C485C2CB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03786"/>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983EBB4C-28FF-41C6-90D6-5F30FC0868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0707659D-8AE9-49B5-AB29-ECC099F495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63031"/>
              <a:ext cx="14192" cy="14097"/>
            </a:xfrm>
            <a:custGeom>
              <a:avLst/>
              <a:gdLst>
                <a:gd name="connsiteX0" fmla="*/ 14192 w 14192"/>
                <a:gd name="connsiteY0" fmla="*/ 7048 h 14097"/>
                <a:gd name="connsiteX1" fmla="*/ 7144 w 14192"/>
                <a:gd name="connsiteY1" fmla="*/ 14097 h 14097"/>
                <a:gd name="connsiteX2" fmla="*/ 0 w 14192"/>
                <a:gd name="connsiteY2" fmla="*/ 7048 h 14097"/>
                <a:gd name="connsiteX3" fmla="*/ 7049 w 14192"/>
                <a:gd name="connsiteY3" fmla="*/ 0 h 14097"/>
                <a:gd name="connsiteX4" fmla="*/ 14192 w 14192"/>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5C987ECC-9573-46EA-9C4A-7C3CAE39380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63029"/>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4DAF6708-18C2-4082-B024-6CEA32AE01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7" name="Freeform: Shape 66">
              <a:extLst>
                <a:ext uri="{FF2B5EF4-FFF2-40B4-BE49-F238E27FC236}">
                  <a16:creationId xmlns:a16="http://schemas.microsoft.com/office/drawing/2014/main" id="{72CBB5AE-39E2-4D9B-A834-64D31B00327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8" name="Freeform: Shape 67">
              <a:extLst>
                <a:ext uri="{FF2B5EF4-FFF2-40B4-BE49-F238E27FC236}">
                  <a16:creationId xmlns:a16="http://schemas.microsoft.com/office/drawing/2014/main" id="{4592DE98-77BF-4E8E-AEB4-1934207BAE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9" name="Freeform: Shape 68">
              <a:extLst>
                <a:ext uri="{FF2B5EF4-FFF2-40B4-BE49-F238E27FC236}">
                  <a16:creationId xmlns:a16="http://schemas.microsoft.com/office/drawing/2014/main" id="{5AF5D9A0-BA94-4D2B-8479-26C55355B6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63031"/>
              <a:ext cx="14097" cy="14097"/>
            </a:xfrm>
            <a:custGeom>
              <a:avLst/>
              <a:gdLst>
                <a:gd name="connsiteX0" fmla="*/ 14097 w 14097"/>
                <a:gd name="connsiteY0" fmla="*/ 7048 h 14097"/>
                <a:gd name="connsiteX1" fmla="*/ 7048 w 14097"/>
                <a:gd name="connsiteY1" fmla="*/ 14097 h 14097"/>
                <a:gd name="connsiteX2" fmla="*/ 0 w 14097"/>
                <a:gd name="connsiteY2" fmla="*/ 7048 h 14097"/>
                <a:gd name="connsiteX3" fmla="*/ 7048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0" name="Freeform: Shape 69">
              <a:extLst>
                <a:ext uri="{FF2B5EF4-FFF2-40B4-BE49-F238E27FC236}">
                  <a16:creationId xmlns:a16="http://schemas.microsoft.com/office/drawing/2014/main" id="{2CAA6A8E-7ACF-4EF7-AAD6-734A009DCF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71" name="Freeform: Shape 70">
              <a:extLst>
                <a:ext uri="{FF2B5EF4-FFF2-40B4-BE49-F238E27FC236}">
                  <a16:creationId xmlns:a16="http://schemas.microsoft.com/office/drawing/2014/main" id="{D3DD3695-F212-4BAD-BBB3-EC1F624740B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22181"/>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72" name="Freeform: Shape 71">
              <a:extLst>
                <a:ext uri="{FF2B5EF4-FFF2-40B4-BE49-F238E27FC236}">
                  <a16:creationId xmlns:a16="http://schemas.microsoft.com/office/drawing/2014/main" id="{AB1B3ECB-7594-4C5C-B62B-E686C0A89E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221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3" name="Freeform: Shape 72">
              <a:extLst>
                <a:ext uri="{FF2B5EF4-FFF2-40B4-BE49-F238E27FC236}">
                  <a16:creationId xmlns:a16="http://schemas.microsoft.com/office/drawing/2014/main" id="{5EE54C3C-D9E5-4782-B8F6-058EB2D63E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4" name="Freeform: Shape 73">
              <a:extLst>
                <a:ext uri="{FF2B5EF4-FFF2-40B4-BE49-F238E27FC236}">
                  <a16:creationId xmlns:a16="http://schemas.microsoft.com/office/drawing/2014/main" id="{EAE78EEE-DC43-44E1-AB47-ACB80F94B1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5" name="Freeform: Shape 74">
              <a:extLst>
                <a:ext uri="{FF2B5EF4-FFF2-40B4-BE49-F238E27FC236}">
                  <a16:creationId xmlns:a16="http://schemas.microsoft.com/office/drawing/2014/main" id="{847D67EF-1141-4582-866E-FE02FB2360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6" name="Freeform: Shape 75">
              <a:extLst>
                <a:ext uri="{FF2B5EF4-FFF2-40B4-BE49-F238E27FC236}">
                  <a16:creationId xmlns:a16="http://schemas.microsoft.com/office/drawing/2014/main" id="{99ECC931-60A1-4628-A34B-4B68DA3CC26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422181"/>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7" name="Freeform: Shape 76">
              <a:extLst>
                <a:ext uri="{FF2B5EF4-FFF2-40B4-BE49-F238E27FC236}">
                  <a16:creationId xmlns:a16="http://schemas.microsoft.com/office/drawing/2014/main" id="{A587D2BE-3417-44AE-BEEF-57F88CECB4D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8" name="Freeform: Shape 77">
              <a:extLst>
                <a:ext uri="{FF2B5EF4-FFF2-40B4-BE49-F238E27FC236}">
                  <a16:creationId xmlns:a16="http://schemas.microsoft.com/office/drawing/2014/main" id="{FCEB2ED3-A08D-4286-B75D-893289F3F3D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6953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9" y="14097"/>
                  </a:cubicBezTo>
                  <a:cubicBezTo>
                    <a:pt x="3143" y="14097"/>
                    <a:pt x="0" y="10954"/>
                    <a:pt x="0" y="7049"/>
                  </a:cubicBezTo>
                  <a:cubicBezTo>
                    <a:pt x="0" y="3143"/>
                    <a:pt x="3048" y="0"/>
                    <a:pt x="6953"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79" name="Freeform: Shape 78">
              <a:extLst>
                <a:ext uri="{FF2B5EF4-FFF2-40B4-BE49-F238E27FC236}">
                  <a16:creationId xmlns:a16="http://schemas.microsoft.com/office/drawing/2014/main" id="{7C7DB7BB-8173-4377-85B0-032B7BDAB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80" name="Freeform: Shape 79">
              <a:extLst>
                <a:ext uri="{FF2B5EF4-FFF2-40B4-BE49-F238E27FC236}">
                  <a16:creationId xmlns:a16="http://schemas.microsoft.com/office/drawing/2014/main" id="{93EF69B4-3F48-4509-8BF8-926E23BC1D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067000"/>
              <a:ext cx="14096" cy="14097"/>
            </a:xfrm>
            <a:custGeom>
              <a:avLst/>
              <a:gdLst>
                <a:gd name="connsiteX0" fmla="*/ 14097 w 14096"/>
                <a:gd name="connsiteY0" fmla="*/ 7049 h 14097"/>
                <a:gd name="connsiteX1" fmla="*/ 7049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9" y="14097"/>
                  </a:cubicBezTo>
                  <a:cubicBezTo>
                    <a:pt x="3143" y="14097"/>
                    <a:pt x="0" y="10954"/>
                    <a:pt x="0" y="7049"/>
                  </a:cubicBezTo>
                  <a:cubicBezTo>
                    <a:pt x="0" y="3143"/>
                    <a:pt x="3048" y="0"/>
                    <a:pt x="6953"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81" name="Freeform: Shape 80">
              <a:extLst>
                <a:ext uri="{FF2B5EF4-FFF2-40B4-BE49-F238E27FC236}">
                  <a16:creationId xmlns:a16="http://schemas.microsoft.com/office/drawing/2014/main" id="{C1A86650-1EF5-46E3-885D-96985105A8B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82" name="Freeform: Shape 81">
              <a:extLst>
                <a:ext uri="{FF2B5EF4-FFF2-40B4-BE49-F238E27FC236}">
                  <a16:creationId xmlns:a16="http://schemas.microsoft.com/office/drawing/2014/main" id="{47EBBDE2-BD90-481F-A671-34E2186FB0E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048" y="0"/>
                    <a:pt x="6953"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83" name="Freeform: Shape 82">
              <a:extLst>
                <a:ext uri="{FF2B5EF4-FFF2-40B4-BE49-F238E27FC236}">
                  <a16:creationId xmlns:a16="http://schemas.microsoft.com/office/drawing/2014/main" id="{87DAF1CB-838D-4C5C-8FB7-76BF677FEB0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84" name="Freeform: Shape 83">
              <a:extLst>
                <a:ext uri="{FF2B5EF4-FFF2-40B4-BE49-F238E27FC236}">
                  <a16:creationId xmlns:a16="http://schemas.microsoft.com/office/drawing/2014/main" id="{64573DA8-D2F3-4644-AC79-83843615C43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26241"/>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5" name="Freeform: Shape 84">
              <a:extLst>
                <a:ext uri="{FF2B5EF4-FFF2-40B4-BE49-F238E27FC236}">
                  <a16:creationId xmlns:a16="http://schemas.microsoft.com/office/drawing/2014/main" id="{41AB53B8-0D5C-44BD-A2A9-ABBF659E1F9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6" name="Freeform: Shape 85">
              <a:extLst>
                <a:ext uri="{FF2B5EF4-FFF2-40B4-BE49-F238E27FC236}">
                  <a16:creationId xmlns:a16="http://schemas.microsoft.com/office/drawing/2014/main" id="{29B7FA60-B453-4877-8D47-CA1209DF91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26241"/>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87" name="Freeform: Shape 86">
              <a:extLst>
                <a:ext uri="{FF2B5EF4-FFF2-40B4-BE49-F238E27FC236}">
                  <a16:creationId xmlns:a16="http://schemas.microsoft.com/office/drawing/2014/main" id="{7A6D2414-BCCC-40E8-B990-47642EFE96E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8" name="Freeform: Shape 87">
              <a:extLst>
                <a:ext uri="{FF2B5EF4-FFF2-40B4-BE49-F238E27FC236}">
                  <a16:creationId xmlns:a16="http://schemas.microsoft.com/office/drawing/2014/main" id="{B0F37C2B-B7E6-420D-AD39-3AE4A2FBE9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2624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89" name="Freeform: Shape 88">
              <a:extLst>
                <a:ext uri="{FF2B5EF4-FFF2-40B4-BE49-F238E27FC236}">
                  <a16:creationId xmlns:a16="http://schemas.microsoft.com/office/drawing/2014/main" id="{F6417E45-D7FC-40B8-AD49-941B28D18C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26242"/>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90" name="Freeform: Shape 89">
              <a:extLst>
                <a:ext uri="{FF2B5EF4-FFF2-40B4-BE49-F238E27FC236}">
                  <a16:creationId xmlns:a16="http://schemas.microsoft.com/office/drawing/2014/main" id="{2A8D1963-0C59-476C-AAFA-A7AF4FF508F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8539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1" name="Freeform: Shape 90">
              <a:extLst>
                <a:ext uri="{FF2B5EF4-FFF2-40B4-BE49-F238E27FC236}">
                  <a16:creationId xmlns:a16="http://schemas.microsoft.com/office/drawing/2014/main" id="{6BE777A9-EC29-46FC-AD21-AC7FD89B13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2" name="Freeform: Shape 91">
              <a:extLst>
                <a:ext uri="{FF2B5EF4-FFF2-40B4-BE49-F238E27FC236}">
                  <a16:creationId xmlns:a16="http://schemas.microsoft.com/office/drawing/2014/main" id="{C63BA1CE-93FB-42C7-8381-765E500232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8539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93" name="Freeform: Shape 92">
              <a:extLst>
                <a:ext uri="{FF2B5EF4-FFF2-40B4-BE49-F238E27FC236}">
                  <a16:creationId xmlns:a16="http://schemas.microsoft.com/office/drawing/2014/main" id="{7F30F275-ADC8-4FD1-8B4B-673B37517B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4" name="Freeform: Shape 93">
              <a:extLst>
                <a:ext uri="{FF2B5EF4-FFF2-40B4-BE49-F238E27FC236}">
                  <a16:creationId xmlns:a16="http://schemas.microsoft.com/office/drawing/2014/main" id="{DB20529C-F2DD-4607-8DEE-19A9329686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95" name="Freeform: Shape 94">
              <a:extLst>
                <a:ext uri="{FF2B5EF4-FFF2-40B4-BE49-F238E27FC236}">
                  <a16:creationId xmlns:a16="http://schemas.microsoft.com/office/drawing/2014/main" id="{B8029A9A-DFF9-49CE-8CEE-95A6695F39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85391"/>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96" name="Freeform: Shape 95">
              <a:extLst>
                <a:ext uri="{FF2B5EF4-FFF2-40B4-BE49-F238E27FC236}">
                  <a16:creationId xmlns:a16="http://schemas.microsoft.com/office/drawing/2014/main" id="{6822C2EC-B05D-4CE6-9D59-164769D0ED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244634"/>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7" name="Freeform: Shape 96">
              <a:extLst>
                <a:ext uri="{FF2B5EF4-FFF2-40B4-BE49-F238E27FC236}">
                  <a16:creationId xmlns:a16="http://schemas.microsoft.com/office/drawing/2014/main" id="{53A0760F-F576-4A97-94AF-8BBE590844E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8" name="Freeform: Shape 97">
              <a:extLst>
                <a:ext uri="{FF2B5EF4-FFF2-40B4-BE49-F238E27FC236}">
                  <a16:creationId xmlns:a16="http://schemas.microsoft.com/office/drawing/2014/main" id="{CA76721C-646A-4910-AD1A-BE6B67767C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244634"/>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99" name="Freeform: Shape 98">
              <a:extLst>
                <a:ext uri="{FF2B5EF4-FFF2-40B4-BE49-F238E27FC236}">
                  <a16:creationId xmlns:a16="http://schemas.microsoft.com/office/drawing/2014/main" id="{065D4766-CAEC-4074-A9E2-6110A12389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0" name="Freeform: Shape 99">
              <a:extLst>
                <a:ext uri="{FF2B5EF4-FFF2-40B4-BE49-F238E27FC236}">
                  <a16:creationId xmlns:a16="http://schemas.microsoft.com/office/drawing/2014/main" id="{4F1A0AC6-319D-49D8-A4FB-17A70E8E89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01" name="Freeform: Shape 100">
              <a:extLst>
                <a:ext uri="{FF2B5EF4-FFF2-40B4-BE49-F238E27FC236}">
                  <a16:creationId xmlns:a16="http://schemas.microsoft.com/office/drawing/2014/main" id="{79502B48-2B92-45BF-B9AC-1102B38078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24463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2" name="Freeform: Shape 101">
              <a:extLst>
                <a:ext uri="{FF2B5EF4-FFF2-40B4-BE49-F238E27FC236}">
                  <a16:creationId xmlns:a16="http://schemas.microsoft.com/office/drawing/2014/main" id="{6363AFA7-321F-431C-B2FD-ADCB4D24BD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3" name="Freeform: Shape 102">
              <a:extLst>
                <a:ext uri="{FF2B5EF4-FFF2-40B4-BE49-F238E27FC236}">
                  <a16:creationId xmlns:a16="http://schemas.microsoft.com/office/drawing/2014/main" id="{33EDDE1B-7379-4973-8CFD-F3C737104D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4" name="Freeform: Shape 103">
              <a:extLst>
                <a:ext uri="{FF2B5EF4-FFF2-40B4-BE49-F238E27FC236}">
                  <a16:creationId xmlns:a16="http://schemas.microsoft.com/office/drawing/2014/main" id="{1F20B58A-2DB8-46B2-9E93-9C8C817DCD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03786"/>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05" name="Freeform: Shape 104">
              <a:extLst>
                <a:ext uri="{FF2B5EF4-FFF2-40B4-BE49-F238E27FC236}">
                  <a16:creationId xmlns:a16="http://schemas.microsoft.com/office/drawing/2014/main" id="{A5A3EF12-3DA1-4505-A44B-1B96348873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6" name="Freeform: Shape 105">
              <a:extLst>
                <a:ext uri="{FF2B5EF4-FFF2-40B4-BE49-F238E27FC236}">
                  <a16:creationId xmlns:a16="http://schemas.microsoft.com/office/drawing/2014/main" id="{5B08812B-9264-47E7-8EC8-1233869F6B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07" name="Freeform: Shape 106">
              <a:extLst>
                <a:ext uri="{FF2B5EF4-FFF2-40B4-BE49-F238E27FC236}">
                  <a16:creationId xmlns:a16="http://schemas.microsoft.com/office/drawing/2014/main" id="{2A29F226-A243-410B-BEE4-EBA9DD76F8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0378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8" name="Freeform: Shape 107">
              <a:extLst>
                <a:ext uri="{FF2B5EF4-FFF2-40B4-BE49-F238E27FC236}">
                  <a16:creationId xmlns:a16="http://schemas.microsoft.com/office/drawing/2014/main" id="{9DF57348-F837-475C-A7AA-3C7210041E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63028"/>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9" name="Freeform: Shape 108">
              <a:extLst>
                <a:ext uri="{FF2B5EF4-FFF2-40B4-BE49-F238E27FC236}">
                  <a16:creationId xmlns:a16="http://schemas.microsoft.com/office/drawing/2014/main" id="{1E41B89A-9A45-4947-ADB0-9400400498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0" name="Freeform: Shape 109">
              <a:extLst>
                <a:ext uri="{FF2B5EF4-FFF2-40B4-BE49-F238E27FC236}">
                  <a16:creationId xmlns:a16="http://schemas.microsoft.com/office/drawing/2014/main" id="{6C1F1525-32BC-46E1-84E6-C2BB88730B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63028"/>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11" name="Freeform: Shape 110">
              <a:extLst>
                <a:ext uri="{FF2B5EF4-FFF2-40B4-BE49-F238E27FC236}">
                  <a16:creationId xmlns:a16="http://schemas.microsoft.com/office/drawing/2014/main" id="{C73A8972-BA44-40C6-B045-83E78C4D4A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2" name="Freeform: Shape 111">
              <a:extLst>
                <a:ext uri="{FF2B5EF4-FFF2-40B4-BE49-F238E27FC236}">
                  <a16:creationId xmlns:a16="http://schemas.microsoft.com/office/drawing/2014/main" id="{C196E956-03D1-4F79-826A-A2F5E3DEF1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6302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13" name="Freeform: Shape 112">
              <a:extLst>
                <a:ext uri="{FF2B5EF4-FFF2-40B4-BE49-F238E27FC236}">
                  <a16:creationId xmlns:a16="http://schemas.microsoft.com/office/drawing/2014/main" id="{ADA7B07B-EAC8-4FA5-B14F-3ABF8BA7A2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63029"/>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4" name="Freeform: Shape 113">
              <a:extLst>
                <a:ext uri="{FF2B5EF4-FFF2-40B4-BE49-F238E27FC236}">
                  <a16:creationId xmlns:a16="http://schemas.microsoft.com/office/drawing/2014/main" id="{93C28672-FF9E-4FE0-AC47-2FDD26CD75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422179"/>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5" name="Freeform: Shape 114">
              <a:extLst>
                <a:ext uri="{FF2B5EF4-FFF2-40B4-BE49-F238E27FC236}">
                  <a16:creationId xmlns:a16="http://schemas.microsoft.com/office/drawing/2014/main" id="{E347BAB3-EA9C-4ADD-AE5E-28F2E3C538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4221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6" name="Freeform: Shape 115">
              <a:extLst>
                <a:ext uri="{FF2B5EF4-FFF2-40B4-BE49-F238E27FC236}">
                  <a16:creationId xmlns:a16="http://schemas.microsoft.com/office/drawing/2014/main" id="{321920C4-EE31-4F03-A0D5-A280D3F4B1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422179"/>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17" name="Freeform: Shape 116">
              <a:extLst>
                <a:ext uri="{FF2B5EF4-FFF2-40B4-BE49-F238E27FC236}">
                  <a16:creationId xmlns:a16="http://schemas.microsoft.com/office/drawing/2014/main" id="{6EBB3D05-4C78-4F10-8D03-8909DBCFB3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42217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8" name="Freeform: Shape 117">
              <a:extLst>
                <a:ext uri="{FF2B5EF4-FFF2-40B4-BE49-F238E27FC236}">
                  <a16:creationId xmlns:a16="http://schemas.microsoft.com/office/drawing/2014/main" id="{FC65F531-84E4-463F-8791-EB6EDFA63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42218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19" name="Freeform: Shape 118">
              <a:extLst>
                <a:ext uri="{FF2B5EF4-FFF2-40B4-BE49-F238E27FC236}">
                  <a16:creationId xmlns:a16="http://schemas.microsoft.com/office/drawing/2014/main" id="{A63BB6A3-D482-43F2-9F5F-20E163CC441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20" name="Freeform: Shape 119">
              <a:extLst>
                <a:ext uri="{FF2B5EF4-FFF2-40B4-BE49-F238E27FC236}">
                  <a16:creationId xmlns:a16="http://schemas.microsoft.com/office/drawing/2014/main" id="{ABDCCD34-EB5D-4194-8A28-1424E98AE4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81330"/>
              <a:ext cx="14192" cy="14096"/>
            </a:xfrm>
            <a:custGeom>
              <a:avLst/>
              <a:gdLst>
                <a:gd name="connsiteX0" fmla="*/ 14192 w 14192"/>
                <a:gd name="connsiteY0" fmla="*/ 7049 h 14096"/>
                <a:gd name="connsiteX1" fmla="*/ 7144 w 14192"/>
                <a:gd name="connsiteY1" fmla="*/ 14097 h 14096"/>
                <a:gd name="connsiteX2" fmla="*/ 0 w 14192"/>
                <a:gd name="connsiteY2" fmla="*/ 7049 h 14096"/>
                <a:gd name="connsiteX3" fmla="*/ 7049 w 14192"/>
                <a:gd name="connsiteY3" fmla="*/ 0 h 14096"/>
                <a:gd name="connsiteX4" fmla="*/ 14192 w 14192"/>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9"/>
                  </a:moveTo>
                  <a:cubicBezTo>
                    <a:pt x="14192" y="10954"/>
                    <a:pt x="11049" y="14097"/>
                    <a:pt x="7144" y="14097"/>
                  </a:cubicBezTo>
                  <a:cubicBezTo>
                    <a:pt x="3239" y="14097"/>
                    <a:pt x="0" y="11049"/>
                    <a:pt x="0" y="7049"/>
                  </a:cubicBezTo>
                  <a:cubicBezTo>
                    <a:pt x="0" y="3048"/>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121" name="Freeform: Shape 120">
              <a:extLst>
                <a:ext uri="{FF2B5EF4-FFF2-40B4-BE49-F238E27FC236}">
                  <a16:creationId xmlns:a16="http://schemas.microsoft.com/office/drawing/2014/main" id="{F058544E-163D-4FFF-9A69-0B3A3F2D66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22" name="Freeform: Shape 121">
              <a:extLst>
                <a:ext uri="{FF2B5EF4-FFF2-40B4-BE49-F238E27FC236}">
                  <a16:creationId xmlns:a16="http://schemas.microsoft.com/office/drawing/2014/main" id="{11041486-0577-4F0E-8DD5-5E20E26729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3" name="Freeform: Shape 122">
              <a:extLst>
                <a:ext uri="{FF2B5EF4-FFF2-40B4-BE49-F238E27FC236}">
                  <a16:creationId xmlns:a16="http://schemas.microsoft.com/office/drawing/2014/main" id="{71D11099-C84E-43AC-9F20-92460E1708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4" name="Freeform: Shape 123">
              <a:extLst>
                <a:ext uri="{FF2B5EF4-FFF2-40B4-BE49-F238E27FC236}">
                  <a16:creationId xmlns:a16="http://schemas.microsoft.com/office/drawing/2014/main" id="{E598FB87-8AFF-4C56-9E2C-776F4641E9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5" name="Freeform: Shape 124">
              <a:extLst>
                <a:ext uri="{FF2B5EF4-FFF2-40B4-BE49-F238E27FC236}">
                  <a16:creationId xmlns:a16="http://schemas.microsoft.com/office/drawing/2014/main" id="{7701E761-16DE-4350-9718-DD81B37FB9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26" name="Freeform: Shape 125">
              <a:extLst>
                <a:ext uri="{FF2B5EF4-FFF2-40B4-BE49-F238E27FC236}">
                  <a16:creationId xmlns:a16="http://schemas.microsoft.com/office/drawing/2014/main" id="{552E747F-E415-4348-A11A-4CABCB64B5F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7" name="Freeform: Shape 126">
              <a:extLst>
                <a:ext uri="{FF2B5EF4-FFF2-40B4-BE49-F238E27FC236}">
                  <a16:creationId xmlns:a16="http://schemas.microsoft.com/office/drawing/2014/main" id="{C6472F13-E6DE-4469-9563-F478261B6E6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4057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28" name="Freeform: Shape 127">
              <a:extLst>
                <a:ext uri="{FF2B5EF4-FFF2-40B4-BE49-F238E27FC236}">
                  <a16:creationId xmlns:a16="http://schemas.microsoft.com/office/drawing/2014/main" id="{5C72FE15-910B-4622-A14C-AFA2DFCC02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29" name="Freeform: Shape 128">
              <a:extLst>
                <a:ext uri="{FF2B5EF4-FFF2-40B4-BE49-F238E27FC236}">
                  <a16:creationId xmlns:a16="http://schemas.microsoft.com/office/drawing/2014/main" id="{BAB8F759-DEFA-4D35-B76E-6D3034FB77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0" name="Freeform: Shape 129">
              <a:extLst>
                <a:ext uri="{FF2B5EF4-FFF2-40B4-BE49-F238E27FC236}">
                  <a16:creationId xmlns:a16="http://schemas.microsoft.com/office/drawing/2014/main" id="{A1BBCEBD-DCE2-4354-B878-49ABEC367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1" name="Freeform: Shape 130">
              <a:extLst>
                <a:ext uri="{FF2B5EF4-FFF2-40B4-BE49-F238E27FC236}">
                  <a16:creationId xmlns:a16="http://schemas.microsoft.com/office/drawing/2014/main" id="{2CBB3A18-0021-403F-8E24-8805829B42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2" name="Freeform: Shape 131">
              <a:extLst>
                <a:ext uri="{FF2B5EF4-FFF2-40B4-BE49-F238E27FC236}">
                  <a16:creationId xmlns:a16="http://schemas.microsoft.com/office/drawing/2014/main" id="{8FDF7AAC-1EC6-4409-90AB-DBB984883D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33" name="Freeform: Shape 132">
              <a:extLst>
                <a:ext uri="{FF2B5EF4-FFF2-40B4-BE49-F238E27FC236}">
                  <a16:creationId xmlns:a16="http://schemas.microsoft.com/office/drawing/2014/main" id="{5B9999E8-7D25-4049-8328-685B556DC6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4" name="Freeform: Shape 133">
              <a:extLst>
                <a:ext uri="{FF2B5EF4-FFF2-40B4-BE49-F238E27FC236}">
                  <a16:creationId xmlns:a16="http://schemas.microsoft.com/office/drawing/2014/main" id="{E77FC8A9-DEAE-424D-B460-12E0F3268DC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9972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35" name="Freeform: Shape 134">
              <a:extLst>
                <a:ext uri="{FF2B5EF4-FFF2-40B4-BE49-F238E27FC236}">
                  <a16:creationId xmlns:a16="http://schemas.microsoft.com/office/drawing/2014/main" id="{54F9C69A-0DCF-444A-B970-32B4120483D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99725"/>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6" name="Freeform: Shape 135">
              <a:extLst>
                <a:ext uri="{FF2B5EF4-FFF2-40B4-BE49-F238E27FC236}">
                  <a16:creationId xmlns:a16="http://schemas.microsoft.com/office/drawing/2014/main" id="{8BD94DDA-54FF-48EE-9DAC-C0EA6F91D4A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7" name="Freeform: Shape 136">
              <a:extLst>
                <a:ext uri="{FF2B5EF4-FFF2-40B4-BE49-F238E27FC236}">
                  <a16:creationId xmlns:a16="http://schemas.microsoft.com/office/drawing/2014/main" id="{E18A6989-0132-4CB7-BB68-EEBC4E0806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8" name="Freeform: Shape 137">
              <a:extLst>
                <a:ext uri="{FF2B5EF4-FFF2-40B4-BE49-F238E27FC236}">
                  <a16:creationId xmlns:a16="http://schemas.microsoft.com/office/drawing/2014/main" id="{A1357332-D19F-4C2B-B474-21D5539B90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9" name="Freeform: Shape 138">
              <a:extLst>
                <a:ext uri="{FF2B5EF4-FFF2-40B4-BE49-F238E27FC236}">
                  <a16:creationId xmlns:a16="http://schemas.microsoft.com/office/drawing/2014/main" id="{295C7590-8B80-428C-95A9-638B265425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599725"/>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0" name="Freeform: Shape 139">
              <a:extLst>
                <a:ext uri="{FF2B5EF4-FFF2-40B4-BE49-F238E27FC236}">
                  <a16:creationId xmlns:a16="http://schemas.microsoft.com/office/drawing/2014/main" id="{CA0E8A31-7520-4726-9D96-43BA87407E0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1" name="Freeform: Shape 140">
              <a:extLst>
                <a:ext uri="{FF2B5EF4-FFF2-40B4-BE49-F238E27FC236}">
                  <a16:creationId xmlns:a16="http://schemas.microsoft.com/office/drawing/2014/main" id="{9407EEE0-5D8E-4CCC-A91B-0CB523227CF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3" y="365896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2" name="Freeform: Shape 141">
              <a:extLst>
                <a:ext uri="{FF2B5EF4-FFF2-40B4-BE49-F238E27FC236}">
                  <a16:creationId xmlns:a16="http://schemas.microsoft.com/office/drawing/2014/main" id="{3799DFCC-868B-4257-B530-8E8D616CC5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99" y="365896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3" name="Freeform: Shape 142">
              <a:extLst>
                <a:ext uri="{FF2B5EF4-FFF2-40B4-BE49-F238E27FC236}">
                  <a16:creationId xmlns:a16="http://schemas.microsoft.com/office/drawing/2014/main" id="{F7F5EEB5-FE82-45A8-97C4-88460ABAFB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49"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4" name="Freeform: Shape 143">
              <a:extLst>
                <a:ext uri="{FF2B5EF4-FFF2-40B4-BE49-F238E27FC236}">
                  <a16:creationId xmlns:a16="http://schemas.microsoft.com/office/drawing/2014/main" id="{CD76E4C7-EB07-499D-9BC3-FF39C8B613F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5" name="Freeform: Shape 144">
              <a:extLst>
                <a:ext uri="{FF2B5EF4-FFF2-40B4-BE49-F238E27FC236}">
                  <a16:creationId xmlns:a16="http://schemas.microsoft.com/office/drawing/2014/main" id="{86EFDF8D-E5F7-4EB8-B8DA-3CC7E21D88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6" name="Freeform: Shape 145">
              <a:extLst>
                <a:ext uri="{FF2B5EF4-FFF2-40B4-BE49-F238E27FC236}">
                  <a16:creationId xmlns:a16="http://schemas.microsoft.com/office/drawing/2014/main" id="{2CA6506B-EACA-4FB2-81AB-E028F44786F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0" y="365896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7" name="Freeform: Shape 146">
              <a:extLst>
                <a:ext uri="{FF2B5EF4-FFF2-40B4-BE49-F238E27FC236}">
                  <a16:creationId xmlns:a16="http://schemas.microsoft.com/office/drawing/2014/main" id="{193E4771-2787-4901-93D8-7E90F3F479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8" name="Freeform: Shape 147">
              <a:extLst>
                <a:ext uri="{FF2B5EF4-FFF2-40B4-BE49-F238E27FC236}">
                  <a16:creationId xmlns:a16="http://schemas.microsoft.com/office/drawing/2014/main" id="{0EA31773-15F1-4605-8787-6891ABB2118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71811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9" name="Freeform: Shape 148">
              <a:extLst>
                <a:ext uri="{FF2B5EF4-FFF2-40B4-BE49-F238E27FC236}">
                  <a16:creationId xmlns:a16="http://schemas.microsoft.com/office/drawing/2014/main" id="{1302C213-2CD5-4168-9534-111E6E81A8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71811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0" name="Freeform: Shape 149">
              <a:extLst>
                <a:ext uri="{FF2B5EF4-FFF2-40B4-BE49-F238E27FC236}">
                  <a16:creationId xmlns:a16="http://schemas.microsoft.com/office/drawing/2014/main" id="{B9B36C24-2336-41FD-BAC4-6CD69DFD55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1" name="Freeform: Shape 150">
              <a:extLst>
                <a:ext uri="{FF2B5EF4-FFF2-40B4-BE49-F238E27FC236}">
                  <a16:creationId xmlns:a16="http://schemas.microsoft.com/office/drawing/2014/main" id="{CA3AFAFE-D376-4A7B-928B-833531472D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2" name="Freeform: Shape 151">
              <a:extLst>
                <a:ext uri="{FF2B5EF4-FFF2-40B4-BE49-F238E27FC236}">
                  <a16:creationId xmlns:a16="http://schemas.microsoft.com/office/drawing/2014/main" id="{7C685A00-A4F7-4250-BAAA-70978DADE4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3" name="Freeform: Shape 152">
              <a:extLst>
                <a:ext uri="{FF2B5EF4-FFF2-40B4-BE49-F238E27FC236}">
                  <a16:creationId xmlns:a16="http://schemas.microsoft.com/office/drawing/2014/main" id="{E52682F3-EDD5-4BDC-BB19-A4540873A8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71811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4" name="Freeform: Shape 153">
              <a:extLst>
                <a:ext uri="{FF2B5EF4-FFF2-40B4-BE49-F238E27FC236}">
                  <a16:creationId xmlns:a16="http://schemas.microsoft.com/office/drawing/2014/main" id="{2C5E1880-CFBA-4547-9C23-6D2C433048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5" name="Freeform: Shape 154">
              <a:extLst>
                <a:ext uri="{FF2B5EF4-FFF2-40B4-BE49-F238E27FC236}">
                  <a16:creationId xmlns:a16="http://schemas.microsoft.com/office/drawing/2014/main" id="{439AAF4F-2AAD-4A02-A7FA-FE28D52869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7" y="3777362"/>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56" name="Freeform: Shape 155">
              <a:extLst>
                <a:ext uri="{FF2B5EF4-FFF2-40B4-BE49-F238E27FC236}">
                  <a16:creationId xmlns:a16="http://schemas.microsoft.com/office/drawing/2014/main" id="{05614144-9309-41ED-8E05-839A6EEFF8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1"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57" name="Freeform: Shape 156">
              <a:extLst>
                <a:ext uri="{FF2B5EF4-FFF2-40B4-BE49-F238E27FC236}">
                  <a16:creationId xmlns:a16="http://schemas.microsoft.com/office/drawing/2014/main" id="{24324D6F-A81D-45F2-BA36-C53F1AB0C6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3"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8" name="Freeform: Shape 157">
              <a:extLst>
                <a:ext uri="{FF2B5EF4-FFF2-40B4-BE49-F238E27FC236}">
                  <a16:creationId xmlns:a16="http://schemas.microsoft.com/office/drawing/2014/main" id="{6B00668D-07BC-47CF-9D1E-F94EC7C56F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701"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9" name="Freeform: Shape 158">
              <a:extLst>
                <a:ext uri="{FF2B5EF4-FFF2-40B4-BE49-F238E27FC236}">
                  <a16:creationId xmlns:a16="http://schemas.microsoft.com/office/drawing/2014/main" id="{BCF78A89-29F2-4973-8463-DF3C57EFB4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54"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60" name="Freeform: Shape 159">
              <a:extLst>
                <a:ext uri="{FF2B5EF4-FFF2-40B4-BE49-F238E27FC236}">
                  <a16:creationId xmlns:a16="http://schemas.microsoft.com/office/drawing/2014/main" id="{F5BCB645-FB02-40FC-99A4-06CA3F1B28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102"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61" name="Freeform: Shape 160">
              <a:extLst>
                <a:ext uri="{FF2B5EF4-FFF2-40B4-BE49-F238E27FC236}">
                  <a16:creationId xmlns:a16="http://schemas.microsoft.com/office/drawing/2014/main" id="{F6115A3A-2FBE-4633-A426-37D05BC071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50"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62" name="Freeform: Shape 161">
              <a:extLst>
                <a:ext uri="{FF2B5EF4-FFF2-40B4-BE49-F238E27FC236}">
                  <a16:creationId xmlns:a16="http://schemas.microsoft.com/office/drawing/2014/main" id="{AEFD8D2F-B95A-4C0A-AE85-53171B29F5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481330"/>
              <a:ext cx="14097" cy="14096"/>
            </a:xfrm>
            <a:custGeom>
              <a:avLst/>
              <a:gdLst>
                <a:gd name="connsiteX0" fmla="*/ 14097 w 14097"/>
                <a:gd name="connsiteY0" fmla="*/ 7049 h 14096"/>
                <a:gd name="connsiteX1" fmla="*/ 7049 w 14097"/>
                <a:gd name="connsiteY1" fmla="*/ 14097 h 14096"/>
                <a:gd name="connsiteX2" fmla="*/ 0 w 14097"/>
                <a:gd name="connsiteY2" fmla="*/ 7049 h 14096"/>
                <a:gd name="connsiteX3" fmla="*/ 7049 w 14097"/>
                <a:gd name="connsiteY3" fmla="*/ 0 h 14096"/>
                <a:gd name="connsiteX4" fmla="*/ 14097 w 14097"/>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9"/>
                  </a:moveTo>
                  <a:cubicBezTo>
                    <a:pt x="14097" y="10954"/>
                    <a:pt x="10954" y="14097"/>
                    <a:pt x="7049" y="14097"/>
                  </a:cubicBezTo>
                  <a:cubicBezTo>
                    <a:pt x="3143" y="14097"/>
                    <a:pt x="0" y="10954"/>
                    <a:pt x="0" y="7049"/>
                  </a:cubicBezTo>
                  <a:cubicBezTo>
                    <a:pt x="0" y="3143"/>
                    <a:pt x="3143" y="0"/>
                    <a:pt x="7049"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3" name="Freeform: Shape 162">
              <a:extLst>
                <a:ext uri="{FF2B5EF4-FFF2-40B4-BE49-F238E27FC236}">
                  <a16:creationId xmlns:a16="http://schemas.microsoft.com/office/drawing/2014/main" id="{4DD4F397-1F35-4E06-8EC1-8F58C51912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4" name="Freeform: Shape 163">
              <a:extLst>
                <a:ext uri="{FF2B5EF4-FFF2-40B4-BE49-F238E27FC236}">
                  <a16:creationId xmlns:a16="http://schemas.microsoft.com/office/drawing/2014/main" id="{B031E5E0-C77D-49F7-ADF2-258D23052D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481330"/>
              <a:ext cx="14096" cy="14096"/>
            </a:xfrm>
            <a:custGeom>
              <a:avLst/>
              <a:gdLst>
                <a:gd name="connsiteX0" fmla="*/ 14097 w 14096"/>
                <a:gd name="connsiteY0" fmla="*/ 7049 h 14096"/>
                <a:gd name="connsiteX1" fmla="*/ 7049 w 14096"/>
                <a:gd name="connsiteY1" fmla="*/ 14097 h 14096"/>
                <a:gd name="connsiteX2" fmla="*/ 0 w 14096"/>
                <a:gd name="connsiteY2" fmla="*/ 7049 h 14096"/>
                <a:gd name="connsiteX3" fmla="*/ 7049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9" y="14097"/>
                  </a:cubicBezTo>
                  <a:cubicBezTo>
                    <a:pt x="3143" y="14097"/>
                    <a:pt x="0" y="10954"/>
                    <a:pt x="0" y="7049"/>
                  </a:cubicBezTo>
                  <a:cubicBezTo>
                    <a:pt x="0" y="3143"/>
                    <a:pt x="3143" y="0"/>
                    <a:pt x="7049"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165" name="Freeform: Shape 164">
              <a:extLst>
                <a:ext uri="{FF2B5EF4-FFF2-40B4-BE49-F238E27FC236}">
                  <a16:creationId xmlns:a16="http://schemas.microsoft.com/office/drawing/2014/main" id="{3F044DE9-FE64-4C30-8191-7E1547880C4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6" name="Freeform: Shape 165">
              <a:extLst>
                <a:ext uri="{FF2B5EF4-FFF2-40B4-BE49-F238E27FC236}">
                  <a16:creationId xmlns:a16="http://schemas.microsoft.com/office/drawing/2014/main" id="{9B18BCEB-85ED-4077-ACB7-FEB2F6443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167" name="Freeform: Shape 166">
              <a:extLst>
                <a:ext uri="{FF2B5EF4-FFF2-40B4-BE49-F238E27FC236}">
                  <a16:creationId xmlns:a16="http://schemas.microsoft.com/office/drawing/2014/main" id="{00C0927E-2CCF-4F8E-8A54-22B8A93C97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48132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68" name="Freeform: Shape 167">
              <a:extLst>
                <a:ext uri="{FF2B5EF4-FFF2-40B4-BE49-F238E27FC236}">
                  <a16:creationId xmlns:a16="http://schemas.microsoft.com/office/drawing/2014/main" id="{D0C3350E-04F5-4FED-9991-4DD964E099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4057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69" name="Freeform: Shape 168">
              <a:extLst>
                <a:ext uri="{FF2B5EF4-FFF2-40B4-BE49-F238E27FC236}">
                  <a16:creationId xmlns:a16="http://schemas.microsoft.com/office/drawing/2014/main" id="{F43D0338-A6C9-4866-8D0C-072664518E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405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0" name="Freeform: Shape 169">
              <a:extLst>
                <a:ext uri="{FF2B5EF4-FFF2-40B4-BE49-F238E27FC236}">
                  <a16:creationId xmlns:a16="http://schemas.microsoft.com/office/drawing/2014/main" id="{40EA171B-27E2-4100-9D5F-123CF6E7F9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40584"/>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1" name="Freeform: Shape 170">
              <a:extLst>
                <a:ext uri="{FF2B5EF4-FFF2-40B4-BE49-F238E27FC236}">
                  <a16:creationId xmlns:a16="http://schemas.microsoft.com/office/drawing/2014/main" id="{22FD540C-F3DF-40F5-B2BE-BBD113EF4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4058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2" name="Freeform: Shape 171">
              <a:extLst>
                <a:ext uri="{FF2B5EF4-FFF2-40B4-BE49-F238E27FC236}">
                  <a16:creationId xmlns:a16="http://schemas.microsoft.com/office/drawing/2014/main" id="{57768D93-FAD4-4236-969B-B8EE8E88F3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405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3" name="Freeform: Shape 172">
              <a:extLst>
                <a:ext uri="{FF2B5EF4-FFF2-40B4-BE49-F238E27FC236}">
                  <a16:creationId xmlns:a16="http://schemas.microsoft.com/office/drawing/2014/main" id="{0F5E0490-21C2-4EF6-950D-38814F32C2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40588"/>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74" name="Freeform: Shape 173">
              <a:extLst>
                <a:ext uri="{FF2B5EF4-FFF2-40B4-BE49-F238E27FC236}">
                  <a16:creationId xmlns:a16="http://schemas.microsoft.com/office/drawing/2014/main" id="{8E981C9B-710F-4034-AE82-28B1B07245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99737"/>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5" name="Freeform: Shape 174">
              <a:extLst>
                <a:ext uri="{FF2B5EF4-FFF2-40B4-BE49-F238E27FC236}">
                  <a16:creationId xmlns:a16="http://schemas.microsoft.com/office/drawing/2014/main" id="{CC62C2CC-DBAE-4877-8F55-02FE00AE811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6" name="Freeform: Shape 175">
              <a:extLst>
                <a:ext uri="{FF2B5EF4-FFF2-40B4-BE49-F238E27FC236}">
                  <a16:creationId xmlns:a16="http://schemas.microsoft.com/office/drawing/2014/main" id="{D8F57D8B-1988-441F-9DAE-A525DA5E9D9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99737"/>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7" name="Freeform: Shape 176">
              <a:extLst>
                <a:ext uri="{FF2B5EF4-FFF2-40B4-BE49-F238E27FC236}">
                  <a16:creationId xmlns:a16="http://schemas.microsoft.com/office/drawing/2014/main" id="{6715F028-3A13-4D5F-86C4-74C0AD81D6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8" name="Freeform: Shape 177">
              <a:extLst>
                <a:ext uri="{FF2B5EF4-FFF2-40B4-BE49-F238E27FC236}">
                  <a16:creationId xmlns:a16="http://schemas.microsoft.com/office/drawing/2014/main" id="{DC6C9B50-47B3-44E7-B897-43D010A189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9973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9" name="Freeform: Shape 178">
              <a:extLst>
                <a:ext uri="{FF2B5EF4-FFF2-40B4-BE49-F238E27FC236}">
                  <a16:creationId xmlns:a16="http://schemas.microsoft.com/office/drawing/2014/main" id="{F3F602F0-702E-4D5F-A4FC-0E602C02B9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0" name="Freeform: Shape 179">
              <a:extLst>
                <a:ext uri="{FF2B5EF4-FFF2-40B4-BE49-F238E27FC236}">
                  <a16:creationId xmlns:a16="http://schemas.microsoft.com/office/drawing/2014/main" id="{9F379870-B34C-4DFC-9F0A-BDAB8C89FE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6589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1" name="Freeform: Shape 180">
              <a:extLst>
                <a:ext uri="{FF2B5EF4-FFF2-40B4-BE49-F238E27FC236}">
                  <a16:creationId xmlns:a16="http://schemas.microsoft.com/office/drawing/2014/main" id="{641092AC-FED1-4D1D-B57C-0AC883CA95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2" name="Freeform: Shape 181">
              <a:extLst>
                <a:ext uri="{FF2B5EF4-FFF2-40B4-BE49-F238E27FC236}">
                  <a16:creationId xmlns:a16="http://schemas.microsoft.com/office/drawing/2014/main" id="{EA8A0B5E-5BB1-46AF-AC31-7D3756F354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65898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3" name="Freeform: Shape 182">
              <a:extLst>
                <a:ext uri="{FF2B5EF4-FFF2-40B4-BE49-F238E27FC236}">
                  <a16:creationId xmlns:a16="http://schemas.microsoft.com/office/drawing/2014/main" id="{1C519384-2192-432B-B768-64B4BC2DA98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4" name="Freeform: Shape 183">
              <a:extLst>
                <a:ext uri="{FF2B5EF4-FFF2-40B4-BE49-F238E27FC236}">
                  <a16:creationId xmlns:a16="http://schemas.microsoft.com/office/drawing/2014/main" id="{13C77A9D-44F0-4289-A611-D8AF813570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85" name="Freeform: Shape 184">
              <a:extLst>
                <a:ext uri="{FF2B5EF4-FFF2-40B4-BE49-F238E27FC236}">
                  <a16:creationId xmlns:a16="http://schemas.microsoft.com/office/drawing/2014/main" id="{0A54AEDC-E418-4E02-A713-6CE30C0CDD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1" y="36589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6" name="Freeform: Shape 185">
              <a:extLst>
                <a:ext uri="{FF2B5EF4-FFF2-40B4-BE49-F238E27FC236}">
                  <a16:creationId xmlns:a16="http://schemas.microsoft.com/office/drawing/2014/main" id="{24FECFE3-9F31-47B0-B17F-CF2A1CEE85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9" y="3718130"/>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7" name="Freeform: Shape 186">
              <a:extLst>
                <a:ext uri="{FF2B5EF4-FFF2-40B4-BE49-F238E27FC236}">
                  <a16:creationId xmlns:a16="http://schemas.microsoft.com/office/drawing/2014/main" id="{68167DF4-8B16-419B-B7BA-2FD5FF6CC8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8" name="Freeform: Shape 187">
              <a:extLst>
                <a:ext uri="{FF2B5EF4-FFF2-40B4-BE49-F238E27FC236}">
                  <a16:creationId xmlns:a16="http://schemas.microsoft.com/office/drawing/2014/main" id="{A543D24F-44C0-4DDF-A30E-8C8407548F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5" y="3718130"/>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9" name="Freeform: Shape 188">
              <a:extLst>
                <a:ext uri="{FF2B5EF4-FFF2-40B4-BE49-F238E27FC236}">
                  <a16:creationId xmlns:a16="http://schemas.microsoft.com/office/drawing/2014/main" id="{63DEAE3C-3931-41EE-B4A1-F9385602BE1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5"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0" name="Freeform: Shape 189">
              <a:extLst>
                <a:ext uri="{FF2B5EF4-FFF2-40B4-BE49-F238E27FC236}">
                  <a16:creationId xmlns:a16="http://schemas.microsoft.com/office/drawing/2014/main" id="{B11945CD-32F6-4C09-82AF-5510512312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92" y="371812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91" name="Freeform: Shape 190">
              <a:extLst>
                <a:ext uri="{FF2B5EF4-FFF2-40B4-BE49-F238E27FC236}">
                  <a16:creationId xmlns:a16="http://schemas.microsoft.com/office/drawing/2014/main" id="{9109F44F-512F-4792-AED2-ECA80DDE16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0" y="371813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2" name="Freeform: Shape 191">
              <a:extLst>
                <a:ext uri="{FF2B5EF4-FFF2-40B4-BE49-F238E27FC236}">
                  <a16:creationId xmlns:a16="http://schemas.microsoft.com/office/drawing/2014/main" id="{29B9E19B-BC56-46F2-BFFF-1688CEA55A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77737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3" name="Freeform: Shape 192">
              <a:extLst>
                <a:ext uri="{FF2B5EF4-FFF2-40B4-BE49-F238E27FC236}">
                  <a16:creationId xmlns:a16="http://schemas.microsoft.com/office/drawing/2014/main" id="{F573BDDE-4AED-43FB-B8D1-B5F3708931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7737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4" name="Freeform: Shape 193">
              <a:extLst>
                <a:ext uri="{FF2B5EF4-FFF2-40B4-BE49-F238E27FC236}">
                  <a16:creationId xmlns:a16="http://schemas.microsoft.com/office/drawing/2014/main" id="{EFFDA684-6DFF-4629-830E-6F2ACAB8C3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6" y="3777375"/>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95" name="Freeform: Shape 194">
              <a:extLst>
                <a:ext uri="{FF2B5EF4-FFF2-40B4-BE49-F238E27FC236}">
                  <a16:creationId xmlns:a16="http://schemas.microsoft.com/office/drawing/2014/main" id="{92E23250-6349-4726-AF61-08A57B3A2E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55" y="377735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6" name="Freeform: Shape 195">
              <a:extLst>
                <a:ext uri="{FF2B5EF4-FFF2-40B4-BE49-F238E27FC236}">
                  <a16:creationId xmlns:a16="http://schemas.microsoft.com/office/drawing/2014/main" id="{8536AAE6-5497-4B0A-9C9F-4EAA1BB322B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314" y="377745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97" name="Freeform: Shape 196">
              <a:extLst>
                <a:ext uri="{FF2B5EF4-FFF2-40B4-BE49-F238E27FC236}">
                  <a16:creationId xmlns:a16="http://schemas.microsoft.com/office/drawing/2014/main" id="{52B72898-B9DE-4574-BB20-0C317954D4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4" y="377742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127003002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0C541B88-1AE9-40C3-AFD5-967787C197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E5F17139-31EE-46AC-B04F-DBBD852DD6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890596"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A9110FD-A640-245B-67B6-79C12B7B3B4B}"/>
              </a:ext>
            </a:extLst>
          </p:cNvPr>
          <p:cNvSpPr>
            <a:spLocks noGrp="1"/>
          </p:cNvSpPr>
          <p:nvPr>
            <p:ph type="title"/>
          </p:nvPr>
        </p:nvSpPr>
        <p:spPr>
          <a:xfrm>
            <a:off x="838200" y="1195697"/>
            <a:ext cx="3200400" cy="4238118"/>
          </a:xfrm>
        </p:spPr>
        <p:txBody>
          <a:bodyPr>
            <a:normAutofit/>
          </a:bodyPr>
          <a:lstStyle/>
          <a:p>
            <a:r>
              <a:rPr lang="en-US">
                <a:solidFill>
                  <a:schemeClr val="bg1"/>
                </a:solidFill>
              </a:rPr>
              <a:t>Getting Started with Semgrep</a:t>
            </a:r>
          </a:p>
        </p:txBody>
      </p:sp>
      <p:grpSp>
        <p:nvGrpSpPr>
          <p:cNvPr id="13" name="Graphic 38">
            <a:extLst>
              <a:ext uri="{FF2B5EF4-FFF2-40B4-BE49-F238E27FC236}">
                <a16:creationId xmlns:a16="http://schemas.microsoft.com/office/drawing/2014/main" id="{7CF625D3-71A3-4F30-A096-8EF334E959D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02912"/>
            <a:ext cx="1910252" cy="709660"/>
            <a:chOff x="2267504" y="2540250"/>
            <a:chExt cx="1990951" cy="739640"/>
          </a:xfrm>
          <a:solidFill>
            <a:schemeClr val="bg1"/>
          </a:solidFill>
        </p:grpSpPr>
        <p:sp>
          <p:nvSpPr>
            <p:cNvPr id="14" name="Freeform: Shape 13">
              <a:extLst>
                <a:ext uri="{FF2B5EF4-FFF2-40B4-BE49-F238E27FC236}">
                  <a16:creationId xmlns:a16="http://schemas.microsoft.com/office/drawing/2014/main" id="{C6754E2F-F56E-4BA3-99DD-8EBF110E343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54025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5835 h 286230"/>
                <a:gd name="connsiteX8" fmla="*/ 255835 w 1990951"/>
                <a:gd name="connsiteY8" fmla="*/ 0 h 286230"/>
                <a:gd name="connsiteX9" fmla="*/ 504071 w 1990951"/>
                <a:gd name="connsiteY9" fmla="*/ 245703 h 286230"/>
                <a:gd name="connsiteX10" fmla="*/ 749773 w 1990951"/>
                <a:gd name="connsiteY10" fmla="*/ 0 h 286230"/>
                <a:gd name="connsiteX11" fmla="*/ 995476 w 1990951"/>
                <a:gd name="connsiteY11" fmla="*/ 245703 h 286230"/>
                <a:gd name="connsiteX12" fmla="*/ 1243712 w 1990951"/>
                <a:gd name="connsiteY12" fmla="*/ 0 h 286230"/>
                <a:gd name="connsiteX13" fmla="*/ 1489414 w 1990951"/>
                <a:gd name="connsiteY13" fmla="*/ 245703 h 286230"/>
                <a:gd name="connsiteX14" fmla="*/ 1735117 w 1990951"/>
                <a:gd name="connsiteY14" fmla="*/ 0 h 286230"/>
                <a:gd name="connsiteX15" fmla="*/ 1990952 w 1990951"/>
                <a:gd name="connsiteY15" fmla="*/ 255835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5835"/>
                  </a:lnTo>
                  <a:lnTo>
                    <a:pt x="255835" y="0"/>
                  </a:lnTo>
                  <a:lnTo>
                    <a:pt x="504071" y="245703"/>
                  </a:lnTo>
                  <a:lnTo>
                    <a:pt x="749773" y="0"/>
                  </a:lnTo>
                  <a:lnTo>
                    <a:pt x="995476" y="245703"/>
                  </a:lnTo>
                  <a:lnTo>
                    <a:pt x="1243712" y="0"/>
                  </a:lnTo>
                  <a:lnTo>
                    <a:pt x="1489414" y="245703"/>
                  </a:lnTo>
                  <a:lnTo>
                    <a:pt x="1735117" y="0"/>
                  </a:lnTo>
                  <a:lnTo>
                    <a:pt x="1990952" y="255835"/>
                  </a:lnTo>
                  <a:lnTo>
                    <a:pt x="1973221" y="276099"/>
                  </a:lnTo>
                  <a:lnTo>
                    <a:pt x="1735117" y="40528"/>
                  </a:lnTo>
                  <a:close/>
                </a:path>
              </a:pathLst>
            </a:custGeom>
            <a:grpFill/>
            <a:ln w="25320" cap="flat">
              <a:noFill/>
              <a:prstDash val="solid"/>
              <a:miter/>
            </a:ln>
          </p:spPr>
          <p:txBody>
            <a:bodyPr rtlCol="0" anchor="ctr"/>
            <a:lstStyle/>
            <a:p>
              <a:endParaRPr lang="en-US"/>
            </a:p>
          </p:txBody>
        </p:sp>
        <p:sp>
          <p:nvSpPr>
            <p:cNvPr id="15" name="Freeform: Shape 14">
              <a:extLst>
                <a:ext uri="{FF2B5EF4-FFF2-40B4-BE49-F238E27FC236}">
                  <a16:creationId xmlns:a16="http://schemas.microsoft.com/office/drawing/2014/main" id="{24A69059-7C49-49C6-B071-F2A9B558E0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99366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8368 h 286230"/>
                <a:gd name="connsiteX8" fmla="*/ 255835 w 1990951"/>
                <a:gd name="connsiteY8" fmla="*/ 0 h 286230"/>
                <a:gd name="connsiteX9" fmla="*/ 504071 w 1990951"/>
                <a:gd name="connsiteY9" fmla="*/ 248236 h 286230"/>
                <a:gd name="connsiteX10" fmla="*/ 749773 w 1990951"/>
                <a:gd name="connsiteY10" fmla="*/ 0 h 286230"/>
                <a:gd name="connsiteX11" fmla="*/ 995476 w 1990951"/>
                <a:gd name="connsiteY11" fmla="*/ 248236 h 286230"/>
                <a:gd name="connsiteX12" fmla="*/ 1243712 w 1990951"/>
                <a:gd name="connsiteY12" fmla="*/ 0 h 286230"/>
                <a:gd name="connsiteX13" fmla="*/ 1489414 w 1990951"/>
                <a:gd name="connsiteY13" fmla="*/ 248236 h 286230"/>
                <a:gd name="connsiteX14" fmla="*/ 1735117 w 1990951"/>
                <a:gd name="connsiteY14" fmla="*/ 0 h 286230"/>
                <a:gd name="connsiteX15" fmla="*/ 1990952 w 1990951"/>
                <a:gd name="connsiteY15" fmla="*/ 258368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8368"/>
                  </a:lnTo>
                  <a:lnTo>
                    <a:pt x="255835" y="0"/>
                  </a:lnTo>
                  <a:lnTo>
                    <a:pt x="504071" y="248236"/>
                  </a:lnTo>
                  <a:lnTo>
                    <a:pt x="749773" y="0"/>
                  </a:lnTo>
                  <a:lnTo>
                    <a:pt x="995476" y="248236"/>
                  </a:lnTo>
                  <a:lnTo>
                    <a:pt x="1243712" y="0"/>
                  </a:lnTo>
                  <a:lnTo>
                    <a:pt x="1489414" y="248236"/>
                  </a:lnTo>
                  <a:lnTo>
                    <a:pt x="1735117" y="0"/>
                  </a:lnTo>
                  <a:lnTo>
                    <a:pt x="1990952" y="258368"/>
                  </a:lnTo>
                  <a:lnTo>
                    <a:pt x="1973221" y="276099"/>
                  </a:lnTo>
                  <a:lnTo>
                    <a:pt x="1735117" y="40528"/>
                  </a:lnTo>
                  <a:close/>
                </a:path>
              </a:pathLst>
            </a:custGeom>
            <a:grpFill/>
            <a:ln w="25320" cap="flat">
              <a:noFill/>
              <a:prstDash val="solid"/>
              <a:miter/>
            </a:ln>
          </p:spPr>
          <p:txBody>
            <a:bodyPr rtlCol="0" anchor="ctr"/>
            <a:lstStyle/>
            <a:p>
              <a:endParaRPr lang="en-US"/>
            </a:p>
          </p:txBody>
        </p:sp>
      </p:grpSp>
      <p:sp>
        <p:nvSpPr>
          <p:cNvPr id="17" name="Oval 16">
            <a:extLst>
              <a:ext uri="{FF2B5EF4-FFF2-40B4-BE49-F238E27FC236}">
                <a16:creationId xmlns:a16="http://schemas.microsoft.com/office/drawing/2014/main" id="{89D16701-DA76-4F72-BB63-E2C3FFBDFE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260" y="4752208"/>
            <a:ext cx="365021" cy="365021"/>
          </a:xfrm>
          <a:prstGeom prst="ellipse">
            <a:avLst/>
          </a:prstGeom>
          <a:solidFill>
            <a:srgbClr val="FFFFFF"/>
          </a:solidFill>
          <a:ln w="28575">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9" name="Oval 18">
            <a:extLst>
              <a:ext uri="{FF2B5EF4-FFF2-40B4-BE49-F238E27FC236}">
                <a16:creationId xmlns:a16="http://schemas.microsoft.com/office/drawing/2014/main" id="{1CC28BE1-9DC6-43FE-9582-39F091098D7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260" y="4752208"/>
            <a:ext cx="365021" cy="365021"/>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21" name="Graphic 4">
            <a:extLst>
              <a:ext uri="{FF2B5EF4-FFF2-40B4-BE49-F238E27FC236}">
                <a16:creationId xmlns:a16="http://schemas.microsoft.com/office/drawing/2014/main" id="{AF9AF3F3-CE0C-4125-BDD7-346487FA0B4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109667" y="5539934"/>
            <a:ext cx="975169" cy="975171"/>
            <a:chOff x="5829300" y="3162300"/>
            <a:chExt cx="532256" cy="532257"/>
          </a:xfrm>
          <a:solidFill>
            <a:schemeClr val="bg1"/>
          </a:solidFill>
        </p:grpSpPr>
        <p:sp>
          <p:nvSpPr>
            <p:cNvPr id="22" name="Freeform: Shape 21">
              <a:extLst>
                <a:ext uri="{FF2B5EF4-FFF2-40B4-BE49-F238E27FC236}">
                  <a16:creationId xmlns:a16="http://schemas.microsoft.com/office/drawing/2014/main" id="{B31DFBFA-CF4D-4940-9086-26F83E5C6BB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9208" y="3192208"/>
              <a:ext cx="112966" cy="11296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9525" cap="flat">
              <a:no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27854033-BD20-4C77-8C5B-048F4B3BDD0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1205" y="3164205"/>
              <a:ext cx="230314" cy="230314"/>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9525" cap="flat">
              <a:no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BC93AA74-BEB3-444F-835B-7AA6ECE617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29300" y="3162300"/>
              <a:ext cx="294131" cy="294131"/>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9525" cap="flat">
              <a:no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F00DF1C9-6952-4704-B8B3-95406E18E4C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7205" y="3170110"/>
              <a:ext cx="337184" cy="337280"/>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9525" cap="flat">
              <a:noFill/>
              <a:prstDash val="solid"/>
              <a:miter/>
            </a:ln>
          </p:spPr>
          <p:txBody>
            <a:bodyPr rtlCol="0" anchor="ctr"/>
            <a:lstStyle/>
            <a:p>
              <a:endParaRPr lang="en-US"/>
            </a:p>
          </p:txBody>
        </p:sp>
        <p:sp>
          <p:nvSpPr>
            <p:cNvPr id="26" name="Freeform: Shape 25">
              <a:extLst>
                <a:ext uri="{FF2B5EF4-FFF2-40B4-BE49-F238E27FC236}">
                  <a16:creationId xmlns:a16="http://schemas.microsoft.com/office/drawing/2014/main" id="{B34783FD-297C-40D2-964B-DBAE4DE283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3207" y="3186207"/>
              <a:ext cx="364617" cy="364617"/>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9525" cap="flat">
              <a:no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DE621623-0357-4FD5-A1AC-4005010259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5305" y="3208305"/>
              <a:ext cx="380238" cy="380238"/>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9525" cap="flat">
              <a:noFill/>
              <a:prstDash val="solid"/>
              <a:miter/>
            </a:ln>
          </p:spPr>
          <p:txBody>
            <a:bodyPr rtlCol="0" anchor="ctr"/>
            <a:lstStyle/>
            <a:p>
              <a:endParaRPr lang="en-US"/>
            </a:p>
          </p:txBody>
        </p:sp>
        <p:sp>
          <p:nvSpPr>
            <p:cNvPr id="28" name="Freeform: Shape 27">
              <a:extLst>
                <a:ext uri="{FF2B5EF4-FFF2-40B4-BE49-F238E27FC236}">
                  <a16:creationId xmlns:a16="http://schemas.microsoft.com/office/drawing/2014/main" id="{024F346E-10A0-458F-A9CA-8C0079472F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02832" y="3235832"/>
              <a:ext cx="385191" cy="385191"/>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9525" cap="flat">
              <a:noFill/>
              <a:prstDash val="solid"/>
              <a:miter/>
            </a:ln>
          </p:spPr>
          <p:txBody>
            <a:bodyPr rtlCol="0" anchor="ctr"/>
            <a:lstStyle/>
            <a:p>
              <a:endParaRPr lang="en-US"/>
            </a:p>
          </p:txBody>
        </p:sp>
        <p:sp>
          <p:nvSpPr>
            <p:cNvPr id="29" name="Freeform: Shape 28">
              <a:extLst>
                <a:ext uri="{FF2B5EF4-FFF2-40B4-BE49-F238E27FC236}">
                  <a16:creationId xmlns:a16="http://schemas.microsoft.com/office/drawing/2014/main" id="{7937A2F7-01A9-47F3-BED6-B61D998408A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35789" y="3268313"/>
              <a:ext cx="379761" cy="380237"/>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5B44DAF8-5073-441A-82E1-180385D35F2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2841" y="3305841"/>
              <a:ext cx="364807" cy="364807"/>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52B0413D-0E36-4A90-8E6A-9EDC676A60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16370" y="3349466"/>
              <a:ext cx="337280" cy="337280"/>
            </a:xfrm>
            <a:custGeom>
              <a:avLst/>
              <a:gdLst>
                <a:gd name="connsiteX0" fmla="*/ 333470 w 337280"/>
                <a:gd name="connsiteY0" fmla="*/ 0 h 337280"/>
                <a:gd name="connsiteX1" fmla="*/ 337280 w 337280"/>
                <a:gd name="connsiteY1" fmla="*/ 13430 h 337280"/>
                <a:gd name="connsiteX2" fmla="*/ 13430 w 337280"/>
                <a:gd name="connsiteY2" fmla="*/ 337280 h 337280"/>
                <a:gd name="connsiteX3" fmla="*/ 0 w 337280"/>
                <a:gd name="connsiteY3" fmla="*/ 333470 h 337280"/>
              </a:gdLst>
              <a:ahLst/>
              <a:cxnLst>
                <a:cxn ang="0">
                  <a:pos x="connsiteX0" y="connsiteY0"/>
                </a:cxn>
                <a:cxn ang="0">
                  <a:pos x="connsiteX1" y="connsiteY1"/>
                </a:cxn>
                <a:cxn ang="0">
                  <a:pos x="connsiteX2" y="connsiteY2"/>
                </a:cxn>
                <a:cxn ang="0">
                  <a:pos x="connsiteX3" y="connsiteY3"/>
                </a:cxn>
              </a:cxnLst>
              <a:rect l="l" t="t" r="r" b="b"/>
              <a:pathLst>
                <a:path w="337280" h="337280">
                  <a:moveTo>
                    <a:pt x="333470" y="0"/>
                  </a:moveTo>
                  <a:cubicBezTo>
                    <a:pt x="334899" y="4382"/>
                    <a:pt x="336137" y="8858"/>
                    <a:pt x="337280" y="13430"/>
                  </a:cubicBezTo>
                  <a:lnTo>
                    <a:pt x="13430" y="337280"/>
                  </a:lnTo>
                  <a:cubicBezTo>
                    <a:pt x="8858" y="336137"/>
                    <a:pt x="4382" y="334899"/>
                    <a:pt x="0" y="333470"/>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86059ECF-0D50-48AD-B67A-645EC29D336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67329" y="3400425"/>
              <a:ext cx="294227" cy="294132"/>
            </a:xfrm>
            <a:custGeom>
              <a:avLst/>
              <a:gdLst>
                <a:gd name="connsiteX0" fmla="*/ 292989 w 294227"/>
                <a:gd name="connsiteY0" fmla="*/ 0 h 294132"/>
                <a:gd name="connsiteX1" fmla="*/ 294227 w 294227"/>
                <a:gd name="connsiteY1" fmla="*/ 15907 h 294132"/>
                <a:gd name="connsiteX2" fmla="*/ 15907 w 294227"/>
                <a:gd name="connsiteY2" fmla="*/ 294132 h 294132"/>
                <a:gd name="connsiteX3" fmla="*/ 0 w 294227"/>
                <a:gd name="connsiteY3" fmla="*/ 292894 h 294132"/>
              </a:gdLst>
              <a:ahLst/>
              <a:cxnLst>
                <a:cxn ang="0">
                  <a:pos x="connsiteX0" y="connsiteY0"/>
                </a:cxn>
                <a:cxn ang="0">
                  <a:pos x="connsiteX1" y="connsiteY1"/>
                </a:cxn>
                <a:cxn ang="0">
                  <a:pos x="connsiteX2" y="connsiteY2"/>
                </a:cxn>
                <a:cxn ang="0">
                  <a:pos x="connsiteX3" y="connsiteY3"/>
                </a:cxn>
              </a:cxnLst>
              <a:rect l="l" t="t" r="r" b="b"/>
              <a:pathLst>
                <a:path w="294227" h="294132">
                  <a:moveTo>
                    <a:pt x="292989" y="0"/>
                  </a:moveTo>
                  <a:cubicBezTo>
                    <a:pt x="293561" y="5334"/>
                    <a:pt x="293942" y="10668"/>
                    <a:pt x="294227" y="15907"/>
                  </a:cubicBezTo>
                  <a:lnTo>
                    <a:pt x="15907" y="294132"/>
                  </a:lnTo>
                  <a:cubicBezTo>
                    <a:pt x="10668" y="294132"/>
                    <a:pt x="5334" y="293465"/>
                    <a:pt x="0" y="292894"/>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B394906F-6BF2-447E-9886-F12708E128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29337" y="3462337"/>
              <a:ext cx="230314" cy="230314"/>
            </a:xfrm>
            <a:custGeom>
              <a:avLst/>
              <a:gdLst>
                <a:gd name="connsiteX0" fmla="*/ 230315 w 230314"/>
                <a:gd name="connsiteY0" fmla="*/ 0 h 230314"/>
                <a:gd name="connsiteX1" fmla="*/ 226886 w 230314"/>
                <a:gd name="connsiteY1" fmla="*/ 20574 h 230314"/>
                <a:gd name="connsiteX2" fmla="*/ 20669 w 230314"/>
                <a:gd name="connsiteY2" fmla="*/ 226790 h 230314"/>
                <a:gd name="connsiteX3" fmla="*/ 0 w 230314"/>
                <a:gd name="connsiteY3" fmla="*/ 230315 h 230314"/>
              </a:gdLst>
              <a:ahLst/>
              <a:cxnLst>
                <a:cxn ang="0">
                  <a:pos x="connsiteX0" y="connsiteY0"/>
                </a:cxn>
                <a:cxn ang="0">
                  <a:pos x="connsiteX1" y="connsiteY1"/>
                </a:cxn>
                <a:cxn ang="0">
                  <a:pos x="connsiteX2" y="connsiteY2"/>
                </a:cxn>
                <a:cxn ang="0">
                  <a:pos x="connsiteX3" y="connsiteY3"/>
                </a:cxn>
              </a:cxnLst>
              <a:rect l="l" t="t" r="r" b="b"/>
              <a:pathLst>
                <a:path w="230314" h="230314">
                  <a:moveTo>
                    <a:pt x="230315" y="0"/>
                  </a:moveTo>
                  <a:cubicBezTo>
                    <a:pt x="229457" y="6953"/>
                    <a:pt x="228314" y="13716"/>
                    <a:pt x="226886" y="20574"/>
                  </a:cubicBezTo>
                  <a:lnTo>
                    <a:pt x="20669" y="226790"/>
                  </a:lnTo>
                  <a:cubicBezTo>
                    <a:pt x="13811" y="228314"/>
                    <a:pt x="6953" y="229457"/>
                    <a:pt x="0" y="230315"/>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A45EB96B-215A-4EBF-A594-2B082223393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18682" y="3551682"/>
              <a:ext cx="112871" cy="112871"/>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9525" cap="flat">
              <a:noFill/>
              <a:prstDash val="solid"/>
              <a:miter/>
            </a:ln>
          </p:spPr>
          <p:txBody>
            <a:bodyPr rtlCol="0" anchor="ctr"/>
            <a:lstStyle/>
            <a:p>
              <a:endParaRPr lang="en-US"/>
            </a:p>
          </p:txBody>
        </p:sp>
      </p:grpSp>
      <p:graphicFrame>
        <p:nvGraphicFramePr>
          <p:cNvPr id="5" name="Content Placeholder 2">
            <a:extLst>
              <a:ext uri="{FF2B5EF4-FFF2-40B4-BE49-F238E27FC236}">
                <a16:creationId xmlns:a16="http://schemas.microsoft.com/office/drawing/2014/main" id="{3A220D71-8A7A-B6C1-7849-0093E1253A45}"/>
              </a:ext>
            </a:extLst>
          </p:cNvPr>
          <p:cNvGraphicFramePr>
            <a:graphicFrameLocks noGrp="1"/>
          </p:cNvGraphicFramePr>
          <p:nvPr>
            <p:ph idx="1"/>
            <p:extLst>
              <p:ext uri="{D42A27DB-BD31-4B8C-83A1-F6EECF244321}">
                <p14:modId xmlns:p14="http://schemas.microsoft.com/office/powerpoint/2010/main" val="399670243"/>
              </p:ext>
            </p:extLst>
          </p:nvPr>
        </p:nvGraphicFramePr>
        <p:xfrm>
          <a:off x="5484139" y="477540"/>
          <a:ext cx="6301601" cy="587880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59460750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170294" y="146885"/>
            <a:ext cx="10381004" cy="1070326"/>
          </a:xfrm>
        </p:spPr>
        <p:txBody>
          <a:bodyPr>
            <a:normAutofit/>
          </a:bodyPr>
          <a:lstStyle/>
          <a:p>
            <a:pPr algn="ctr"/>
            <a:r>
              <a:rPr lang="en-US">
                <a:solidFill>
                  <a:schemeClr val="bg1"/>
                </a:solidFill>
              </a:rPr>
              <a:t>Installing and getting ready</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E25FC735-899A-2E29-B4C4-3789F279EE30}"/>
              </a:ext>
            </a:extLst>
          </p:cNvPr>
          <p:cNvSpPr>
            <a:spLocks noGrp="1"/>
          </p:cNvSpPr>
          <p:nvPr>
            <p:ph idx="1"/>
          </p:nvPr>
        </p:nvSpPr>
        <p:spPr>
          <a:xfrm>
            <a:off x="1062718" y="1083986"/>
            <a:ext cx="10381004" cy="3970394"/>
          </a:xfrm>
        </p:spPr>
        <p:txBody>
          <a:bodyPr>
            <a:noAutofit/>
          </a:bodyPr>
          <a:lstStyle/>
          <a:p>
            <a:pPr marL="0" indent="0">
              <a:buNone/>
            </a:pPr>
            <a:r>
              <a:rPr lang="en-US" sz="2400">
                <a:solidFill>
                  <a:schemeClr val="bg1"/>
                </a:solidFill>
              </a:rPr>
              <a:t>Install Semgrep on Linux, Windows and macOS</a:t>
            </a:r>
          </a:p>
          <a:p>
            <a:pPr marL="0" indent="0">
              <a:buNone/>
            </a:pPr>
            <a:endParaRPr lang="en-US" sz="2400">
              <a:solidFill>
                <a:schemeClr val="bg1"/>
              </a:solidFill>
            </a:endParaRPr>
          </a:p>
          <a:p>
            <a:pPr marL="0" indent="0">
              <a:buNone/>
            </a:pPr>
            <a:r>
              <a:rPr lang="en-US" sz="2400">
                <a:solidFill>
                  <a:schemeClr val="bg1"/>
                </a:solidFill>
              </a:rPr>
              <a:t>Pre-Requisite: Having Python 3.8 pre-installed</a:t>
            </a:r>
          </a:p>
          <a:p>
            <a:pPr marL="0" indent="0">
              <a:buNone/>
            </a:pPr>
            <a:endParaRPr lang="en-US" sz="2400">
              <a:solidFill>
                <a:schemeClr val="bg1"/>
              </a:solidFill>
            </a:endParaRPr>
          </a:p>
          <a:p>
            <a:pPr marL="0" indent="0">
              <a:buNone/>
            </a:pPr>
            <a:r>
              <a:rPr lang="en-US" sz="2400">
                <a:solidFill>
                  <a:schemeClr val="bg1"/>
                </a:solidFill>
              </a:rPr>
              <a:t>With all those OS, we can install Semgrep with PIP (make sure you have PIP installed)</a:t>
            </a:r>
          </a:p>
          <a:p>
            <a:pPr marL="0" indent="0">
              <a:buNone/>
            </a:pPr>
            <a:r>
              <a:rPr lang="en-US" sz="2400">
                <a:solidFill>
                  <a:schemeClr val="bg1"/>
                </a:solidFill>
              </a:rPr>
              <a:t>	</a:t>
            </a:r>
            <a:r>
              <a:rPr lang="en-US" sz="2400" b="1">
                <a:solidFill>
                  <a:schemeClr val="bg1"/>
                </a:solidFill>
              </a:rPr>
              <a:t>python3 –m pip install </a:t>
            </a:r>
            <a:r>
              <a:rPr lang="en-US" sz="2400" b="1" err="1">
                <a:solidFill>
                  <a:schemeClr val="bg1"/>
                </a:solidFill>
              </a:rPr>
              <a:t>semgrep</a:t>
            </a:r>
            <a:endParaRPr lang="en-US" sz="2400" b="1">
              <a:solidFill>
                <a:schemeClr val="bg1"/>
              </a:solidFill>
            </a:endParaRPr>
          </a:p>
          <a:p>
            <a:pPr marL="0" indent="0">
              <a:buNone/>
            </a:pPr>
            <a:r>
              <a:rPr lang="en-US" sz="2400">
                <a:solidFill>
                  <a:schemeClr val="bg1"/>
                </a:solidFill>
              </a:rPr>
              <a:t>Installing Semgrep using other methods (Homebrew on macOS) or use the Semgrep Docker container to run it are options, but those methods won’t be covered on this workshop.</a:t>
            </a:r>
          </a:p>
          <a:p>
            <a:pPr marL="0" indent="0">
              <a:buNone/>
            </a:pPr>
            <a:endParaRPr lang="en-US" sz="2400">
              <a:solidFill>
                <a:schemeClr val="bg1"/>
              </a:solidFill>
            </a:endParaRPr>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Tree>
    <p:extLst>
      <p:ext uri="{BB962C8B-B14F-4D97-AF65-F5344CB8AC3E}">
        <p14:creationId xmlns:p14="http://schemas.microsoft.com/office/powerpoint/2010/main" val="13256045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170294" y="146885"/>
            <a:ext cx="10381004" cy="1070326"/>
          </a:xfrm>
        </p:spPr>
        <p:txBody>
          <a:bodyPr>
            <a:normAutofit/>
          </a:bodyPr>
          <a:lstStyle/>
          <a:p>
            <a:pPr algn="ctr"/>
            <a:r>
              <a:rPr lang="en-US">
                <a:solidFill>
                  <a:schemeClr val="bg1"/>
                </a:solidFill>
              </a:rPr>
              <a:t>Semgrep… Installing and getting ready</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E25FC735-899A-2E29-B4C4-3789F279EE30}"/>
              </a:ext>
            </a:extLst>
          </p:cNvPr>
          <p:cNvSpPr>
            <a:spLocks noGrp="1"/>
          </p:cNvSpPr>
          <p:nvPr>
            <p:ph idx="1"/>
          </p:nvPr>
        </p:nvSpPr>
        <p:spPr>
          <a:xfrm>
            <a:off x="1062718" y="1083986"/>
            <a:ext cx="10381004" cy="3970394"/>
          </a:xfrm>
        </p:spPr>
        <p:txBody>
          <a:bodyPr>
            <a:noAutofit/>
          </a:bodyPr>
          <a:lstStyle/>
          <a:p>
            <a:r>
              <a:rPr lang="en-US">
                <a:solidFill>
                  <a:schemeClr val="bg1"/>
                </a:solidFill>
              </a:rPr>
              <a:t>Two use modes:</a:t>
            </a:r>
          </a:p>
          <a:p>
            <a:pPr lvl="1"/>
            <a:r>
              <a:rPr lang="en-US">
                <a:solidFill>
                  <a:schemeClr val="bg1"/>
                </a:solidFill>
              </a:rPr>
              <a:t>Online rules with Semgrep web interface (</a:t>
            </a:r>
            <a:r>
              <a:rPr lang="en-US" err="1">
                <a:solidFill>
                  <a:schemeClr val="bg1"/>
                </a:solidFill>
              </a:rPr>
              <a:t>semgrep.dev</a:t>
            </a:r>
            <a:r>
              <a:rPr lang="en-US">
                <a:solidFill>
                  <a:schemeClr val="bg1"/>
                </a:solidFill>
              </a:rPr>
              <a:t>)</a:t>
            </a:r>
          </a:p>
          <a:p>
            <a:pPr lvl="2"/>
            <a:r>
              <a:rPr lang="en-US">
                <a:solidFill>
                  <a:schemeClr val="bg1"/>
                </a:solidFill>
              </a:rPr>
              <a:t>The GUI helps with analysis over the findings</a:t>
            </a:r>
          </a:p>
          <a:p>
            <a:pPr lvl="2"/>
            <a:r>
              <a:rPr lang="en-US">
                <a:solidFill>
                  <a:schemeClr val="bg1"/>
                </a:solidFill>
              </a:rPr>
              <a:t>It has a free tier, but not for the PRO ruleset</a:t>
            </a:r>
          </a:p>
          <a:p>
            <a:pPr lvl="1"/>
            <a:r>
              <a:rPr lang="en-US">
                <a:solidFill>
                  <a:schemeClr val="bg1"/>
                </a:solidFill>
              </a:rPr>
              <a:t>Local rules</a:t>
            </a:r>
          </a:p>
          <a:p>
            <a:pPr lvl="2"/>
            <a:r>
              <a:rPr lang="en-US">
                <a:solidFill>
                  <a:schemeClr val="bg1"/>
                </a:solidFill>
              </a:rPr>
              <a:t>You can use the default ruleset, and add local rules set you built or downloaded</a:t>
            </a:r>
          </a:p>
          <a:p>
            <a:pPr lvl="2"/>
            <a:r>
              <a:rPr lang="en-US">
                <a:solidFill>
                  <a:schemeClr val="bg1"/>
                </a:solidFill>
              </a:rPr>
              <a:t>It generates text-formatted outputs with the findings</a:t>
            </a:r>
          </a:p>
          <a:p>
            <a:pPr lvl="2"/>
            <a:r>
              <a:rPr lang="en-US">
                <a:solidFill>
                  <a:schemeClr val="bg1"/>
                </a:solidFill>
              </a:rPr>
              <a:t>It does not provide a GUI to help with analysis… (but you can always feed the results into an ELK/</a:t>
            </a:r>
            <a:r>
              <a:rPr lang="en-US" err="1">
                <a:solidFill>
                  <a:schemeClr val="bg1"/>
                </a:solidFill>
              </a:rPr>
              <a:t>Spluk</a:t>
            </a:r>
            <a:r>
              <a:rPr lang="en-US">
                <a:solidFill>
                  <a:schemeClr val="bg1"/>
                </a:solidFill>
              </a:rPr>
              <a:t> for analysis…)</a:t>
            </a:r>
          </a:p>
          <a:p>
            <a:pPr lvl="2"/>
            <a:endParaRPr lang="en-US">
              <a:solidFill>
                <a:schemeClr val="bg1"/>
              </a:solidFill>
            </a:endParaRPr>
          </a:p>
          <a:p>
            <a:r>
              <a:rPr lang="en-US">
                <a:solidFill>
                  <a:schemeClr val="bg1"/>
                </a:solidFill>
              </a:rPr>
              <a:t>We will focus on features available on the Open Source ONLY! </a:t>
            </a:r>
          </a:p>
          <a:p>
            <a:pPr marL="0" indent="0">
              <a:buNone/>
            </a:pPr>
            <a:endParaRPr lang="en-US" sz="2400">
              <a:solidFill>
                <a:schemeClr val="bg1"/>
              </a:solidFill>
            </a:endParaRPr>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Tree>
    <p:extLst>
      <p:ext uri="{BB962C8B-B14F-4D97-AF65-F5344CB8AC3E}">
        <p14:creationId xmlns:p14="http://schemas.microsoft.com/office/powerpoint/2010/main" val="139465044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170294" y="146885"/>
            <a:ext cx="10381004" cy="1070326"/>
          </a:xfrm>
        </p:spPr>
        <p:txBody>
          <a:bodyPr>
            <a:normAutofit fontScale="90000"/>
          </a:bodyPr>
          <a:lstStyle/>
          <a:p>
            <a:r>
              <a:rPr lang="en-US">
                <a:solidFill>
                  <a:schemeClr val="bg1"/>
                </a:solidFill>
              </a:rPr>
              <a:t>Navigating the Semgrep ecosystem: CLI and Playground</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E25FC735-899A-2E29-B4C4-3789F279EE30}"/>
              </a:ext>
            </a:extLst>
          </p:cNvPr>
          <p:cNvSpPr>
            <a:spLocks noGrp="1"/>
          </p:cNvSpPr>
          <p:nvPr>
            <p:ph idx="1"/>
          </p:nvPr>
        </p:nvSpPr>
        <p:spPr>
          <a:xfrm>
            <a:off x="905498" y="1336986"/>
            <a:ext cx="10381004" cy="3831168"/>
          </a:xfrm>
        </p:spPr>
        <p:txBody>
          <a:bodyPr>
            <a:noAutofit/>
          </a:bodyPr>
          <a:lstStyle/>
          <a:p>
            <a:r>
              <a:rPr lang="en-US" sz="2000">
                <a:solidFill>
                  <a:schemeClr val="bg1"/>
                </a:solidFill>
              </a:rPr>
              <a:t>Basic CLI Command:</a:t>
            </a:r>
          </a:p>
          <a:p>
            <a:pPr lvl="1"/>
            <a:r>
              <a:rPr lang="en-US" sz="2000" err="1">
                <a:solidFill>
                  <a:schemeClr val="bg1"/>
                </a:solidFill>
              </a:rPr>
              <a:t>semgrep</a:t>
            </a:r>
            <a:r>
              <a:rPr lang="en-US" sz="2000">
                <a:solidFill>
                  <a:schemeClr val="bg1"/>
                </a:solidFill>
              </a:rPr>
              <a:t> scan [options] [targets]</a:t>
            </a:r>
          </a:p>
          <a:p>
            <a:r>
              <a:rPr lang="en-US" sz="2000">
                <a:solidFill>
                  <a:schemeClr val="bg1"/>
                </a:solidFill>
              </a:rPr>
              <a:t>Some interesting Semgrep CLI options:</a:t>
            </a:r>
          </a:p>
          <a:p>
            <a:pPr lvl="1"/>
            <a:r>
              <a:rPr lang="en-US" sz="2000">
                <a:solidFill>
                  <a:schemeClr val="bg1"/>
                </a:solidFill>
              </a:rPr>
              <a:t>--config auto – Downloads the relevant rules for the current project from Semgrep opensource rules repository </a:t>
            </a:r>
          </a:p>
          <a:p>
            <a:pPr lvl="1"/>
            <a:r>
              <a:rPr lang="en-US" sz="2000">
                <a:solidFill>
                  <a:schemeClr val="bg1"/>
                </a:solidFill>
              </a:rPr>
              <a:t>--config &lt;</a:t>
            </a:r>
            <a:r>
              <a:rPr lang="en-US" sz="2000" err="1">
                <a:solidFill>
                  <a:schemeClr val="bg1"/>
                </a:solidFill>
              </a:rPr>
              <a:t>path_to_rules</a:t>
            </a:r>
            <a:r>
              <a:rPr lang="en-US" sz="2000">
                <a:solidFill>
                  <a:schemeClr val="bg1"/>
                </a:solidFill>
              </a:rPr>
              <a:t>&gt; - Points to local custom rulesets</a:t>
            </a:r>
          </a:p>
          <a:p>
            <a:pPr lvl="1"/>
            <a:r>
              <a:rPr lang="en-US" sz="2000">
                <a:solidFill>
                  <a:schemeClr val="bg1"/>
                </a:solidFill>
              </a:rPr>
              <a:t>Output formats</a:t>
            </a:r>
          </a:p>
          <a:p>
            <a:pPr lvl="2"/>
            <a:r>
              <a:rPr lang="en-US">
                <a:solidFill>
                  <a:schemeClr val="bg1"/>
                </a:solidFill>
              </a:rPr>
              <a:t>--</a:t>
            </a:r>
            <a:r>
              <a:rPr lang="en-US" err="1">
                <a:solidFill>
                  <a:schemeClr val="bg1"/>
                </a:solidFill>
              </a:rPr>
              <a:t>json</a:t>
            </a:r>
            <a:r>
              <a:rPr lang="en-US">
                <a:solidFill>
                  <a:schemeClr val="bg1"/>
                </a:solidFill>
              </a:rPr>
              <a:t> – Output to JSON formatted file</a:t>
            </a:r>
          </a:p>
          <a:p>
            <a:pPr lvl="2"/>
            <a:r>
              <a:rPr lang="en-US">
                <a:solidFill>
                  <a:schemeClr val="bg1"/>
                </a:solidFill>
              </a:rPr>
              <a:t>--text – Output to a text formatted file</a:t>
            </a:r>
          </a:p>
          <a:p>
            <a:pPr lvl="2"/>
            <a:r>
              <a:rPr lang="en-US">
                <a:solidFill>
                  <a:schemeClr val="bg1"/>
                </a:solidFill>
              </a:rPr>
              <a:t>--vim – Output to a vim-friendly formatted file</a:t>
            </a:r>
          </a:p>
          <a:p>
            <a:pPr lvl="2"/>
            <a:r>
              <a:rPr lang="en-US">
                <a:solidFill>
                  <a:schemeClr val="bg1"/>
                </a:solidFill>
              </a:rPr>
              <a:t>--</a:t>
            </a:r>
            <a:r>
              <a:rPr lang="en-US" err="1">
                <a:solidFill>
                  <a:schemeClr val="bg1"/>
                </a:solidFill>
              </a:rPr>
              <a:t>sarif</a:t>
            </a:r>
            <a:r>
              <a:rPr lang="en-US">
                <a:solidFill>
                  <a:schemeClr val="bg1"/>
                </a:solidFill>
              </a:rPr>
              <a:t> – Output to a </a:t>
            </a:r>
            <a:r>
              <a:rPr lang="en-US" err="1">
                <a:solidFill>
                  <a:schemeClr val="bg1"/>
                </a:solidFill>
              </a:rPr>
              <a:t>sarif</a:t>
            </a:r>
            <a:r>
              <a:rPr lang="en-US">
                <a:solidFill>
                  <a:schemeClr val="bg1"/>
                </a:solidFill>
              </a:rPr>
              <a:t> formatted file</a:t>
            </a:r>
          </a:p>
          <a:p>
            <a:pPr marL="0" indent="0">
              <a:buNone/>
            </a:pPr>
            <a:endParaRPr lang="en-US" sz="2400">
              <a:solidFill>
                <a:schemeClr val="bg1"/>
              </a:solidFill>
            </a:endParaRPr>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Tree>
    <p:extLst>
      <p:ext uri="{BB962C8B-B14F-4D97-AF65-F5344CB8AC3E}">
        <p14:creationId xmlns:p14="http://schemas.microsoft.com/office/powerpoint/2010/main" val="237842042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170294" y="146885"/>
            <a:ext cx="10381004" cy="1070326"/>
          </a:xfrm>
        </p:spPr>
        <p:txBody>
          <a:bodyPr>
            <a:normAutofit fontScale="90000"/>
          </a:bodyPr>
          <a:lstStyle/>
          <a:p>
            <a:r>
              <a:rPr lang="en-US">
                <a:solidFill>
                  <a:schemeClr val="bg1"/>
                </a:solidFill>
              </a:rPr>
              <a:t>Semgrep Playground (https://semgrep.dev/playground/new)</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pic>
        <p:nvPicPr>
          <p:cNvPr id="10" name="Picture 2" descr="Image preview">
            <a:extLst>
              <a:ext uri="{FF2B5EF4-FFF2-40B4-BE49-F238E27FC236}">
                <a16:creationId xmlns:a16="http://schemas.microsoft.com/office/drawing/2014/main" id="{D8C9E4D7-9FED-23D1-07A5-1C71AF92E743}"/>
              </a:ext>
            </a:extLst>
          </p:cNvPr>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bwMode="auto">
          <a:xfrm>
            <a:off x="2317813" y="1498596"/>
            <a:ext cx="7031588" cy="43513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391058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3677BAFB-3BD3-41BB-9107-FAE224AE21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E6823A9B-C188-42D4-847C-3AD928DB14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42784" y="253140"/>
            <a:ext cx="6184555" cy="6184555"/>
          </a:xfrm>
          <a:prstGeom prst="ellipse">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34B557F3-1A0C-4749-A6DB-EAC082DF3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24848" y="253140"/>
            <a:ext cx="6184555" cy="6184555"/>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3"/>
              </a:solidFill>
            </a:endParaRPr>
          </a:p>
        </p:txBody>
      </p:sp>
      <p:sp>
        <p:nvSpPr>
          <p:cNvPr id="14" name="Oval 13">
            <a:extLst>
              <a:ext uri="{FF2B5EF4-FFF2-40B4-BE49-F238E27FC236}">
                <a16:creationId xmlns:a16="http://schemas.microsoft.com/office/drawing/2014/main" id="{55D55AA6-3751-494F-868A-DCEDC5CE82B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03723" y="136525"/>
            <a:ext cx="6184555" cy="6184555"/>
          </a:xfrm>
          <a:prstGeom prst="ellipse">
            <a:avLst/>
          </a:pr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FA7779B-5AF1-F721-6EE7-800C8BD4F1E1}"/>
              </a:ext>
            </a:extLst>
          </p:cNvPr>
          <p:cNvSpPr>
            <a:spLocks noGrp="1"/>
          </p:cNvSpPr>
          <p:nvPr>
            <p:ph type="title"/>
          </p:nvPr>
        </p:nvSpPr>
        <p:spPr>
          <a:xfrm>
            <a:off x="3581400" y="965580"/>
            <a:ext cx="5204489" cy="3160593"/>
          </a:xfrm>
        </p:spPr>
        <p:txBody>
          <a:bodyPr vert="horz" lIns="91440" tIns="45720" rIns="91440" bIns="45720" rtlCol="0" anchor="b">
            <a:normAutofit/>
          </a:bodyPr>
          <a:lstStyle/>
          <a:p>
            <a:pPr algn="ctr"/>
            <a:r>
              <a:rPr lang="en-US" sz="5400" kern="1200">
                <a:solidFill>
                  <a:schemeClr val="bg1"/>
                </a:solidFill>
                <a:latin typeface="+mj-lt"/>
                <a:ea typeface="+mj-ea"/>
                <a:cs typeface="+mj-cs"/>
              </a:rPr>
              <a:t>Writing Custom Semgrep Rules</a:t>
            </a:r>
          </a:p>
        </p:txBody>
      </p:sp>
      <p:sp>
        <p:nvSpPr>
          <p:cNvPr id="3" name="Text Placeholder 2">
            <a:extLst>
              <a:ext uri="{FF2B5EF4-FFF2-40B4-BE49-F238E27FC236}">
                <a16:creationId xmlns:a16="http://schemas.microsoft.com/office/drawing/2014/main" id="{FE68E5EE-B015-6ACB-EFF5-F361A44C0CF4}"/>
              </a:ext>
            </a:extLst>
          </p:cNvPr>
          <p:cNvSpPr>
            <a:spLocks noGrp="1"/>
          </p:cNvSpPr>
          <p:nvPr>
            <p:ph type="body" idx="1"/>
          </p:nvPr>
        </p:nvSpPr>
        <p:spPr>
          <a:xfrm>
            <a:off x="3820817" y="4409960"/>
            <a:ext cx="4508641" cy="1116414"/>
          </a:xfrm>
        </p:spPr>
        <p:txBody>
          <a:bodyPr vert="horz" lIns="91440" tIns="45720" rIns="91440" bIns="45720" rtlCol="0">
            <a:normAutofit/>
          </a:bodyPr>
          <a:lstStyle/>
          <a:p>
            <a:pPr algn="ctr"/>
            <a:r>
              <a:rPr lang="en-US" sz="2000" kern="1200">
                <a:solidFill>
                  <a:schemeClr val="bg1"/>
                </a:solidFill>
                <a:latin typeface="+mn-lt"/>
                <a:ea typeface="+mn-ea"/>
                <a:cs typeface="+mn-cs"/>
              </a:rPr>
              <a:t>MODULE 3</a:t>
            </a:r>
          </a:p>
        </p:txBody>
      </p:sp>
      <p:sp>
        <p:nvSpPr>
          <p:cNvPr id="16" name="Graphic 212">
            <a:extLst>
              <a:ext uri="{FF2B5EF4-FFF2-40B4-BE49-F238E27FC236}">
                <a16:creationId xmlns:a16="http://schemas.microsoft.com/office/drawing/2014/main" id="{4D4C00DC-4DC6-4CD2-9E31-F17E6CEBC5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8" name="Graphic 212">
            <a:extLst>
              <a:ext uri="{FF2B5EF4-FFF2-40B4-BE49-F238E27FC236}">
                <a16:creationId xmlns:a16="http://schemas.microsoft.com/office/drawing/2014/main" id="{D82AB1B2-7970-42CF-8BF5-567C69E9FF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nvGrpSpPr>
          <p:cNvPr id="20" name="Graphic 190">
            <a:extLst>
              <a:ext uri="{FF2B5EF4-FFF2-40B4-BE49-F238E27FC236}">
                <a16:creationId xmlns:a16="http://schemas.microsoft.com/office/drawing/2014/main" id="{66FB5A75-BDE2-4F12-A95B-C48788A7685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80947" y="1755501"/>
            <a:ext cx="1598829" cy="531293"/>
            <a:chOff x="2504802" y="1755501"/>
            <a:chExt cx="1598829" cy="531293"/>
          </a:xfrm>
          <a:solidFill>
            <a:schemeClr val="bg1"/>
          </a:solidFill>
        </p:grpSpPr>
        <p:sp>
          <p:nvSpPr>
            <p:cNvPr id="21" name="Freeform: Shape 20">
              <a:extLst>
                <a:ext uri="{FF2B5EF4-FFF2-40B4-BE49-F238E27FC236}">
                  <a16:creationId xmlns:a16="http://schemas.microsoft.com/office/drawing/2014/main" id="{DC86CBC8-A814-4C0C-A287-7C549693D2E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2113855"/>
              <a:ext cx="1598614" cy="172939"/>
            </a:xfrm>
            <a:custGeom>
              <a:avLst/>
              <a:gdLst>
                <a:gd name="connsiteX0" fmla="*/ 1248648 w 1598614"/>
                <a:gd name="connsiteY0" fmla="*/ 172939 h 172939"/>
                <a:gd name="connsiteX1" fmla="*/ 1123031 w 1598614"/>
                <a:gd name="connsiteY1" fmla="*/ 92708 h 172939"/>
                <a:gd name="connsiteX2" fmla="*/ 1024085 w 1598614"/>
                <a:gd name="connsiteY2" fmla="*/ 29469 h 172939"/>
                <a:gd name="connsiteX3" fmla="*/ 925140 w 1598614"/>
                <a:gd name="connsiteY3" fmla="*/ 92708 h 172939"/>
                <a:gd name="connsiteX4" fmla="*/ 799522 w 1598614"/>
                <a:gd name="connsiteY4" fmla="*/ 172939 h 172939"/>
                <a:gd name="connsiteX5" fmla="*/ 799522 w 1598614"/>
                <a:gd name="connsiteY5" fmla="*/ 172939 h 172939"/>
                <a:gd name="connsiteX6" fmla="*/ 673905 w 1598614"/>
                <a:gd name="connsiteY6" fmla="*/ 92708 h 172939"/>
                <a:gd name="connsiteX7" fmla="*/ 574959 w 1598614"/>
                <a:gd name="connsiteY7" fmla="*/ 29469 h 172939"/>
                <a:gd name="connsiteX8" fmla="*/ 476014 w 1598614"/>
                <a:gd name="connsiteY8" fmla="*/ 92708 h 172939"/>
                <a:gd name="connsiteX9" fmla="*/ 350396 w 1598614"/>
                <a:gd name="connsiteY9" fmla="*/ 172939 h 172939"/>
                <a:gd name="connsiteX10" fmla="*/ 224778 w 1598614"/>
                <a:gd name="connsiteY10" fmla="*/ 92708 h 172939"/>
                <a:gd name="connsiteX11" fmla="*/ 125833 w 1598614"/>
                <a:gd name="connsiteY11" fmla="*/ 29469 h 172939"/>
                <a:gd name="connsiteX12" fmla="*/ 26887 w 1598614"/>
                <a:gd name="connsiteY12" fmla="*/ 92708 h 172939"/>
                <a:gd name="connsiteX13" fmla="*/ 0 w 1598614"/>
                <a:gd name="connsiteY13" fmla="*/ 80232 h 172939"/>
                <a:gd name="connsiteX14" fmla="*/ 125618 w 1598614"/>
                <a:gd name="connsiteY14" fmla="*/ 0 h 172939"/>
                <a:gd name="connsiteX15" fmla="*/ 251235 w 1598614"/>
                <a:gd name="connsiteY15" fmla="*/ 80232 h 172939"/>
                <a:gd name="connsiteX16" fmla="*/ 350181 w 1598614"/>
                <a:gd name="connsiteY16" fmla="*/ 143471 h 172939"/>
                <a:gd name="connsiteX17" fmla="*/ 449126 w 1598614"/>
                <a:gd name="connsiteY17" fmla="*/ 80232 h 172939"/>
                <a:gd name="connsiteX18" fmla="*/ 574744 w 1598614"/>
                <a:gd name="connsiteY18" fmla="*/ 0 h 172939"/>
                <a:gd name="connsiteX19" fmla="*/ 700362 w 1598614"/>
                <a:gd name="connsiteY19" fmla="*/ 80232 h 172939"/>
                <a:gd name="connsiteX20" fmla="*/ 799307 w 1598614"/>
                <a:gd name="connsiteY20" fmla="*/ 143471 h 172939"/>
                <a:gd name="connsiteX21" fmla="*/ 799307 w 1598614"/>
                <a:gd name="connsiteY21" fmla="*/ 143471 h 172939"/>
                <a:gd name="connsiteX22" fmla="*/ 898253 w 1598614"/>
                <a:gd name="connsiteY22" fmla="*/ 80232 h 172939"/>
                <a:gd name="connsiteX23" fmla="*/ 1023870 w 1598614"/>
                <a:gd name="connsiteY23" fmla="*/ 0 h 172939"/>
                <a:gd name="connsiteX24" fmla="*/ 1149488 w 1598614"/>
                <a:gd name="connsiteY24" fmla="*/ 80232 h 172939"/>
                <a:gd name="connsiteX25" fmla="*/ 1248433 w 1598614"/>
                <a:gd name="connsiteY25" fmla="*/ 143471 h 172939"/>
                <a:gd name="connsiteX26" fmla="*/ 1347379 w 1598614"/>
                <a:gd name="connsiteY26" fmla="*/ 80232 h 172939"/>
                <a:gd name="connsiteX27" fmla="*/ 1472997 w 1598614"/>
                <a:gd name="connsiteY27" fmla="*/ 0 h 172939"/>
                <a:gd name="connsiteX28" fmla="*/ 1598614 w 1598614"/>
                <a:gd name="connsiteY28" fmla="*/ 80232 h 172939"/>
                <a:gd name="connsiteX29" fmla="*/ 1571942 w 1598614"/>
                <a:gd name="connsiteY29" fmla="*/ 92708 h 172939"/>
                <a:gd name="connsiteX30" fmla="*/ 1472997 w 1598614"/>
                <a:gd name="connsiteY30" fmla="*/ 29469 h 172939"/>
                <a:gd name="connsiteX31" fmla="*/ 1374051 w 1598614"/>
                <a:gd name="connsiteY31" fmla="*/ 92708 h 172939"/>
                <a:gd name="connsiteX32" fmla="*/ 1248648 w 1598614"/>
                <a:gd name="connsiteY32" fmla="*/ 172939 h 1729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614" h="172939">
                  <a:moveTo>
                    <a:pt x="1248648" y="172939"/>
                  </a:moveTo>
                  <a:cubicBezTo>
                    <a:pt x="1194229" y="172939"/>
                    <a:pt x="1146046" y="142180"/>
                    <a:pt x="1123031" y="92708"/>
                  </a:cubicBezTo>
                  <a:cubicBezTo>
                    <a:pt x="1104962" y="53775"/>
                    <a:pt x="1067105" y="29469"/>
                    <a:pt x="1024085" y="29469"/>
                  </a:cubicBezTo>
                  <a:cubicBezTo>
                    <a:pt x="981066" y="29469"/>
                    <a:pt x="943208" y="53775"/>
                    <a:pt x="925140" y="92708"/>
                  </a:cubicBezTo>
                  <a:cubicBezTo>
                    <a:pt x="902124" y="142180"/>
                    <a:pt x="853942" y="172939"/>
                    <a:pt x="799522" y="172939"/>
                  </a:cubicBezTo>
                  <a:cubicBezTo>
                    <a:pt x="799522" y="172939"/>
                    <a:pt x="799522" y="172939"/>
                    <a:pt x="799522" y="172939"/>
                  </a:cubicBezTo>
                  <a:cubicBezTo>
                    <a:pt x="744887" y="172939"/>
                    <a:pt x="696920" y="142180"/>
                    <a:pt x="673905" y="92708"/>
                  </a:cubicBezTo>
                  <a:cubicBezTo>
                    <a:pt x="655836" y="53775"/>
                    <a:pt x="617979" y="29469"/>
                    <a:pt x="574959" y="29469"/>
                  </a:cubicBezTo>
                  <a:cubicBezTo>
                    <a:pt x="531939" y="29469"/>
                    <a:pt x="494082" y="53775"/>
                    <a:pt x="476014" y="92708"/>
                  </a:cubicBezTo>
                  <a:cubicBezTo>
                    <a:pt x="452998" y="142180"/>
                    <a:pt x="405031" y="172939"/>
                    <a:pt x="350396" y="172939"/>
                  </a:cubicBezTo>
                  <a:cubicBezTo>
                    <a:pt x="295976" y="172939"/>
                    <a:pt x="247794" y="142180"/>
                    <a:pt x="224778" y="92708"/>
                  </a:cubicBezTo>
                  <a:cubicBezTo>
                    <a:pt x="206710" y="53775"/>
                    <a:pt x="168853" y="29469"/>
                    <a:pt x="125833" y="29469"/>
                  </a:cubicBezTo>
                  <a:cubicBezTo>
                    <a:pt x="82813" y="29469"/>
                    <a:pt x="44956" y="53775"/>
                    <a:pt x="26887" y="92708"/>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268" y="30759"/>
                    <a:pt x="969235" y="0"/>
                    <a:pt x="1023870" y="0"/>
                  </a:cubicBezTo>
                  <a:cubicBezTo>
                    <a:pt x="1078505" y="0"/>
                    <a:pt x="1126472" y="30759"/>
                    <a:pt x="1149488" y="80232"/>
                  </a:cubicBezTo>
                  <a:cubicBezTo>
                    <a:pt x="1167556" y="119165"/>
                    <a:pt x="1205414" y="143471"/>
                    <a:pt x="1248433" y="143471"/>
                  </a:cubicBezTo>
                  <a:cubicBezTo>
                    <a:pt x="1291453" y="143471"/>
                    <a:pt x="1329311" y="119165"/>
                    <a:pt x="1347379" y="80232"/>
                  </a:cubicBezTo>
                  <a:cubicBezTo>
                    <a:pt x="1370394" y="30759"/>
                    <a:pt x="1418361" y="0"/>
                    <a:pt x="1472997" y="0"/>
                  </a:cubicBezTo>
                  <a:cubicBezTo>
                    <a:pt x="1527632" y="0"/>
                    <a:pt x="1575814" y="30759"/>
                    <a:pt x="1598614" y="80232"/>
                  </a:cubicBezTo>
                  <a:lnTo>
                    <a:pt x="1571942" y="92708"/>
                  </a:lnTo>
                  <a:cubicBezTo>
                    <a:pt x="1553874" y="53775"/>
                    <a:pt x="1515801" y="29469"/>
                    <a:pt x="1472997" y="29469"/>
                  </a:cubicBezTo>
                  <a:cubicBezTo>
                    <a:pt x="1429977" y="29469"/>
                    <a:pt x="1392119" y="53775"/>
                    <a:pt x="1374051" y="92708"/>
                  </a:cubicBezTo>
                  <a:cubicBezTo>
                    <a:pt x="1351251" y="142180"/>
                    <a:pt x="1303069" y="172939"/>
                    <a:pt x="1248648" y="172939"/>
                  </a:cubicBezTo>
                  <a:close/>
                </a:path>
              </a:pathLst>
            </a:custGeom>
            <a:grpFill/>
            <a:ln w="21496" cap="flat">
              <a:no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6AA52F4F-14E6-402F-A196-668B9CA9BC6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1755501"/>
              <a:ext cx="1598829" cy="172724"/>
            </a:xfrm>
            <a:custGeom>
              <a:avLst/>
              <a:gdLst>
                <a:gd name="connsiteX0" fmla="*/ 1248648 w 1598829"/>
                <a:gd name="connsiteY0" fmla="*/ 172724 h 172724"/>
                <a:gd name="connsiteX1" fmla="*/ 1123031 w 1598829"/>
                <a:gd name="connsiteY1" fmla="*/ 92492 h 172724"/>
                <a:gd name="connsiteX2" fmla="*/ 1024085 w 1598829"/>
                <a:gd name="connsiteY2" fmla="*/ 29253 h 172724"/>
                <a:gd name="connsiteX3" fmla="*/ 925140 w 1598829"/>
                <a:gd name="connsiteY3" fmla="*/ 92492 h 172724"/>
                <a:gd name="connsiteX4" fmla="*/ 799522 w 1598829"/>
                <a:gd name="connsiteY4" fmla="*/ 172724 h 172724"/>
                <a:gd name="connsiteX5" fmla="*/ 799522 w 1598829"/>
                <a:gd name="connsiteY5" fmla="*/ 172724 h 172724"/>
                <a:gd name="connsiteX6" fmla="*/ 673905 w 1598829"/>
                <a:gd name="connsiteY6" fmla="*/ 92492 h 172724"/>
                <a:gd name="connsiteX7" fmla="*/ 574959 w 1598829"/>
                <a:gd name="connsiteY7" fmla="*/ 29253 h 172724"/>
                <a:gd name="connsiteX8" fmla="*/ 476014 w 1598829"/>
                <a:gd name="connsiteY8" fmla="*/ 92492 h 172724"/>
                <a:gd name="connsiteX9" fmla="*/ 350396 w 1598829"/>
                <a:gd name="connsiteY9" fmla="*/ 172724 h 172724"/>
                <a:gd name="connsiteX10" fmla="*/ 224778 w 1598829"/>
                <a:gd name="connsiteY10" fmla="*/ 92492 h 172724"/>
                <a:gd name="connsiteX11" fmla="*/ 125833 w 1598829"/>
                <a:gd name="connsiteY11" fmla="*/ 29253 h 172724"/>
                <a:gd name="connsiteX12" fmla="*/ 26887 w 1598829"/>
                <a:gd name="connsiteY12" fmla="*/ 92492 h 172724"/>
                <a:gd name="connsiteX13" fmla="*/ 0 w 1598829"/>
                <a:gd name="connsiteY13" fmla="*/ 80232 h 172724"/>
                <a:gd name="connsiteX14" fmla="*/ 125618 w 1598829"/>
                <a:gd name="connsiteY14" fmla="*/ 0 h 172724"/>
                <a:gd name="connsiteX15" fmla="*/ 251235 w 1598829"/>
                <a:gd name="connsiteY15" fmla="*/ 80232 h 172724"/>
                <a:gd name="connsiteX16" fmla="*/ 350181 w 1598829"/>
                <a:gd name="connsiteY16" fmla="*/ 143471 h 172724"/>
                <a:gd name="connsiteX17" fmla="*/ 449126 w 1598829"/>
                <a:gd name="connsiteY17" fmla="*/ 80232 h 172724"/>
                <a:gd name="connsiteX18" fmla="*/ 574744 w 1598829"/>
                <a:gd name="connsiteY18" fmla="*/ 0 h 172724"/>
                <a:gd name="connsiteX19" fmla="*/ 700362 w 1598829"/>
                <a:gd name="connsiteY19" fmla="*/ 80232 h 172724"/>
                <a:gd name="connsiteX20" fmla="*/ 799307 w 1598829"/>
                <a:gd name="connsiteY20" fmla="*/ 143471 h 172724"/>
                <a:gd name="connsiteX21" fmla="*/ 799307 w 1598829"/>
                <a:gd name="connsiteY21" fmla="*/ 143471 h 172724"/>
                <a:gd name="connsiteX22" fmla="*/ 898253 w 1598829"/>
                <a:gd name="connsiteY22" fmla="*/ 80232 h 172724"/>
                <a:gd name="connsiteX23" fmla="*/ 1024085 w 1598829"/>
                <a:gd name="connsiteY23" fmla="*/ 0 h 172724"/>
                <a:gd name="connsiteX24" fmla="*/ 1149703 w 1598829"/>
                <a:gd name="connsiteY24" fmla="*/ 80232 h 172724"/>
                <a:gd name="connsiteX25" fmla="*/ 1248648 w 1598829"/>
                <a:gd name="connsiteY25" fmla="*/ 143471 h 172724"/>
                <a:gd name="connsiteX26" fmla="*/ 1347594 w 1598829"/>
                <a:gd name="connsiteY26" fmla="*/ 80232 h 172724"/>
                <a:gd name="connsiteX27" fmla="*/ 1473212 w 1598829"/>
                <a:gd name="connsiteY27" fmla="*/ 0 h 172724"/>
                <a:gd name="connsiteX28" fmla="*/ 1598829 w 1598829"/>
                <a:gd name="connsiteY28" fmla="*/ 80232 h 172724"/>
                <a:gd name="connsiteX29" fmla="*/ 1572157 w 1598829"/>
                <a:gd name="connsiteY29" fmla="*/ 92492 h 172724"/>
                <a:gd name="connsiteX30" fmla="*/ 1473212 w 1598829"/>
                <a:gd name="connsiteY30" fmla="*/ 29253 h 172724"/>
                <a:gd name="connsiteX31" fmla="*/ 1374266 w 1598829"/>
                <a:gd name="connsiteY31" fmla="*/ 92492 h 172724"/>
                <a:gd name="connsiteX32" fmla="*/ 1248648 w 1598829"/>
                <a:gd name="connsiteY32" fmla="*/ 172724 h 1727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829" h="172724">
                  <a:moveTo>
                    <a:pt x="1248648" y="172724"/>
                  </a:moveTo>
                  <a:cubicBezTo>
                    <a:pt x="1194229" y="172724"/>
                    <a:pt x="1146046" y="141965"/>
                    <a:pt x="1123031" y="92492"/>
                  </a:cubicBezTo>
                  <a:cubicBezTo>
                    <a:pt x="1104962" y="53560"/>
                    <a:pt x="1067105" y="29253"/>
                    <a:pt x="1024085" y="29253"/>
                  </a:cubicBezTo>
                  <a:cubicBezTo>
                    <a:pt x="981066" y="29253"/>
                    <a:pt x="943208" y="53560"/>
                    <a:pt x="925140" y="92492"/>
                  </a:cubicBezTo>
                  <a:cubicBezTo>
                    <a:pt x="902124" y="141965"/>
                    <a:pt x="853942" y="172724"/>
                    <a:pt x="799522" y="172724"/>
                  </a:cubicBezTo>
                  <a:cubicBezTo>
                    <a:pt x="799522" y="172724"/>
                    <a:pt x="799522" y="172724"/>
                    <a:pt x="799522" y="172724"/>
                  </a:cubicBezTo>
                  <a:cubicBezTo>
                    <a:pt x="744887" y="172724"/>
                    <a:pt x="696920" y="141965"/>
                    <a:pt x="673905" y="92492"/>
                  </a:cubicBezTo>
                  <a:cubicBezTo>
                    <a:pt x="655836" y="53560"/>
                    <a:pt x="617979" y="29253"/>
                    <a:pt x="574959" y="29253"/>
                  </a:cubicBezTo>
                  <a:cubicBezTo>
                    <a:pt x="531939" y="29253"/>
                    <a:pt x="494082" y="53560"/>
                    <a:pt x="476014" y="92492"/>
                  </a:cubicBezTo>
                  <a:cubicBezTo>
                    <a:pt x="452998" y="141965"/>
                    <a:pt x="405031" y="172724"/>
                    <a:pt x="350396" y="172724"/>
                  </a:cubicBezTo>
                  <a:cubicBezTo>
                    <a:pt x="295976" y="172724"/>
                    <a:pt x="247794" y="141965"/>
                    <a:pt x="224778" y="92492"/>
                  </a:cubicBezTo>
                  <a:cubicBezTo>
                    <a:pt x="206710" y="53560"/>
                    <a:pt x="168853" y="29253"/>
                    <a:pt x="125833" y="29253"/>
                  </a:cubicBezTo>
                  <a:cubicBezTo>
                    <a:pt x="82813" y="29253"/>
                    <a:pt x="44956" y="53560"/>
                    <a:pt x="26887" y="92492"/>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483" y="30759"/>
                    <a:pt x="969450" y="0"/>
                    <a:pt x="1024085" y="0"/>
                  </a:cubicBezTo>
                  <a:cubicBezTo>
                    <a:pt x="1078720" y="0"/>
                    <a:pt x="1126688" y="30759"/>
                    <a:pt x="1149703" y="80232"/>
                  </a:cubicBezTo>
                  <a:cubicBezTo>
                    <a:pt x="1167771" y="119165"/>
                    <a:pt x="1205629" y="143471"/>
                    <a:pt x="1248648" y="143471"/>
                  </a:cubicBezTo>
                  <a:cubicBezTo>
                    <a:pt x="1291668" y="143471"/>
                    <a:pt x="1329526" y="119165"/>
                    <a:pt x="1347594" y="80232"/>
                  </a:cubicBezTo>
                  <a:cubicBezTo>
                    <a:pt x="1370610" y="30759"/>
                    <a:pt x="1418792" y="0"/>
                    <a:pt x="1473212" y="0"/>
                  </a:cubicBezTo>
                  <a:cubicBezTo>
                    <a:pt x="1527847" y="0"/>
                    <a:pt x="1576029" y="30759"/>
                    <a:pt x="1598829" y="80232"/>
                  </a:cubicBezTo>
                  <a:lnTo>
                    <a:pt x="1572157" y="92492"/>
                  </a:lnTo>
                  <a:cubicBezTo>
                    <a:pt x="1554089" y="53560"/>
                    <a:pt x="1516016" y="29253"/>
                    <a:pt x="1473212" y="29253"/>
                  </a:cubicBezTo>
                  <a:cubicBezTo>
                    <a:pt x="1430192" y="29253"/>
                    <a:pt x="1392335" y="53560"/>
                    <a:pt x="1374266" y="92492"/>
                  </a:cubicBezTo>
                  <a:cubicBezTo>
                    <a:pt x="1351251" y="141965"/>
                    <a:pt x="1303069" y="172724"/>
                    <a:pt x="1248648" y="172724"/>
                  </a:cubicBezTo>
                  <a:close/>
                </a:path>
              </a:pathLst>
            </a:custGeom>
            <a:grpFill/>
            <a:ln w="21496" cap="flat">
              <a:noFill/>
              <a:prstDash val="solid"/>
              <a:miter/>
            </a:ln>
          </p:spPr>
          <p:txBody>
            <a:bodyPr rtlCol="0" anchor="ctr"/>
            <a:lstStyle/>
            <a:p>
              <a:endParaRPr lang="en-US"/>
            </a:p>
          </p:txBody>
        </p:sp>
      </p:grpSp>
      <p:sp>
        <p:nvSpPr>
          <p:cNvPr id="24" name="Oval 23">
            <a:extLst>
              <a:ext uri="{FF2B5EF4-FFF2-40B4-BE49-F238E27FC236}">
                <a16:creationId xmlns:a16="http://schemas.microsoft.com/office/drawing/2014/main" id="{C10FB9CA-E7FA-462C-B537-F1224ED1ACF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6" name="Oval 25">
            <a:extLst>
              <a:ext uri="{FF2B5EF4-FFF2-40B4-BE49-F238E27FC236}">
                <a16:creationId xmlns:a16="http://schemas.microsoft.com/office/drawing/2014/main" id="{D8469AE7-A75B-4F37-850B-EF5974ABED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28" name="Graphic 4">
            <a:extLst>
              <a:ext uri="{FF2B5EF4-FFF2-40B4-BE49-F238E27FC236}">
                <a16:creationId xmlns:a16="http://schemas.microsoft.com/office/drawing/2014/main" id="{63301095-70B2-49AA-8DA9-A35629AD621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8597506" y="4175798"/>
            <a:ext cx="1861486" cy="1861665"/>
            <a:chOff x="5734053" y="3067000"/>
            <a:chExt cx="724484" cy="724549"/>
          </a:xfrm>
          <a:solidFill>
            <a:schemeClr val="bg1"/>
          </a:solidFill>
        </p:grpSpPr>
        <p:sp>
          <p:nvSpPr>
            <p:cNvPr id="29" name="Freeform: Shape 28">
              <a:extLst>
                <a:ext uri="{FF2B5EF4-FFF2-40B4-BE49-F238E27FC236}">
                  <a16:creationId xmlns:a16="http://schemas.microsoft.com/office/drawing/2014/main" id="{D218E08C-0BEA-45C2-8C09-4141DDDA001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067000"/>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232F6090-14E0-44C6-B9FC-C91047BCDC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FDB9402B-335C-4892-9E7C-C400E95BE0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E7A4371D-4448-409A-93F3-0C92E3EBDCF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780149CB-4B8F-4FD1-AC5E-25670C9EA0A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92D49A1A-35B0-4620-9D1E-A782A0E978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AFF46F08-B1E4-44C1-BD4A-4191D6EAD9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6" name="Freeform: Shape 35">
              <a:extLst>
                <a:ext uri="{FF2B5EF4-FFF2-40B4-BE49-F238E27FC236}">
                  <a16:creationId xmlns:a16="http://schemas.microsoft.com/office/drawing/2014/main" id="{8DB16610-3D81-4E5C-850D-5D1245C0DC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26244"/>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7" name="Freeform: Shape 36">
              <a:extLst>
                <a:ext uri="{FF2B5EF4-FFF2-40B4-BE49-F238E27FC236}">
                  <a16:creationId xmlns:a16="http://schemas.microsoft.com/office/drawing/2014/main" id="{E05501B2-83AC-4299-BE5A-8CA16B4089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26242"/>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8" name="Freeform: Shape 37">
              <a:extLst>
                <a:ext uri="{FF2B5EF4-FFF2-40B4-BE49-F238E27FC236}">
                  <a16:creationId xmlns:a16="http://schemas.microsoft.com/office/drawing/2014/main" id="{07CF1B90-3B3A-403E-A94F-8B82945D07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9" name="Freeform: Shape 38">
              <a:extLst>
                <a:ext uri="{FF2B5EF4-FFF2-40B4-BE49-F238E27FC236}">
                  <a16:creationId xmlns:a16="http://schemas.microsoft.com/office/drawing/2014/main" id="{56A1CBA9-4AC1-4C42-9429-3FF31DF282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0" name="Freeform: Shape 39">
              <a:extLst>
                <a:ext uri="{FF2B5EF4-FFF2-40B4-BE49-F238E27FC236}">
                  <a16:creationId xmlns:a16="http://schemas.microsoft.com/office/drawing/2014/main" id="{21318D9B-FD39-402A-ADFA-0E6CC789A7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1" name="Freeform: Shape 40">
              <a:extLst>
                <a:ext uri="{FF2B5EF4-FFF2-40B4-BE49-F238E27FC236}">
                  <a16:creationId xmlns:a16="http://schemas.microsoft.com/office/drawing/2014/main" id="{333FB08F-B346-47C0-A7CD-1DE53E6C0D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126244"/>
              <a:ext cx="14097" cy="14097"/>
            </a:xfrm>
            <a:custGeom>
              <a:avLst/>
              <a:gdLst>
                <a:gd name="connsiteX0" fmla="*/ 14097 w 14097"/>
                <a:gd name="connsiteY0" fmla="*/ 7049 h 14097"/>
                <a:gd name="connsiteX1" fmla="*/ 7048 w 14097"/>
                <a:gd name="connsiteY1" fmla="*/ 14097 h 14097"/>
                <a:gd name="connsiteX2" fmla="*/ 0 w 14097"/>
                <a:gd name="connsiteY2" fmla="*/ 7049 h 14097"/>
                <a:gd name="connsiteX3" fmla="*/ 7048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42" name="Freeform: Shape 41">
              <a:extLst>
                <a:ext uri="{FF2B5EF4-FFF2-40B4-BE49-F238E27FC236}">
                  <a16:creationId xmlns:a16="http://schemas.microsoft.com/office/drawing/2014/main" id="{893AD6F2-6408-4A8E-9749-CB7388EF3D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3" name="Freeform: Shape 42">
              <a:extLst>
                <a:ext uri="{FF2B5EF4-FFF2-40B4-BE49-F238E27FC236}">
                  <a16:creationId xmlns:a16="http://schemas.microsoft.com/office/drawing/2014/main" id="{715D9D2F-1568-4BE3-A54A-69F52492B0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85393"/>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9AB547A7-0D80-491F-98B4-C6B7CC4FC4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7E2693CD-DAF5-4B26-9A2F-17673BF318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A96EEE12-952A-4693-B161-D7071D6010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F4228DCC-1611-4BDC-90AA-231F67EB11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A163C3C-D3DF-461F-B6A8-90C7C227D1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4D021D29-2980-41C3-AB83-DA93C105BCE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AC09C1FA-1A9D-49A7-9D73-8B777140A30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244637"/>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1" name="Freeform: Shape 50">
              <a:extLst>
                <a:ext uri="{FF2B5EF4-FFF2-40B4-BE49-F238E27FC236}">
                  <a16:creationId xmlns:a16="http://schemas.microsoft.com/office/drawing/2014/main" id="{0B8D8CD4-7B9B-48A5-BC59-0CB859354F7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24463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2" name="Freeform: Shape 51">
              <a:extLst>
                <a:ext uri="{FF2B5EF4-FFF2-40B4-BE49-F238E27FC236}">
                  <a16:creationId xmlns:a16="http://schemas.microsoft.com/office/drawing/2014/main" id="{224D0A27-A8B0-4020-9399-24127726E6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3" name="Freeform: Shape 52">
              <a:extLst>
                <a:ext uri="{FF2B5EF4-FFF2-40B4-BE49-F238E27FC236}">
                  <a16:creationId xmlns:a16="http://schemas.microsoft.com/office/drawing/2014/main" id="{168E8EBA-9F8C-4650-B9BE-38A0A56BCF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4" name="Freeform: Shape 53">
              <a:extLst>
                <a:ext uri="{FF2B5EF4-FFF2-40B4-BE49-F238E27FC236}">
                  <a16:creationId xmlns:a16="http://schemas.microsoft.com/office/drawing/2014/main" id="{6A460BB3-2605-4AA2-AE1D-B9FB61EBF2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5" name="Freeform: Shape 54">
              <a:extLst>
                <a:ext uri="{FF2B5EF4-FFF2-40B4-BE49-F238E27FC236}">
                  <a16:creationId xmlns:a16="http://schemas.microsoft.com/office/drawing/2014/main" id="{1E2E38EE-DBBE-4CC1-9498-E7193E1B28B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244637"/>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6" name="Freeform: Shape 55">
              <a:extLst>
                <a:ext uri="{FF2B5EF4-FFF2-40B4-BE49-F238E27FC236}">
                  <a16:creationId xmlns:a16="http://schemas.microsoft.com/office/drawing/2014/main" id="{BF191D5C-7D2A-4408-A8F2-389D2360F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08F7193B-B379-4921-9F17-1841D50611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03786"/>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8" name="Freeform: Shape 57">
              <a:extLst>
                <a:ext uri="{FF2B5EF4-FFF2-40B4-BE49-F238E27FC236}">
                  <a16:creationId xmlns:a16="http://schemas.microsoft.com/office/drawing/2014/main" id="{B4C5E53C-6003-4F74-B1CA-C7EA1E49930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9" name="Freeform: Shape 58">
              <a:extLst>
                <a:ext uri="{FF2B5EF4-FFF2-40B4-BE49-F238E27FC236}">
                  <a16:creationId xmlns:a16="http://schemas.microsoft.com/office/drawing/2014/main" id="{CB97B2B1-1CF5-46A5-940D-AB8F57F590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0" name="Freeform: Shape 59">
              <a:extLst>
                <a:ext uri="{FF2B5EF4-FFF2-40B4-BE49-F238E27FC236}">
                  <a16:creationId xmlns:a16="http://schemas.microsoft.com/office/drawing/2014/main" id="{0783F4F1-D8CE-4453-B79B-AD976E272C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06A7A4C9-F24F-4F00-A2FA-29E788A091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EB694A32-59D6-46E3-8CE4-E4C485C2CB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03786"/>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983EBB4C-28FF-41C6-90D6-5F30FC0868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0707659D-8AE9-49B5-AB29-ECC099F495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63031"/>
              <a:ext cx="14192" cy="14097"/>
            </a:xfrm>
            <a:custGeom>
              <a:avLst/>
              <a:gdLst>
                <a:gd name="connsiteX0" fmla="*/ 14192 w 14192"/>
                <a:gd name="connsiteY0" fmla="*/ 7048 h 14097"/>
                <a:gd name="connsiteX1" fmla="*/ 7144 w 14192"/>
                <a:gd name="connsiteY1" fmla="*/ 14097 h 14097"/>
                <a:gd name="connsiteX2" fmla="*/ 0 w 14192"/>
                <a:gd name="connsiteY2" fmla="*/ 7048 h 14097"/>
                <a:gd name="connsiteX3" fmla="*/ 7049 w 14192"/>
                <a:gd name="connsiteY3" fmla="*/ 0 h 14097"/>
                <a:gd name="connsiteX4" fmla="*/ 14192 w 14192"/>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5C987ECC-9573-46EA-9C4A-7C3CAE39380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63029"/>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4DAF6708-18C2-4082-B024-6CEA32AE01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7" name="Freeform: Shape 66">
              <a:extLst>
                <a:ext uri="{FF2B5EF4-FFF2-40B4-BE49-F238E27FC236}">
                  <a16:creationId xmlns:a16="http://schemas.microsoft.com/office/drawing/2014/main" id="{72CBB5AE-39E2-4D9B-A834-64D31B00327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8" name="Freeform: Shape 67">
              <a:extLst>
                <a:ext uri="{FF2B5EF4-FFF2-40B4-BE49-F238E27FC236}">
                  <a16:creationId xmlns:a16="http://schemas.microsoft.com/office/drawing/2014/main" id="{4592DE98-77BF-4E8E-AEB4-1934207BAE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9" name="Freeform: Shape 68">
              <a:extLst>
                <a:ext uri="{FF2B5EF4-FFF2-40B4-BE49-F238E27FC236}">
                  <a16:creationId xmlns:a16="http://schemas.microsoft.com/office/drawing/2014/main" id="{5AF5D9A0-BA94-4D2B-8479-26C55355B6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63031"/>
              <a:ext cx="14097" cy="14097"/>
            </a:xfrm>
            <a:custGeom>
              <a:avLst/>
              <a:gdLst>
                <a:gd name="connsiteX0" fmla="*/ 14097 w 14097"/>
                <a:gd name="connsiteY0" fmla="*/ 7048 h 14097"/>
                <a:gd name="connsiteX1" fmla="*/ 7048 w 14097"/>
                <a:gd name="connsiteY1" fmla="*/ 14097 h 14097"/>
                <a:gd name="connsiteX2" fmla="*/ 0 w 14097"/>
                <a:gd name="connsiteY2" fmla="*/ 7048 h 14097"/>
                <a:gd name="connsiteX3" fmla="*/ 7048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0" name="Freeform: Shape 69">
              <a:extLst>
                <a:ext uri="{FF2B5EF4-FFF2-40B4-BE49-F238E27FC236}">
                  <a16:creationId xmlns:a16="http://schemas.microsoft.com/office/drawing/2014/main" id="{2CAA6A8E-7ACF-4EF7-AAD6-734A009DCF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71" name="Freeform: Shape 70">
              <a:extLst>
                <a:ext uri="{FF2B5EF4-FFF2-40B4-BE49-F238E27FC236}">
                  <a16:creationId xmlns:a16="http://schemas.microsoft.com/office/drawing/2014/main" id="{D3DD3695-F212-4BAD-BBB3-EC1F624740B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22181"/>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72" name="Freeform: Shape 71">
              <a:extLst>
                <a:ext uri="{FF2B5EF4-FFF2-40B4-BE49-F238E27FC236}">
                  <a16:creationId xmlns:a16="http://schemas.microsoft.com/office/drawing/2014/main" id="{AB1B3ECB-7594-4C5C-B62B-E686C0A89E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221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3" name="Freeform: Shape 72">
              <a:extLst>
                <a:ext uri="{FF2B5EF4-FFF2-40B4-BE49-F238E27FC236}">
                  <a16:creationId xmlns:a16="http://schemas.microsoft.com/office/drawing/2014/main" id="{5EE54C3C-D9E5-4782-B8F6-058EB2D63E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4" name="Freeform: Shape 73">
              <a:extLst>
                <a:ext uri="{FF2B5EF4-FFF2-40B4-BE49-F238E27FC236}">
                  <a16:creationId xmlns:a16="http://schemas.microsoft.com/office/drawing/2014/main" id="{EAE78EEE-DC43-44E1-AB47-ACB80F94B1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5" name="Freeform: Shape 74">
              <a:extLst>
                <a:ext uri="{FF2B5EF4-FFF2-40B4-BE49-F238E27FC236}">
                  <a16:creationId xmlns:a16="http://schemas.microsoft.com/office/drawing/2014/main" id="{847D67EF-1141-4582-866E-FE02FB2360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6" name="Freeform: Shape 75">
              <a:extLst>
                <a:ext uri="{FF2B5EF4-FFF2-40B4-BE49-F238E27FC236}">
                  <a16:creationId xmlns:a16="http://schemas.microsoft.com/office/drawing/2014/main" id="{99ECC931-60A1-4628-A34B-4B68DA3CC26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422181"/>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7" name="Freeform: Shape 76">
              <a:extLst>
                <a:ext uri="{FF2B5EF4-FFF2-40B4-BE49-F238E27FC236}">
                  <a16:creationId xmlns:a16="http://schemas.microsoft.com/office/drawing/2014/main" id="{A587D2BE-3417-44AE-BEEF-57F88CECB4D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8" name="Freeform: Shape 77">
              <a:extLst>
                <a:ext uri="{FF2B5EF4-FFF2-40B4-BE49-F238E27FC236}">
                  <a16:creationId xmlns:a16="http://schemas.microsoft.com/office/drawing/2014/main" id="{FCEB2ED3-A08D-4286-B75D-893289F3F3D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6953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9" y="14097"/>
                  </a:cubicBezTo>
                  <a:cubicBezTo>
                    <a:pt x="3143" y="14097"/>
                    <a:pt x="0" y="10954"/>
                    <a:pt x="0" y="7049"/>
                  </a:cubicBezTo>
                  <a:cubicBezTo>
                    <a:pt x="0" y="3143"/>
                    <a:pt x="3048" y="0"/>
                    <a:pt x="6953"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79" name="Freeform: Shape 78">
              <a:extLst>
                <a:ext uri="{FF2B5EF4-FFF2-40B4-BE49-F238E27FC236}">
                  <a16:creationId xmlns:a16="http://schemas.microsoft.com/office/drawing/2014/main" id="{7C7DB7BB-8173-4377-85B0-032B7BDAB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80" name="Freeform: Shape 79">
              <a:extLst>
                <a:ext uri="{FF2B5EF4-FFF2-40B4-BE49-F238E27FC236}">
                  <a16:creationId xmlns:a16="http://schemas.microsoft.com/office/drawing/2014/main" id="{93EF69B4-3F48-4509-8BF8-926E23BC1D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067000"/>
              <a:ext cx="14096" cy="14097"/>
            </a:xfrm>
            <a:custGeom>
              <a:avLst/>
              <a:gdLst>
                <a:gd name="connsiteX0" fmla="*/ 14097 w 14096"/>
                <a:gd name="connsiteY0" fmla="*/ 7049 h 14097"/>
                <a:gd name="connsiteX1" fmla="*/ 7049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9" y="14097"/>
                  </a:cubicBezTo>
                  <a:cubicBezTo>
                    <a:pt x="3143" y="14097"/>
                    <a:pt x="0" y="10954"/>
                    <a:pt x="0" y="7049"/>
                  </a:cubicBezTo>
                  <a:cubicBezTo>
                    <a:pt x="0" y="3143"/>
                    <a:pt x="3048" y="0"/>
                    <a:pt x="6953"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81" name="Freeform: Shape 80">
              <a:extLst>
                <a:ext uri="{FF2B5EF4-FFF2-40B4-BE49-F238E27FC236}">
                  <a16:creationId xmlns:a16="http://schemas.microsoft.com/office/drawing/2014/main" id="{C1A86650-1EF5-46E3-885D-96985105A8B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82" name="Freeform: Shape 81">
              <a:extLst>
                <a:ext uri="{FF2B5EF4-FFF2-40B4-BE49-F238E27FC236}">
                  <a16:creationId xmlns:a16="http://schemas.microsoft.com/office/drawing/2014/main" id="{47EBBDE2-BD90-481F-A671-34E2186FB0E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048" y="0"/>
                    <a:pt x="6953"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83" name="Freeform: Shape 82">
              <a:extLst>
                <a:ext uri="{FF2B5EF4-FFF2-40B4-BE49-F238E27FC236}">
                  <a16:creationId xmlns:a16="http://schemas.microsoft.com/office/drawing/2014/main" id="{87DAF1CB-838D-4C5C-8FB7-76BF677FEB0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84" name="Freeform: Shape 83">
              <a:extLst>
                <a:ext uri="{FF2B5EF4-FFF2-40B4-BE49-F238E27FC236}">
                  <a16:creationId xmlns:a16="http://schemas.microsoft.com/office/drawing/2014/main" id="{64573DA8-D2F3-4644-AC79-83843615C43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26241"/>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5" name="Freeform: Shape 84">
              <a:extLst>
                <a:ext uri="{FF2B5EF4-FFF2-40B4-BE49-F238E27FC236}">
                  <a16:creationId xmlns:a16="http://schemas.microsoft.com/office/drawing/2014/main" id="{41AB53B8-0D5C-44BD-A2A9-ABBF659E1F9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6" name="Freeform: Shape 85">
              <a:extLst>
                <a:ext uri="{FF2B5EF4-FFF2-40B4-BE49-F238E27FC236}">
                  <a16:creationId xmlns:a16="http://schemas.microsoft.com/office/drawing/2014/main" id="{29B7FA60-B453-4877-8D47-CA1209DF91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26241"/>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87" name="Freeform: Shape 86">
              <a:extLst>
                <a:ext uri="{FF2B5EF4-FFF2-40B4-BE49-F238E27FC236}">
                  <a16:creationId xmlns:a16="http://schemas.microsoft.com/office/drawing/2014/main" id="{7A6D2414-BCCC-40E8-B990-47642EFE96E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8" name="Freeform: Shape 87">
              <a:extLst>
                <a:ext uri="{FF2B5EF4-FFF2-40B4-BE49-F238E27FC236}">
                  <a16:creationId xmlns:a16="http://schemas.microsoft.com/office/drawing/2014/main" id="{B0F37C2B-B7E6-420D-AD39-3AE4A2FBE9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2624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89" name="Freeform: Shape 88">
              <a:extLst>
                <a:ext uri="{FF2B5EF4-FFF2-40B4-BE49-F238E27FC236}">
                  <a16:creationId xmlns:a16="http://schemas.microsoft.com/office/drawing/2014/main" id="{F6417E45-D7FC-40B8-AD49-941B28D18C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26242"/>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90" name="Freeform: Shape 89">
              <a:extLst>
                <a:ext uri="{FF2B5EF4-FFF2-40B4-BE49-F238E27FC236}">
                  <a16:creationId xmlns:a16="http://schemas.microsoft.com/office/drawing/2014/main" id="{2A8D1963-0C59-476C-AAFA-A7AF4FF508F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8539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1" name="Freeform: Shape 90">
              <a:extLst>
                <a:ext uri="{FF2B5EF4-FFF2-40B4-BE49-F238E27FC236}">
                  <a16:creationId xmlns:a16="http://schemas.microsoft.com/office/drawing/2014/main" id="{6BE777A9-EC29-46FC-AD21-AC7FD89B13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2" name="Freeform: Shape 91">
              <a:extLst>
                <a:ext uri="{FF2B5EF4-FFF2-40B4-BE49-F238E27FC236}">
                  <a16:creationId xmlns:a16="http://schemas.microsoft.com/office/drawing/2014/main" id="{C63BA1CE-93FB-42C7-8381-765E500232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8539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93" name="Freeform: Shape 92">
              <a:extLst>
                <a:ext uri="{FF2B5EF4-FFF2-40B4-BE49-F238E27FC236}">
                  <a16:creationId xmlns:a16="http://schemas.microsoft.com/office/drawing/2014/main" id="{7F30F275-ADC8-4FD1-8B4B-673B37517B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4" name="Freeform: Shape 93">
              <a:extLst>
                <a:ext uri="{FF2B5EF4-FFF2-40B4-BE49-F238E27FC236}">
                  <a16:creationId xmlns:a16="http://schemas.microsoft.com/office/drawing/2014/main" id="{DB20529C-F2DD-4607-8DEE-19A9329686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95" name="Freeform: Shape 94">
              <a:extLst>
                <a:ext uri="{FF2B5EF4-FFF2-40B4-BE49-F238E27FC236}">
                  <a16:creationId xmlns:a16="http://schemas.microsoft.com/office/drawing/2014/main" id="{B8029A9A-DFF9-49CE-8CEE-95A6695F39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85391"/>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96" name="Freeform: Shape 95">
              <a:extLst>
                <a:ext uri="{FF2B5EF4-FFF2-40B4-BE49-F238E27FC236}">
                  <a16:creationId xmlns:a16="http://schemas.microsoft.com/office/drawing/2014/main" id="{6822C2EC-B05D-4CE6-9D59-164769D0ED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244634"/>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7" name="Freeform: Shape 96">
              <a:extLst>
                <a:ext uri="{FF2B5EF4-FFF2-40B4-BE49-F238E27FC236}">
                  <a16:creationId xmlns:a16="http://schemas.microsoft.com/office/drawing/2014/main" id="{53A0760F-F576-4A97-94AF-8BBE590844E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8" name="Freeform: Shape 97">
              <a:extLst>
                <a:ext uri="{FF2B5EF4-FFF2-40B4-BE49-F238E27FC236}">
                  <a16:creationId xmlns:a16="http://schemas.microsoft.com/office/drawing/2014/main" id="{CA76721C-646A-4910-AD1A-BE6B67767C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244634"/>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99" name="Freeform: Shape 98">
              <a:extLst>
                <a:ext uri="{FF2B5EF4-FFF2-40B4-BE49-F238E27FC236}">
                  <a16:creationId xmlns:a16="http://schemas.microsoft.com/office/drawing/2014/main" id="{065D4766-CAEC-4074-A9E2-6110A12389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0" name="Freeform: Shape 99">
              <a:extLst>
                <a:ext uri="{FF2B5EF4-FFF2-40B4-BE49-F238E27FC236}">
                  <a16:creationId xmlns:a16="http://schemas.microsoft.com/office/drawing/2014/main" id="{4F1A0AC6-319D-49D8-A4FB-17A70E8E89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01" name="Freeform: Shape 100">
              <a:extLst>
                <a:ext uri="{FF2B5EF4-FFF2-40B4-BE49-F238E27FC236}">
                  <a16:creationId xmlns:a16="http://schemas.microsoft.com/office/drawing/2014/main" id="{79502B48-2B92-45BF-B9AC-1102B38078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24463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2" name="Freeform: Shape 101">
              <a:extLst>
                <a:ext uri="{FF2B5EF4-FFF2-40B4-BE49-F238E27FC236}">
                  <a16:creationId xmlns:a16="http://schemas.microsoft.com/office/drawing/2014/main" id="{6363AFA7-321F-431C-B2FD-ADCB4D24BD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3" name="Freeform: Shape 102">
              <a:extLst>
                <a:ext uri="{FF2B5EF4-FFF2-40B4-BE49-F238E27FC236}">
                  <a16:creationId xmlns:a16="http://schemas.microsoft.com/office/drawing/2014/main" id="{33EDDE1B-7379-4973-8CFD-F3C737104D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4" name="Freeform: Shape 103">
              <a:extLst>
                <a:ext uri="{FF2B5EF4-FFF2-40B4-BE49-F238E27FC236}">
                  <a16:creationId xmlns:a16="http://schemas.microsoft.com/office/drawing/2014/main" id="{1F20B58A-2DB8-46B2-9E93-9C8C817DCD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03786"/>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05" name="Freeform: Shape 104">
              <a:extLst>
                <a:ext uri="{FF2B5EF4-FFF2-40B4-BE49-F238E27FC236}">
                  <a16:creationId xmlns:a16="http://schemas.microsoft.com/office/drawing/2014/main" id="{A5A3EF12-3DA1-4505-A44B-1B96348873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6" name="Freeform: Shape 105">
              <a:extLst>
                <a:ext uri="{FF2B5EF4-FFF2-40B4-BE49-F238E27FC236}">
                  <a16:creationId xmlns:a16="http://schemas.microsoft.com/office/drawing/2014/main" id="{5B08812B-9264-47E7-8EC8-1233869F6B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07" name="Freeform: Shape 106">
              <a:extLst>
                <a:ext uri="{FF2B5EF4-FFF2-40B4-BE49-F238E27FC236}">
                  <a16:creationId xmlns:a16="http://schemas.microsoft.com/office/drawing/2014/main" id="{2A29F226-A243-410B-BEE4-EBA9DD76F8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0378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8" name="Freeform: Shape 107">
              <a:extLst>
                <a:ext uri="{FF2B5EF4-FFF2-40B4-BE49-F238E27FC236}">
                  <a16:creationId xmlns:a16="http://schemas.microsoft.com/office/drawing/2014/main" id="{9DF57348-F837-475C-A7AA-3C7210041E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63028"/>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9" name="Freeform: Shape 108">
              <a:extLst>
                <a:ext uri="{FF2B5EF4-FFF2-40B4-BE49-F238E27FC236}">
                  <a16:creationId xmlns:a16="http://schemas.microsoft.com/office/drawing/2014/main" id="{1E41B89A-9A45-4947-ADB0-9400400498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0" name="Freeform: Shape 109">
              <a:extLst>
                <a:ext uri="{FF2B5EF4-FFF2-40B4-BE49-F238E27FC236}">
                  <a16:creationId xmlns:a16="http://schemas.microsoft.com/office/drawing/2014/main" id="{6C1F1525-32BC-46E1-84E6-C2BB88730B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63028"/>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11" name="Freeform: Shape 110">
              <a:extLst>
                <a:ext uri="{FF2B5EF4-FFF2-40B4-BE49-F238E27FC236}">
                  <a16:creationId xmlns:a16="http://schemas.microsoft.com/office/drawing/2014/main" id="{C73A8972-BA44-40C6-B045-83E78C4D4A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2" name="Freeform: Shape 111">
              <a:extLst>
                <a:ext uri="{FF2B5EF4-FFF2-40B4-BE49-F238E27FC236}">
                  <a16:creationId xmlns:a16="http://schemas.microsoft.com/office/drawing/2014/main" id="{C196E956-03D1-4F79-826A-A2F5E3DEF1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6302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13" name="Freeform: Shape 112">
              <a:extLst>
                <a:ext uri="{FF2B5EF4-FFF2-40B4-BE49-F238E27FC236}">
                  <a16:creationId xmlns:a16="http://schemas.microsoft.com/office/drawing/2014/main" id="{ADA7B07B-EAC8-4FA5-B14F-3ABF8BA7A2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63029"/>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4" name="Freeform: Shape 113">
              <a:extLst>
                <a:ext uri="{FF2B5EF4-FFF2-40B4-BE49-F238E27FC236}">
                  <a16:creationId xmlns:a16="http://schemas.microsoft.com/office/drawing/2014/main" id="{93C28672-FF9E-4FE0-AC47-2FDD26CD75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422179"/>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5" name="Freeform: Shape 114">
              <a:extLst>
                <a:ext uri="{FF2B5EF4-FFF2-40B4-BE49-F238E27FC236}">
                  <a16:creationId xmlns:a16="http://schemas.microsoft.com/office/drawing/2014/main" id="{E347BAB3-EA9C-4ADD-AE5E-28F2E3C538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4221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6" name="Freeform: Shape 115">
              <a:extLst>
                <a:ext uri="{FF2B5EF4-FFF2-40B4-BE49-F238E27FC236}">
                  <a16:creationId xmlns:a16="http://schemas.microsoft.com/office/drawing/2014/main" id="{321920C4-EE31-4F03-A0D5-A280D3F4B1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422179"/>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17" name="Freeform: Shape 116">
              <a:extLst>
                <a:ext uri="{FF2B5EF4-FFF2-40B4-BE49-F238E27FC236}">
                  <a16:creationId xmlns:a16="http://schemas.microsoft.com/office/drawing/2014/main" id="{6EBB3D05-4C78-4F10-8D03-8909DBCFB3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42217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8" name="Freeform: Shape 117">
              <a:extLst>
                <a:ext uri="{FF2B5EF4-FFF2-40B4-BE49-F238E27FC236}">
                  <a16:creationId xmlns:a16="http://schemas.microsoft.com/office/drawing/2014/main" id="{FC65F531-84E4-463F-8791-EB6EDFA63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42218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19" name="Freeform: Shape 118">
              <a:extLst>
                <a:ext uri="{FF2B5EF4-FFF2-40B4-BE49-F238E27FC236}">
                  <a16:creationId xmlns:a16="http://schemas.microsoft.com/office/drawing/2014/main" id="{A63BB6A3-D482-43F2-9F5F-20E163CC441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20" name="Freeform: Shape 119">
              <a:extLst>
                <a:ext uri="{FF2B5EF4-FFF2-40B4-BE49-F238E27FC236}">
                  <a16:creationId xmlns:a16="http://schemas.microsoft.com/office/drawing/2014/main" id="{ABDCCD34-EB5D-4194-8A28-1424E98AE4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81330"/>
              <a:ext cx="14192" cy="14096"/>
            </a:xfrm>
            <a:custGeom>
              <a:avLst/>
              <a:gdLst>
                <a:gd name="connsiteX0" fmla="*/ 14192 w 14192"/>
                <a:gd name="connsiteY0" fmla="*/ 7049 h 14096"/>
                <a:gd name="connsiteX1" fmla="*/ 7144 w 14192"/>
                <a:gd name="connsiteY1" fmla="*/ 14097 h 14096"/>
                <a:gd name="connsiteX2" fmla="*/ 0 w 14192"/>
                <a:gd name="connsiteY2" fmla="*/ 7049 h 14096"/>
                <a:gd name="connsiteX3" fmla="*/ 7049 w 14192"/>
                <a:gd name="connsiteY3" fmla="*/ 0 h 14096"/>
                <a:gd name="connsiteX4" fmla="*/ 14192 w 14192"/>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9"/>
                  </a:moveTo>
                  <a:cubicBezTo>
                    <a:pt x="14192" y="10954"/>
                    <a:pt x="11049" y="14097"/>
                    <a:pt x="7144" y="14097"/>
                  </a:cubicBezTo>
                  <a:cubicBezTo>
                    <a:pt x="3239" y="14097"/>
                    <a:pt x="0" y="11049"/>
                    <a:pt x="0" y="7049"/>
                  </a:cubicBezTo>
                  <a:cubicBezTo>
                    <a:pt x="0" y="3048"/>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121" name="Freeform: Shape 120">
              <a:extLst>
                <a:ext uri="{FF2B5EF4-FFF2-40B4-BE49-F238E27FC236}">
                  <a16:creationId xmlns:a16="http://schemas.microsoft.com/office/drawing/2014/main" id="{F058544E-163D-4FFF-9A69-0B3A3F2D66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22" name="Freeform: Shape 121">
              <a:extLst>
                <a:ext uri="{FF2B5EF4-FFF2-40B4-BE49-F238E27FC236}">
                  <a16:creationId xmlns:a16="http://schemas.microsoft.com/office/drawing/2014/main" id="{11041486-0577-4F0E-8DD5-5E20E26729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3" name="Freeform: Shape 122">
              <a:extLst>
                <a:ext uri="{FF2B5EF4-FFF2-40B4-BE49-F238E27FC236}">
                  <a16:creationId xmlns:a16="http://schemas.microsoft.com/office/drawing/2014/main" id="{71D11099-C84E-43AC-9F20-92460E1708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4" name="Freeform: Shape 123">
              <a:extLst>
                <a:ext uri="{FF2B5EF4-FFF2-40B4-BE49-F238E27FC236}">
                  <a16:creationId xmlns:a16="http://schemas.microsoft.com/office/drawing/2014/main" id="{E598FB87-8AFF-4C56-9E2C-776F4641E9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5" name="Freeform: Shape 124">
              <a:extLst>
                <a:ext uri="{FF2B5EF4-FFF2-40B4-BE49-F238E27FC236}">
                  <a16:creationId xmlns:a16="http://schemas.microsoft.com/office/drawing/2014/main" id="{7701E761-16DE-4350-9718-DD81B37FB9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26" name="Freeform: Shape 125">
              <a:extLst>
                <a:ext uri="{FF2B5EF4-FFF2-40B4-BE49-F238E27FC236}">
                  <a16:creationId xmlns:a16="http://schemas.microsoft.com/office/drawing/2014/main" id="{552E747F-E415-4348-A11A-4CABCB64B5F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7" name="Freeform: Shape 126">
              <a:extLst>
                <a:ext uri="{FF2B5EF4-FFF2-40B4-BE49-F238E27FC236}">
                  <a16:creationId xmlns:a16="http://schemas.microsoft.com/office/drawing/2014/main" id="{C6472F13-E6DE-4469-9563-F478261B6E6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4057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28" name="Freeform: Shape 127">
              <a:extLst>
                <a:ext uri="{FF2B5EF4-FFF2-40B4-BE49-F238E27FC236}">
                  <a16:creationId xmlns:a16="http://schemas.microsoft.com/office/drawing/2014/main" id="{5C72FE15-910B-4622-A14C-AFA2DFCC02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29" name="Freeform: Shape 128">
              <a:extLst>
                <a:ext uri="{FF2B5EF4-FFF2-40B4-BE49-F238E27FC236}">
                  <a16:creationId xmlns:a16="http://schemas.microsoft.com/office/drawing/2014/main" id="{BAB8F759-DEFA-4D35-B76E-6D3034FB77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0" name="Freeform: Shape 129">
              <a:extLst>
                <a:ext uri="{FF2B5EF4-FFF2-40B4-BE49-F238E27FC236}">
                  <a16:creationId xmlns:a16="http://schemas.microsoft.com/office/drawing/2014/main" id="{A1BBCEBD-DCE2-4354-B878-49ABEC367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1" name="Freeform: Shape 130">
              <a:extLst>
                <a:ext uri="{FF2B5EF4-FFF2-40B4-BE49-F238E27FC236}">
                  <a16:creationId xmlns:a16="http://schemas.microsoft.com/office/drawing/2014/main" id="{2CBB3A18-0021-403F-8E24-8805829B42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2" name="Freeform: Shape 131">
              <a:extLst>
                <a:ext uri="{FF2B5EF4-FFF2-40B4-BE49-F238E27FC236}">
                  <a16:creationId xmlns:a16="http://schemas.microsoft.com/office/drawing/2014/main" id="{8FDF7AAC-1EC6-4409-90AB-DBB984883D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33" name="Freeform: Shape 132">
              <a:extLst>
                <a:ext uri="{FF2B5EF4-FFF2-40B4-BE49-F238E27FC236}">
                  <a16:creationId xmlns:a16="http://schemas.microsoft.com/office/drawing/2014/main" id="{5B9999E8-7D25-4049-8328-685B556DC6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4" name="Freeform: Shape 133">
              <a:extLst>
                <a:ext uri="{FF2B5EF4-FFF2-40B4-BE49-F238E27FC236}">
                  <a16:creationId xmlns:a16="http://schemas.microsoft.com/office/drawing/2014/main" id="{E77FC8A9-DEAE-424D-B460-12E0F3268DC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9972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35" name="Freeform: Shape 134">
              <a:extLst>
                <a:ext uri="{FF2B5EF4-FFF2-40B4-BE49-F238E27FC236}">
                  <a16:creationId xmlns:a16="http://schemas.microsoft.com/office/drawing/2014/main" id="{54F9C69A-0DCF-444A-B970-32B4120483D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99725"/>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6" name="Freeform: Shape 135">
              <a:extLst>
                <a:ext uri="{FF2B5EF4-FFF2-40B4-BE49-F238E27FC236}">
                  <a16:creationId xmlns:a16="http://schemas.microsoft.com/office/drawing/2014/main" id="{8BD94DDA-54FF-48EE-9DAC-C0EA6F91D4A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7" name="Freeform: Shape 136">
              <a:extLst>
                <a:ext uri="{FF2B5EF4-FFF2-40B4-BE49-F238E27FC236}">
                  <a16:creationId xmlns:a16="http://schemas.microsoft.com/office/drawing/2014/main" id="{E18A6989-0132-4CB7-BB68-EEBC4E0806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8" name="Freeform: Shape 137">
              <a:extLst>
                <a:ext uri="{FF2B5EF4-FFF2-40B4-BE49-F238E27FC236}">
                  <a16:creationId xmlns:a16="http://schemas.microsoft.com/office/drawing/2014/main" id="{A1357332-D19F-4C2B-B474-21D5539B90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9" name="Freeform: Shape 138">
              <a:extLst>
                <a:ext uri="{FF2B5EF4-FFF2-40B4-BE49-F238E27FC236}">
                  <a16:creationId xmlns:a16="http://schemas.microsoft.com/office/drawing/2014/main" id="{295C7590-8B80-428C-95A9-638B265425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599725"/>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0" name="Freeform: Shape 139">
              <a:extLst>
                <a:ext uri="{FF2B5EF4-FFF2-40B4-BE49-F238E27FC236}">
                  <a16:creationId xmlns:a16="http://schemas.microsoft.com/office/drawing/2014/main" id="{CA0E8A31-7520-4726-9D96-43BA87407E0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1" name="Freeform: Shape 140">
              <a:extLst>
                <a:ext uri="{FF2B5EF4-FFF2-40B4-BE49-F238E27FC236}">
                  <a16:creationId xmlns:a16="http://schemas.microsoft.com/office/drawing/2014/main" id="{9407EEE0-5D8E-4CCC-A91B-0CB523227CF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3" y="365896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2" name="Freeform: Shape 141">
              <a:extLst>
                <a:ext uri="{FF2B5EF4-FFF2-40B4-BE49-F238E27FC236}">
                  <a16:creationId xmlns:a16="http://schemas.microsoft.com/office/drawing/2014/main" id="{3799DFCC-868B-4257-B530-8E8D616CC5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99" y="365896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3" name="Freeform: Shape 142">
              <a:extLst>
                <a:ext uri="{FF2B5EF4-FFF2-40B4-BE49-F238E27FC236}">
                  <a16:creationId xmlns:a16="http://schemas.microsoft.com/office/drawing/2014/main" id="{F7F5EEB5-FE82-45A8-97C4-88460ABAFB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49"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4" name="Freeform: Shape 143">
              <a:extLst>
                <a:ext uri="{FF2B5EF4-FFF2-40B4-BE49-F238E27FC236}">
                  <a16:creationId xmlns:a16="http://schemas.microsoft.com/office/drawing/2014/main" id="{CD76E4C7-EB07-499D-9BC3-FF39C8B613F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5" name="Freeform: Shape 144">
              <a:extLst>
                <a:ext uri="{FF2B5EF4-FFF2-40B4-BE49-F238E27FC236}">
                  <a16:creationId xmlns:a16="http://schemas.microsoft.com/office/drawing/2014/main" id="{86EFDF8D-E5F7-4EB8-B8DA-3CC7E21D88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6" name="Freeform: Shape 145">
              <a:extLst>
                <a:ext uri="{FF2B5EF4-FFF2-40B4-BE49-F238E27FC236}">
                  <a16:creationId xmlns:a16="http://schemas.microsoft.com/office/drawing/2014/main" id="{2CA6506B-EACA-4FB2-81AB-E028F44786F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0" y="365896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7" name="Freeform: Shape 146">
              <a:extLst>
                <a:ext uri="{FF2B5EF4-FFF2-40B4-BE49-F238E27FC236}">
                  <a16:creationId xmlns:a16="http://schemas.microsoft.com/office/drawing/2014/main" id="{193E4771-2787-4901-93D8-7E90F3F479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8" name="Freeform: Shape 147">
              <a:extLst>
                <a:ext uri="{FF2B5EF4-FFF2-40B4-BE49-F238E27FC236}">
                  <a16:creationId xmlns:a16="http://schemas.microsoft.com/office/drawing/2014/main" id="{0EA31773-15F1-4605-8787-6891ABB2118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71811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9" name="Freeform: Shape 148">
              <a:extLst>
                <a:ext uri="{FF2B5EF4-FFF2-40B4-BE49-F238E27FC236}">
                  <a16:creationId xmlns:a16="http://schemas.microsoft.com/office/drawing/2014/main" id="{1302C213-2CD5-4168-9534-111E6E81A8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71811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0" name="Freeform: Shape 149">
              <a:extLst>
                <a:ext uri="{FF2B5EF4-FFF2-40B4-BE49-F238E27FC236}">
                  <a16:creationId xmlns:a16="http://schemas.microsoft.com/office/drawing/2014/main" id="{B9B36C24-2336-41FD-BAC4-6CD69DFD55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1" name="Freeform: Shape 150">
              <a:extLst>
                <a:ext uri="{FF2B5EF4-FFF2-40B4-BE49-F238E27FC236}">
                  <a16:creationId xmlns:a16="http://schemas.microsoft.com/office/drawing/2014/main" id="{CA3AFAFE-D376-4A7B-928B-833531472D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2" name="Freeform: Shape 151">
              <a:extLst>
                <a:ext uri="{FF2B5EF4-FFF2-40B4-BE49-F238E27FC236}">
                  <a16:creationId xmlns:a16="http://schemas.microsoft.com/office/drawing/2014/main" id="{7C685A00-A4F7-4250-BAAA-70978DADE4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3" name="Freeform: Shape 152">
              <a:extLst>
                <a:ext uri="{FF2B5EF4-FFF2-40B4-BE49-F238E27FC236}">
                  <a16:creationId xmlns:a16="http://schemas.microsoft.com/office/drawing/2014/main" id="{E52682F3-EDD5-4BDC-BB19-A4540873A8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71811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4" name="Freeform: Shape 153">
              <a:extLst>
                <a:ext uri="{FF2B5EF4-FFF2-40B4-BE49-F238E27FC236}">
                  <a16:creationId xmlns:a16="http://schemas.microsoft.com/office/drawing/2014/main" id="{2C5E1880-CFBA-4547-9C23-6D2C433048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5" name="Freeform: Shape 154">
              <a:extLst>
                <a:ext uri="{FF2B5EF4-FFF2-40B4-BE49-F238E27FC236}">
                  <a16:creationId xmlns:a16="http://schemas.microsoft.com/office/drawing/2014/main" id="{439AAF4F-2AAD-4A02-A7FA-FE28D52869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7" y="3777362"/>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56" name="Freeform: Shape 155">
              <a:extLst>
                <a:ext uri="{FF2B5EF4-FFF2-40B4-BE49-F238E27FC236}">
                  <a16:creationId xmlns:a16="http://schemas.microsoft.com/office/drawing/2014/main" id="{05614144-9309-41ED-8E05-839A6EEFF8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1"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57" name="Freeform: Shape 156">
              <a:extLst>
                <a:ext uri="{FF2B5EF4-FFF2-40B4-BE49-F238E27FC236}">
                  <a16:creationId xmlns:a16="http://schemas.microsoft.com/office/drawing/2014/main" id="{24324D6F-A81D-45F2-BA36-C53F1AB0C6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3"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8" name="Freeform: Shape 157">
              <a:extLst>
                <a:ext uri="{FF2B5EF4-FFF2-40B4-BE49-F238E27FC236}">
                  <a16:creationId xmlns:a16="http://schemas.microsoft.com/office/drawing/2014/main" id="{6B00668D-07BC-47CF-9D1E-F94EC7C56F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701"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9" name="Freeform: Shape 158">
              <a:extLst>
                <a:ext uri="{FF2B5EF4-FFF2-40B4-BE49-F238E27FC236}">
                  <a16:creationId xmlns:a16="http://schemas.microsoft.com/office/drawing/2014/main" id="{BCF78A89-29F2-4973-8463-DF3C57EFB4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54"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60" name="Freeform: Shape 159">
              <a:extLst>
                <a:ext uri="{FF2B5EF4-FFF2-40B4-BE49-F238E27FC236}">
                  <a16:creationId xmlns:a16="http://schemas.microsoft.com/office/drawing/2014/main" id="{F5BCB645-FB02-40FC-99A4-06CA3F1B28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102"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61" name="Freeform: Shape 160">
              <a:extLst>
                <a:ext uri="{FF2B5EF4-FFF2-40B4-BE49-F238E27FC236}">
                  <a16:creationId xmlns:a16="http://schemas.microsoft.com/office/drawing/2014/main" id="{F6115A3A-2FBE-4633-A426-37D05BC071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50"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62" name="Freeform: Shape 161">
              <a:extLst>
                <a:ext uri="{FF2B5EF4-FFF2-40B4-BE49-F238E27FC236}">
                  <a16:creationId xmlns:a16="http://schemas.microsoft.com/office/drawing/2014/main" id="{AEFD8D2F-B95A-4C0A-AE85-53171B29F5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481330"/>
              <a:ext cx="14097" cy="14096"/>
            </a:xfrm>
            <a:custGeom>
              <a:avLst/>
              <a:gdLst>
                <a:gd name="connsiteX0" fmla="*/ 14097 w 14097"/>
                <a:gd name="connsiteY0" fmla="*/ 7049 h 14096"/>
                <a:gd name="connsiteX1" fmla="*/ 7049 w 14097"/>
                <a:gd name="connsiteY1" fmla="*/ 14097 h 14096"/>
                <a:gd name="connsiteX2" fmla="*/ 0 w 14097"/>
                <a:gd name="connsiteY2" fmla="*/ 7049 h 14096"/>
                <a:gd name="connsiteX3" fmla="*/ 7049 w 14097"/>
                <a:gd name="connsiteY3" fmla="*/ 0 h 14096"/>
                <a:gd name="connsiteX4" fmla="*/ 14097 w 14097"/>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9"/>
                  </a:moveTo>
                  <a:cubicBezTo>
                    <a:pt x="14097" y="10954"/>
                    <a:pt x="10954" y="14097"/>
                    <a:pt x="7049" y="14097"/>
                  </a:cubicBezTo>
                  <a:cubicBezTo>
                    <a:pt x="3143" y="14097"/>
                    <a:pt x="0" y="10954"/>
                    <a:pt x="0" y="7049"/>
                  </a:cubicBezTo>
                  <a:cubicBezTo>
                    <a:pt x="0" y="3143"/>
                    <a:pt x="3143" y="0"/>
                    <a:pt x="7049"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3" name="Freeform: Shape 162">
              <a:extLst>
                <a:ext uri="{FF2B5EF4-FFF2-40B4-BE49-F238E27FC236}">
                  <a16:creationId xmlns:a16="http://schemas.microsoft.com/office/drawing/2014/main" id="{4DD4F397-1F35-4E06-8EC1-8F58C51912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4" name="Freeform: Shape 163">
              <a:extLst>
                <a:ext uri="{FF2B5EF4-FFF2-40B4-BE49-F238E27FC236}">
                  <a16:creationId xmlns:a16="http://schemas.microsoft.com/office/drawing/2014/main" id="{B031E5E0-C77D-49F7-ADF2-258D23052D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481330"/>
              <a:ext cx="14096" cy="14096"/>
            </a:xfrm>
            <a:custGeom>
              <a:avLst/>
              <a:gdLst>
                <a:gd name="connsiteX0" fmla="*/ 14097 w 14096"/>
                <a:gd name="connsiteY0" fmla="*/ 7049 h 14096"/>
                <a:gd name="connsiteX1" fmla="*/ 7049 w 14096"/>
                <a:gd name="connsiteY1" fmla="*/ 14097 h 14096"/>
                <a:gd name="connsiteX2" fmla="*/ 0 w 14096"/>
                <a:gd name="connsiteY2" fmla="*/ 7049 h 14096"/>
                <a:gd name="connsiteX3" fmla="*/ 7049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9" y="14097"/>
                  </a:cubicBezTo>
                  <a:cubicBezTo>
                    <a:pt x="3143" y="14097"/>
                    <a:pt x="0" y="10954"/>
                    <a:pt x="0" y="7049"/>
                  </a:cubicBezTo>
                  <a:cubicBezTo>
                    <a:pt x="0" y="3143"/>
                    <a:pt x="3143" y="0"/>
                    <a:pt x="7049"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165" name="Freeform: Shape 164">
              <a:extLst>
                <a:ext uri="{FF2B5EF4-FFF2-40B4-BE49-F238E27FC236}">
                  <a16:creationId xmlns:a16="http://schemas.microsoft.com/office/drawing/2014/main" id="{3F044DE9-FE64-4C30-8191-7E1547880C4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6" name="Freeform: Shape 165">
              <a:extLst>
                <a:ext uri="{FF2B5EF4-FFF2-40B4-BE49-F238E27FC236}">
                  <a16:creationId xmlns:a16="http://schemas.microsoft.com/office/drawing/2014/main" id="{9B18BCEB-85ED-4077-ACB7-FEB2F6443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167" name="Freeform: Shape 166">
              <a:extLst>
                <a:ext uri="{FF2B5EF4-FFF2-40B4-BE49-F238E27FC236}">
                  <a16:creationId xmlns:a16="http://schemas.microsoft.com/office/drawing/2014/main" id="{00C0927E-2CCF-4F8E-8A54-22B8A93C97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48132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68" name="Freeform: Shape 167">
              <a:extLst>
                <a:ext uri="{FF2B5EF4-FFF2-40B4-BE49-F238E27FC236}">
                  <a16:creationId xmlns:a16="http://schemas.microsoft.com/office/drawing/2014/main" id="{D0C3350E-04F5-4FED-9991-4DD964E099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4057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69" name="Freeform: Shape 168">
              <a:extLst>
                <a:ext uri="{FF2B5EF4-FFF2-40B4-BE49-F238E27FC236}">
                  <a16:creationId xmlns:a16="http://schemas.microsoft.com/office/drawing/2014/main" id="{F43D0338-A6C9-4866-8D0C-072664518E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405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0" name="Freeform: Shape 169">
              <a:extLst>
                <a:ext uri="{FF2B5EF4-FFF2-40B4-BE49-F238E27FC236}">
                  <a16:creationId xmlns:a16="http://schemas.microsoft.com/office/drawing/2014/main" id="{40EA171B-27E2-4100-9D5F-123CF6E7F9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40584"/>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1" name="Freeform: Shape 170">
              <a:extLst>
                <a:ext uri="{FF2B5EF4-FFF2-40B4-BE49-F238E27FC236}">
                  <a16:creationId xmlns:a16="http://schemas.microsoft.com/office/drawing/2014/main" id="{22FD540C-F3DF-40F5-B2BE-BBD113EF4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4058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2" name="Freeform: Shape 171">
              <a:extLst>
                <a:ext uri="{FF2B5EF4-FFF2-40B4-BE49-F238E27FC236}">
                  <a16:creationId xmlns:a16="http://schemas.microsoft.com/office/drawing/2014/main" id="{57768D93-FAD4-4236-969B-B8EE8E88F3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405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3" name="Freeform: Shape 172">
              <a:extLst>
                <a:ext uri="{FF2B5EF4-FFF2-40B4-BE49-F238E27FC236}">
                  <a16:creationId xmlns:a16="http://schemas.microsoft.com/office/drawing/2014/main" id="{0F5E0490-21C2-4EF6-950D-38814F32C2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40588"/>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74" name="Freeform: Shape 173">
              <a:extLst>
                <a:ext uri="{FF2B5EF4-FFF2-40B4-BE49-F238E27FC236}">
                  <a16:creationId xmlns:a16="http://schemas.microsoft.com/office/drawing/2014/main" id="{8E981C9B-710F-4034-AE82-28B1B07245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99737"/>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5" name="Freeform: Shape 174">
              <a:extLst>
                <a:ext uri="{FF2B5EF4-FFF2-40B4-BE49-F238E27FC236}">
                  <a16:creationId xmlns:a16="http://schemas.microsoft.com/office/drawing/2014/main" id="{CC62C2CC-DBAE-4877-8F55-02FE00AE811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6" name="Freeform: Shape 175">
              <a:extLst>
                <a:ext uri="{FF2B5EF4-FFF2-40B4-BE49-F238E27FC236}">
                  <a16:creationId xmlns:a16="http://schemas.microsoft.com/office/drawing/2014/main" id="{D8F57D8B-1988-441F-9DAE-A525DA5E9D9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99737"/>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7" name="Freeform: Shape 176">
              <a:extLst>
                <a:ext uri="{FF2B5EF4-FFF2-40B4-BE49-F238E27FC236}">
                  <a16:creationId xmlns:a16="http://schemas.microsoft.com/office/drawing/2014/main" id="{6715F028-3A13-4D5F-86C4-74C0AD81D6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8" name="Freeform: Shape 177">
              <a:extLst>
                <a:ext uri="{FF2B5EF4-FFF2-40B4-BE49-F238E27FC236}">
                  <a16:creationId xmlns:a16="http://schemas.microsoft.com/office/drawing/2014/main" id="{DC6C9B50-47B3-44E7-B897-43D010A189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9973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9" name="Freeform: Shape 178">
              <a:extLst>
                <a:ext uri="{FF2B5EF4-FFF2-40B4-BE49-F238E27FC236}">
                  <a16:creationId xmlns:a16="http://schemas.microsoft.com/office/drawing/2014/main" id="{F3F602F0-702E-4D5F-A4FC-0E602C02B9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0" name="Freeform: Shape 179">
              <a:extLst>
                <a:ext uri="{FF2B5EF4-FFF2-40B4-BE49-F238E27FC236}">
                  <a16:creationId xmlns:a16="http://schemas.microsoft.com/office/drawing/2014/main" id="{9F379870-B34C-4DFC-9F0A-BDAB8C89FE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6589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1" name="Freeform: Shape 180">
              <a:extLst>
                <a:ext uri="{FF2B5EF4-FFF2-40B4-BE49-F238E27FC236}">
                  <a16:creationId xmlns:a16="http://schemas.microsoft.com/office/drawing/2014/main" id="{641092AC-FED1-4D1D-B57C-0AC883CA95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2" name="Freeform: Shape 181">
              <a:extLst>
                <a:ext uri="{FF2B5EF4-FFF2-40B4-BE49-F238E27FC236}">
                  <a16:creationId xmlns:a16="http://schemas.microsoft.com/office/drawing/2014/main" id="{EA8A0B5E-5BB1-46AF-AC31-7D3756F354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65898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3" name="Freeform: Shape 182">
              <a:extLst>
                <a:ext uri="{FF2B5EF4-FFF2-40B4-BE49-F238E27FC236}">
                  <a16:creationId xmlns:a16="http://schemas.microsoft.com/office/drawing/2014/main" id="{1C519384-2192-432B-B768-64B4BC2DA98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4" name="Freeform: Shape 183">
              <a:extLst>
                <a:ext uri="{FF2B5EF4-FFF2-40B4-BE49-F238E27FC236}">
                  <a16:creationId xmlns:a16="http://schemas.microsoft.com/office/drawing/2014/main" id="{13C77A9D-44F0-4289-A611-D8AF813570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85" name="Freeform: Shape 184">
              <a:extLst>
                <a:ext uri="{FF2B5EF4-FFF2-40B4-BE49-F238E27FC236}">
                  <a16:creationId xmlns:a16="http://schemas.microsoft.com/office/drawing/2014/main" id="{0A54AEDC-E418-4E02-A713-6CE30C0CDD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1" y="36589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6" name="Freeform: Shape 185">
              <a:extLst>
                <a:ext uri="{FF2B5EF4-FFF2-40B4-BE49-F238E27FC236}">
                  <a16:creationId xmlns:a16="http://schemas.microsoft.com/office/drawing/2014/main" id="{24FECFE3-9F31-47B0-B17F-CF2A1CEE85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9" y="3718130"/>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7" name="Freeform: Shape 186">
              <a:extLst>
                <a:ext uri="{FF2B5EF4-FFF2-40B4-BE49-F238E27FC236}">
                  <a16:creationId xmlns:a16="http://schemas.microsoft.com/office/drawing/2014/main" id="{68167DF4-8B16-419B-B7BA-2FD5FF6CC8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8" name="Freeform: Shape 187">
              <a:extLst>
                <a:ext uri="{FF2B5EF4-FFF2-40B4-BE49-F238E27FC236}">
                  <a16:creationId xmlns:a16="http://schemas.microsoft.com/office/drawing/2014/main" id="{A543D24F-44C0-4DDF-A30E-8C8407548F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5" y="3718130"/>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9" name="Freeform: Shape 188">
              <a:extLst>
                <a:ext uri="{FF2B5EF4-FFF2-40B4-BE49-F238E27FC236}">
                  <a16:creationId xmlns:a16="http://schemas.microsoft.com/office/drawing/2014/main" id="{63DEAE3C-3931-41EE-B4A1-F9385602BE1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5"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0" name="Freeform: Shape 189">
              <a:extLst>
                <a:ext uri="{FF2B5EF4-FFF2-40B4-BE49-F238E27FC236}">
                  <a16:creationId xmlns:a16="http://schemas.microsoft.com/office/drawing/2014/main" id="{B11945CD-32F6-4C09-82AF-5510512312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92" y="371812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91" name="Freeform: Shape 190">
              <a:extLst>
                <a:ext uri="{FF2B5EF4-FFF2-40B4-BE49-F238E27FC236}">
                  <a16:creationId xmlns:a16="http://schemas.microsoft.com/office/drawing/2014/main" id="{9109F44F-512F-4792-AED2-ECA80DDE16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0" y="371813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2" name="Freeform: Shape 191">
              <a:extLst>
                <a:ext uri="{FF2B5EF4-FFF2-40B4-BE49-F238E27FC236}">
                  <a16:creationId xmlns:a16="http://schemas.microsoft.com/office/drawing/2014/main" id="{29B9E19B-BC56-46F2-BFFF-1688CEA55A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77737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3" name="Freeform: Shape 192">
              <a:extLst>
                <a:ext uri="{FF2B5EF4-FFF2-40B4-BE49-F238E27FC236}">
                  <a16:creationId xmlns:a16="http://schemas.microsoft.com/office/drawing/2014/main" id="{F573BDDE-4AED-43FB-B8D1-B5F3708931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7737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4" name="Freeform: Shape 193">
              <a:extLst>
                <a:ext uri="{FF2B5EF4-FFF2-40B4-BE49-F238E27FC236}">
                  <a16:creationId xmlns:a16="http://schemas.microsoft.com/office/drawing/2014/main" id="{EFFDA684-6DFF-4629-830E-6F2ACAB8C3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6" y="3777375"/>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95" name="Freeform: Shape 194">
              <a:extLst>
                <a:ext uri="{FF2B5EF4-FFF2-40B4-BE49-F238E27FC236}">
                  <a16:creationId xmlns:a16="http://schemas.microsoft.com/office/drawing/2014/main" id="{92E23250-6349-4726-AF61-08A57B3A2E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55" y="377735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6" name="Freeform: Shape 195">
              <a:extLst>
                <a:ext uri="{FF2B5EF4-FFF2-40B4-BE49-F238E27FC236}">
                  <a16:creationId xmlns:a16="http://schemas.microsoft.com/office/drawing/2014/main" id="{8536AAE6-5497-4B0A-9C9F-4EAA1BB322B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314" y="377745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97" name="Freeform: Shape 196">
              <a:extLst>
                <a:ext uri="{FF2B5EF4-FFF2-40B4-BE49-F238E27FC236}">
                  <a16:creationId xmlns:a16="http://schemas.microsoft.com/office/drawing/2014/main" id="{52B72898-B9DE-4574-BB20-0C317954D4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4" y="377742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337564252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0C541B88-1AE9-40C3-AFD5-967787C197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E5F17139-31EE-46AC-B04F-DBBD852DD6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890596"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A9110FD-A640-245B-67B6-79C12B7B3B4B}"/>
              </a:ext>
            </a:extLst>
          </p:cNvPr>
          <p:cNvSpPr>
            <a:spLocks noGrp="1"/>
          </p:cNvSpPr>
          <p:nvPr>
            <p:ph type="title"/>
          </p:nvPr>
        </p:nvSpPr>
        <p:spPr>
          <a:xfrm>
            <a:off x="714413" y="1207600"/>
            <a:ext cx="3707570" cy="4238118"/>
          </a:xfrm>
        </p:spPr>
        <p:txBody>
          <a:bodyPr>
            <a:normAutofit/>
          </a:bodyPr>
          <a:lstStyle/>
          <a:p>
            <a:r>
              <a:rPr lang="en-US">
                <a:solidFill>
                  <a:schemeClr val="bg1"/>
                </a:solidFill>
              </a:rPr>
              <a:t>Writing Custom Semgrep Rules</a:t>
            </a:r>
          </a:p>
        </p:txBody>
      </p:sp>
      <p:grpSp>
        <p:nvGrpSpPr>
          <p:cNvPr id="13" name="Graphic 38">
            <a:extLst>
              <a:ext uri="{FF2B5EF4-FFF2-40B4-BE49-F238E27FC236}">
                <a16:creationId xmlns:a16="http://schemas.microsoft.com/office/drawing/2014/main" id="{7CF625D3-71A3-4F30-A096-8EF334E959D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02912"/>
            <a:ext cx="1910252" cy="709660"/>
            <a:chOff x="2267504" y="2540250"/>
            <a:chExt cx="1990951" cy="739640"/>
          </a:xfrm>
          <a:solidFill>
            <a:schemeClr val="bg1"/>
          </a:solidFill>
        </p:grpSpPr>
        <p:sp>
          <p:nvSpPr>
            <p:cNvPr id="14" name="Freeform: Shape 13">
              <a:extLst>
                <a:ext uri="{FF2B5EF4-FFF2-40B4-BE49-F238E27FC236}">
                  <a16:creationId xmlns:a16="http://schemas.microsoft.com/office/drawing/2014/main" id="{C6754E2F-F56E-4BA3-99DD-8EBF110E343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54025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5835 h 286230"/>
                <a:gd name="connsiteX8" fmla="*/ 255835 w 1990951"/>
                <a:gd name="connsiteY8" fmla="*/ 0 h 286230"/>
                <a:gd name="connsiteX9" fmla="*/ 504071 w 1990951"/>
                <a:gd name="connsiteY9" fmla="*/ 245703 h 286230"/>
                <a:gd name="connsiteX10" fmla="*/ 749773 w 1990951"/>
                <a:gd name="connsiteY10" fmla="*/ 0 h 286230"/>
                <a:gd name="connsiteX11" fmla="*/ 995476 w 1990951"/>
                <a:gd name="connsiteY11" fmla="*/ 245703 h 286230"/>
                <a:gd name="connsiteX12" fmla="*/ 1243712 w 1990951"/>
                <a:gd name="connsiteY12" fmla="*/ 0 h 286230"/>
                <a:gd name="connsiteX13" fmla="*/ 1489414 w 1990951"/>
                <a:gd name="connsiteY13" fmla="*/ 245703 h 286230"/>
                <a:gd name="connsiteX14" fmla="*/ 1735117 w 1990951"/>
                <a:gd name="connsiteY14" fmla="*/ 0 h 286230"/>
                <a:gd name="connsiteX15" fmla="*/ 1990952 w 1990951"/>
                <a:gd name="connsiteY15" fmla="*/ 255835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5835"/>
                  </a:lnTo>
                  <a:lnTo>
                    <a:pt x="255835" y="0"/>
                  </a:lnTo>
                  <a:lnTo>
                    <a:pt x="504071" y="245703"/>
                  </a:lnTo>
                  <a:lnTo>
                    <a:pt x="749773" y="0"/>
                  </a:lnTo>
                  <a:lnTo>
                    <a:pt x="995476" y="245703"/>
                  </a:lnTo>
                  <a:lnTo>
                    <a:pt x="1243712" y="0"/>
                  </a:lnTo>
                  <a:lnTo>
                    <a:pt x="1489414" y="245703"/>
                  </a:lnTo>
                  <a:lnTo>
                    <a:pt x="1735117" y="0"/>
                  </a:lnTo>
                  <a:lnTo>
                    <a:pt x="1990952" y="255835"/>
                  </a:lnTo>
                  <a:lnTo>
                    <a:pt x="1973221" y="276099"/>
                  </a:lnTo>
                  <a:lnTo>
                    <a:pt x="1735117" y="40528"/>
                  </a:lnTo>
                  <a:close/>
                </a:path>
              </a:pathLst>
            </a:custGeom>
            <a:grpFill/>
            <a:ln w="25320" cap="flat">
              <a:noFill/>
              <a:prstDash val="solid"/>
              <a:miter/>
            </a:ln>
          </p:spPr>
          <p:txBody>
            <a:bodyPr rtlCol="0" anchor="ctr"/>
            <a:lstStyle/>
            <a:p>
              <a:endParaRPr lang="en-US"/>
            </a:p>
          </p:txBody>
        </p:sp>
        <p:sp>
          <p:nvSpPr>
            <p:cNvPr id="15" name="Freeform: Shape 14">
              <a:extLst>
                <a:ext uri="{FF2B5EF4-FFF2-40B4-BE49-F238E27FC236}">
                  <a16:creationId xmlns:a16="http://schemas.microsoft.com/office/drawing/2014/main" id="{24A69059-7C49-49C6-B071-F2A9B558E0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99366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8368 h 286230"/>
                <a:gd name="connsiteX8" fmla="*/ 255835 w 1990951"/>
                <a:gd name="connsiteY8" fmla="*/ 0 h 286230"/>
                <a:gd name="connsiteX9" fmla="*/ 504071 w 1990951"/>
                <a:gd name="connsiteY9" fmla="*/ 248236 h 286230"/>
                <a:gd name="connsiteX10" fmla="*/ 749773 w 1990951"/>
                <a:gd name="connsiteY10" fmla="*/ 0 h 286230"/>
                <a:gd name="connsiteX11" fmla="*/ 995476 w 1990951"/>
                <a:gd name="connsiteY11" fmla="*/ 248236 h 286230"/>
                <a:gd name="connsiteX12" fmla="*/ 1243712 w 1990951"/>
                <a:gd name="connsiteY12" fmla="*/ 0 h 286230"/>
                <a:gd name="connsiteX13" fmla="*/ 1489414 w 1990951"/>
                <a:gd name="connsiteY13" fmla="*/ 248236 h 286230"/>
                <a:gd name="connsiteX14" fmla="*/ 1735117 w 1990951"/>
                <a:gd name="connsiteY14" fmla="*/ 0 h 286230"/>
                <a:gd name="connsiteX15" fmla="*/ 1990952 w 1990951"/>
                <a:gd name="connsiteY15" fmla="*/ 258368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8368"/>
                  </a:lnTo>
                  <a:lnTo>
                    <a:pt x="255835" y="0"/>
                  </a:lnTo>
                  <a:lnTo>
                    <a:pt x="504071" y="248236"/>
                  </a:lnTo>
                  <a:lnTo>
                    <a:pt x="749773" y="0"/>
                  </a:lnTo>
                  <a:lnTo>
                    <a:pt x="995476" y="248236"/>
                  </a:lnTo>
                  <a:lnTo>
                    <a:pt x="1243712" y="0"/>
                  </a:lnTo>
                  <a:lnTo>
                    <a:pt x="1489414" y="248236"/>
                  </a:lnTo>
                  <a:lnTo>
                    <a:pt x="1735117" y="0"/>
                  </a:lnTo>
                  <a:lnTo>
                    <a:pt x="1990952" y="258368"/>
                  </a:lnTo>
                  <a:lnTo>
                    <a:pt x="1973221" y="276099"/>
                  </a:lnTo>
                  <a:lnTo>
                    <a:pt x="1735117" y="40528"/>
                  </a:lnTo>
                  <a:close/>
                </a:path>
              </a:pathLst>
            </a:custGeom>
            <a:grpFill/>
            <a:ln w="25320" cap="flat">
              <a:noFill/>
              <a:prstDash val="solid"/>
              <a:miter/>
            </a:ln>
          </p:spPr>
          <p:txBody>
            <a:bodyPr rtlCol="0" anchor="ctr"/>
            <a:lstStyle/>
            <a:p>
              <a:endParaRPr lang="en-US"/>
            </a:p>
          </p:txBody>
        </p:sp>
      </p:grpSp>
      <p:sp>
        <p:nvSpPr>
          <p:cNvPr id="17" name="Oval 16">
            <a:extLst>
              <a:ext uri="{FF2B5EF4-FFF2-40B4-BE49-F238E27FC236}">
                <a16:creationId xmlns:a16="http://schemas.microsoft.com/office/drawing/2014/main" id="{89D16701-DA76-4F72-BB63-E2C3FFBDFE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260" y="4752208"/>
            <a:ext cx="365021" cy="365021"/>
          </a:xfrm>
          <a:prstGeom prst="ellipse">
            <a:avLst/>
          </a:prstGeom>
          <a:solidFill>
            <a:srgbClr val="FFFFFF"/>
          </a:solidFill>
          <a:ln w="28575">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9" name="Oval 18">
            <a:extLst>
              <a:ext uri="{FF2B5EF4-FFF2-40B4-BE49-F238E27FC236}">
                <a16:creationId xmlns:a16="http://schemas.microsoft.com/office/drawing/2014/main" id="{1CC28BE1-9DC6-43FE-9582-39F091098D7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260" y="4752208"/>
            <a:ext cx="365021" cy="365021"/>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21" name="Graphic 4">
            <a:extLst>
              <a:ext uri="{FF2B5EF4-FFF2-40B4-BE49-F238E27FC236}">
                <a16:creationId xmlns:a16="http://schemas.microsoft.com/office/drawing/2014/main" id="{AF9AF3F3-CE0C-4125-BDD7-346487FA0B4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109667" y="5539935"/>
            <a:ext cx="975169" cy="975171"/>
            <a:chOff x="5829300" y="3162300"/>
            <a:chExt cx="532256" cy="532257"/>
          </a:xfrm>
          <a:solidFill>
            <a:schemeClr val="bg1"/>
          </a:solidFill>
        </p:grpSpPr>
        <p:sp>
          <p:nvSpPr>
            <p:cNvPr id="22" name="Freeform: Shape 21">
              <a:extLst>
                <a:ext uri="{FF2B5EF4-FFF2-40B4-BE49-F238E27FC236}">
                  <a16:creationId xmlns:a16="http://schemas.microsoft.com/office/drawing/2014/main" id="{B31DFBFA-CF4D-4940-9086-26F83E5C6BB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9208" y="3192208"/>
              <a:ext cx="112966" cy="11296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9525" cap="flat">
              <a:no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27854033-BD20-4C77-8C5B-048F4B3BDD0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1205" y="3164205"/>
              <a:ext cx="230314" cy="230314"/>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9525" cap="flat">
              <a:no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BC93AA74-BEB3-444F-835B-7AA6ECE617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29300" y="3162300"/>
              <a:ext cx="294131" cy="294131"/>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9525" cap="flat">
              <a:no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F00DF1C9-6952-4704-B8B3-95406E18E4C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7205" y="3170110"/>
              <a:ext cx="337184" cy="337280"/>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9525" cap="flat">
              <a:noFill/>
              <a:prstDash val="solid"/>
              <a:miter/>
            </a:ln>
          </p:spPr>
          <p:txBody>
            <a:bodyPr rtlCol="0" anchor="ctr"/>
            <a:lstStyle/>
            <a:p>
              <a:endParaRPr lang="en-US"/>
            </a:p>
          </p:txBody>
        </p:sp>
        <p:sp>
          <p:nvSpPr>
            <p:cNvPr id="26" name="Freeform: Shape 25">
              <a:extLst>
                <a:ext uri="{FF2B5EF4-FFF2-40B4-BE49-F238E27FC236}">
                  <a16:creationId xmlns:a16="http://schemas.microsoft.com/office/drawing/2014/main" id="{B34783FD-297C-40D2-964B-DBAE4DE283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3207" y="3186207"/>
              <a:ext cx="364617" cy="364617"/>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9525" cap="flat">
              <a:no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DE621623-0357-4FD5-A1AC-4005010259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5305" y="3208305"/>
              <a:ext cx="380238" cy="380238"/>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9525" cap="flat">
              <a:noFill/>
              <a:prstDash val="solid"/>
              <a:miter/>
            </a:ln>
          </p:spPr>
          <p:txBody>
            <a:bodyPr rtlCol="0" anchor="ctr"/>
            <a:lstStyle/>
            <a:p>
              <a:endParaRPr lang="en-US"/>
            </a:p>
          </p:txBody>
        </p:sp>
        <p:sp>
          <p:nvSpPr>
            <p:cNvPr id="28" name="Freeform: Shape 27">
              <a:extLst>
                <a:ext uri="{FF2B5EF4-FFF2-40B4-BE49-F238E27FC236}">
                  <a16:creationId xmlns:a16="http://schemas.microsoft.com/office/drawing/2014/main" id="{024F346E-10A0-458F-A9CA-8C0079472F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02832" y="3235832"/>
              <a:ext cx="385191" cy="385191"/>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9525" cap="flat">
              <a:noFill/>
              <a:prstDash val="solid"/>
              <a:miter/>
            </a:ln>
          </p:spPr>
          <p:txBody>
            <a:bodyPr rtlCol="0" anchor="ctr"/>
            <a:lstStyle/>
            <a:p>
              <a:endParaRPr lang="en-US"/>
            </a:p>
          </p:txBody>
        </p:sp>
        <p:sp>
          <p:nvSpPr>
            <p:cNvPr id="29" name="Freeform: Shape 28">
              <a:extLst>
                <a:ext uri="{FF2B5EF4-FFF2-40B4-BE49-F238E27FC236}">
                  <a16:creationId xmlns:a16="http://schemas.microsoft.com/office/drawing/2014/main" id="{7937A2F7-01A9-47F3-BED6-B61D998408A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35789" y="3268313"/>
              <a:ext cx="379761" cy="380237"/>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5B44DAF8-5073-441A-82E1-180385D35F2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2841" y="3305841"/>
              <a:ext cx="364807" cy="364807"/>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52B0413D-0E36-4A90-8E6A-9EDC676A60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16370" y="3349466"/>
              <a:ext cx="337280" cy="337280"/>
            </a:xfrm>
            <a:custGeom>
              <a:avLst/>
              <a:gdLst>
                <a:gd name="connsiteX0" fmla="*/ 333470 w 337280"/>
                <a:gd name="connsiteY0" fmla="*/ 0 h 337280"/>
                <a:gd name="connsiteX1" fmla="*/ 337280 w 337280"/>
                <a:gd name="connsiteY1" fmla="*/ 13430 h 337280"/>
                <a:gd name="connsiteX2" fmla="*/ 13430 w 337280"/>
                <a:gd name="connsiteY2" fmla="*/ 337280 h 337280"/>
                <a:gd name="connsiteX3" fmla="*/ 0 w 337280"/>
                <a:gd name="connsiteY3" fmla="*/ 333470 h 337280"/>
              </a:gdLst>
              <a:ahLst/>
              <a:cxnLst>
                <a:cxn ang="0">
                  <a:pos x="connsiteX0" y="connsiteY0"/>
                </a:cxn>
                <a:cxn ang="0">
                  <a:pos x="connsiteX1" y="connsiteY1"/>
                </a:cxn>
                <a:cxn ang="0">
                  <a:pos x="connsiteX2" y="connsiteY2"/>
                </a:cxn>
                <a:cxn ang="0">
                  <a:pos x="connsiteX3" y="connsiteY3"/>
                </a:cxn>
              </a:cxnLst>
              <a:rect l="l" t="t" r="r" b="b"/>
              <a:pathLst>
                <a:path w="337280" h="337280">
                  <a:moveTo>
                    <a:pt x="333470" y="0"/>
                  </a:moveTo>
                  <a:cubicBezTo>
                    <a:pt x="334899" y="4382"/>
                    <a:pt x="336137" y="8858"/>
                    <a:pt x="337280" y="13430"/>
                  </a:cubicBezTo>
                  <a:lnTo>
                    <a:pt x="13430" y="337280"/>
                  </a:lnTo>
                  <a:cubicBezTo>
                    <a:pt x="8858" y="336137"/>
                    <a:pt x="4382" y="334899"/>
                    <a:pt x="0" y="333470"/>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86059ECF-0D50-48AD-B67A-645EC29D336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67329" y="3400425"/>
              <a:ext cx="294227" cy="294132"/>
            </a:xfrm>
            <a:custGeom>
              <a:avLst/>
              <a:gdLst>
                <a:gd name="connsiteX0" fmla="*/ 292989 w 294227"/>
                <a:gd name="connsiteY0" fmla="*/ 0 h 294132"/>
                <a:gd name="connsiteX1" fmla="*/ 294227 w 294227"/>
                <a:gd name="connsiteY1" fmla="*/ 15907 h 294132"/>
                <a:gd name="connsiteX2" fmla="*/ 15907 w 294227"/>
                <a:gd name="connsiteY2" fmla="*/ 294132 h 294132"/>
                <a:gd name="connsiteX3" fmla="*/ 0 w 294227"/>
                <a:gd name="connsiteY3" fmla="*/ 292894 h 294132"/>
              </a:gdLst>
              <a:ahLst/>
              <a:cxnLst>
                <a:cxn ang="0">
                  <a:pos x="connsiteX0" y="connsiteY0"/>
                </a:cxn>
                <a:cxn ang="0">
                  <a:pos x="connsiteX1" y="connsiteY1"/>
                </a:cxn>
                <a:cxn ang="0">
                  <a:pos x="connsiteX2" y="connsiteY2"/>
                </a:cxn>
                <a:cxn ang="0">
                  <a:pos x="connsiteX3" y="connsiteY3"/>
                </a:cxn>
              </a:cxnLst>
              <a:rect l="l" t="t" r="r" b="b"/>
              <a:pathLst>
                <a:path w="294227" h="294132">
                  <a:moveTo>
                    <a:pt x="292989" y="0"/>
                  </a:moveTo>
                  <a:cubicBezTo>
                    <a:pt x="293561" y="5334"/>
                    <a:pt x="293942" y="10668"/>
                    <a:pt x="294227" y="15907"/>
                  </a:cubicBezTo>
                  <a:lnTo>
                    <a:pt x="15907" y="294132"/>
                  </a:lnTo>
                  <a:cubicBezTo>
                    <a:pt x="10668" y="294132"/>
                    <a:pt x="5334" y="293465"/>
                    <a:pt x="0" y="292894"/>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B394906F-6BF2-447E-9886-F12708E128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29337" y="3462337"/>
              <a:ext cx="230314" cy="230314"/>
            </a:xfrm>
            <a:custGeom>
              <a:avLst/>
              <a:gdLst>
                <a:gd name="connsiteX0" fmla="*/ 230315 w 230314"/>
                <a:gd name="connsiteY0" fmla="*/ 0 h 230314"/>
                <a:gd name="connsiteX1" fmla="*/ 226886 w 230314"/>
                <a:gd name="connsiteY1" fmla="*/ 20574 h 230314"/>
                <a:gd name="connsiteX2" fmla="*/ 20669 w 230314"/>
                <a:gd name="connsiteY2" fmla="*/ 226790 h 230314"/>
                <a:gd name="connsiteX3" fmla="*/ 0 w 230314"/>
                <a:gd name="connsiteY3" fmla="*/ 230315 h 230314"/>
              </a:gdLst>
              <a:ahLst/>
              <a:cxnLst>
                <a:cxn ang="0">
                  <a:pos x="connsiteX0" y="connsiteY0"/>
                </a:cxn>
                <a:cxn ang="0">
                  <a:pos x="connsiteX1" y="connsiteY1"/>
                </a:cxn>
                <a:cxn ang="0">
                  <a:pos x="connsiteX2" y="connsiteY2"/>
                </a:cxn>
                <a:cxn ang="0">
                  <a:pos x="connsiteX3" y="connsiteY3"/>
                </a:cxn>
              </a:cxnLst>
              <a:rect l="l" t="t" r="r" b="b"/>
              <a:pathLst>
                <a:path w="230314" h="230314">
                  <a:moveTo>
                    <a:pt x="230315" y="0"/>
                  </a:moveTo>
                  <a:cubicBezTo>
                    <a:pt x="229457" y="6953"/>
                    <a:pt x="228314" y="13716"/>
                    <a:pt x="226886" y="20574"/>
                  </a:cubicBezTo>
                  <a:lnTo>
                    <a:pt x="20669" y="226790"/>
                  </a:lnTo>
                  <a:cubicBezTo>
                    <a:pt x="13811" y="228314"/>
                    <a:pt x="6953" y="229457"/>
                    <a:pt x="0" y="230315"/>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A45EB96B-215A-4EBF-A594-2B082223393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18682" y="3551682"/>
              <a:ext cx="112871" cy="112871"/>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9525" cap="flat">
              <a:noFill/>
              <a:prstDash val="solid"/>
              <a:miter/>
            </a:ln>
          </p:spPr>
          <p:txBody>
            <a:bodyPr rtlCol="0" anchor="ctr"/>
            <a:lstStyle/>
            <a:p>
              <a:endParaRPr lang="en-US"/>
            </a:p>
          </p:txBody>
        </p:sp>
      </p:grpSp>
      <p:graphicFrame>
        <p:nvGraphicFramePr>
          <p:cNvPr id="5" name="Content Placeholder 2">
            <a:extLst>
              <a:ext uri="{FF2B5EF4-FFF2-40B4-BE49-F238E27FC236}">
                <a16:creationId xmlns:a16="http://schemas.microsoft.com/office/drawing/2014/main" id="{3A220D71-8A7A-B6C1-7849-0093E1253A45}"/>
              </a:ext>
            </a:extLst>
          </p:cNvPr>
          <p:cNvGraphicFramePr>
            <a:graphicFrameLocks noGrp="1"/>
          </p:cNvGraphicFramePr>
          <p:nvPr>
            <p:ph idx="1"/>
            <p:extLst>
              <p:ext uri="{D42A27DB-BD31-4B8C-83A1-F6EECF244321}">
                <p14:modId xmlns:p14="http://schemas.microsoft.com/office/powerpoint/2010/main" val="555502585"/>
              </p:ext>
            </p:extLst>
          </p:nvPr>
        </p:nvGraphicFramePr>
        <p:xfrm>
          <a:off x="5484139" y="477540"/>
          <a:ext cx="6301601" cy="587880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88002962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170293" y="146885"/>
            <a:ext cx="10381003" cy="1070326"/>
          </a:xfrm>
        </p:spPr>
        <p:txBody>
          <a:bodyPr>
            <a:normAutofit/>
          </a:bodyPr>
          <a:lstStyle/>
          <a:p>
            <a:pPr algn="ctr"/>
            <a:r>
              <a:rPr lang="en-US">
                <a:solidFill>
                  <a:schemeClr val="bg1"/>
                </a:solidFill>
              </a:rPr>
              <a:t>Semgrep Rules</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10" name="Content Placeholder 4">
            <a:extLst>
              <a:ext uri="{FF2B5EF4-FFF2-40B4-BE49-F238E27FC236}">
                <a16:creationId xmlns:a16="http://schemas.microsoft.com/office/drawing/2014/main" id="{376A8C84-7E24-E3F9-51A6-67CD1BA69421}"/>
              </a:ext>
            </a:extLst>
          </p:cNvPr>
          <p:cNvSpPr>
            <a:spLocks noGrp="1"/>
          </p:cNvSpPr>
          <p:nvPr>
            <p:ph idx="1"/>
          </p:nvPr>
        </p:nvSpPr>
        <p:spPr>
          <a:xfrm>
            <a:off x="958779" y="1293349"/>
            <a:ext cx="8958943" cy="4598992"/>
          </a:xfrm>
        </p:spPr>
        <p:txBody>
          <a:bodyPr>
            <a:normAutofit fontScale="92500" lnSpcReduction="20000"/>
          </a:bodyPr>
          <a:lstStyle/>
          <a:p>
            <a:r>
              <a:rPr lang="en-US" sz="2400" i="1">
                <a:solidFill>
                  <a:schemeClr val="bg1"/>
                </a:solidFill>
              </a:rPr>
              <a:t>A </a:t>
            </a:r>
            <a:r>
              <a:rPr lang="en-US" sz="2400" i="1" u="sng">
                <a:solidFill>
                  <a:schemeClr val="bg1"/>
                </a:solidFill>
              </a:rPr>
              <a:t>rule is a specification of the patterns</a:t>
            </a:r>
            <a:r>
              <a:rPr lang="en-US" sz="2400" i="1">
                <a:solidFill>
                  <a:schemeClr val="bg1"/>
                </a:solidFill>
              </a:rPr>
              <a:t> </a:t>
            </a:r>
            <a:r>
              <a:rPr lang="en-US" sz="2400">
                <a:solidFill>
                  <a:schemeClr val="bg1"/>
                </a:solidFill>
              </a:rPr>
              <a:t>that Semgrep must match to the code to generate a finding.</a:t>
            </a:r>
          </a:p>
          <a:p>
            <a:endParaRPr lang="en-US" sz="2400">
              <a:solidFill>
                <a:schemeClr val="bg1"/>
              </a:solidFill>
            </a:endParaRPr>
          </a:p>
          <a:p>
            <a:r>
              <a:rPr lang="en-US" sz="2400">
                <a:solidFill>
                  <a:schemeClr val="bg1"/>
                </a:solidFill>
              </a:rPr>
              <a:t>Semgrep Rules are written in YAML</a:t>
            </a:r>
          </a:p>
          <a:p>
            <a:endParaRPr lang="en-US" sz="2400">
              <a:solidFill>
                <a:schemeClr val="bg1"/>
              </a:solidFill>
            </a:endParaRPr>
          </a:p>
          <a:p>
            <a:r>
              <a:rPr lang="en-US" sz="2400">
                <a:solidFill>
                  <a:schemeClr val="bg1"/>
                </a:solidFill>
              </a:rPr>
              <a:t>Semgrep supports multiple languages </a:t>
            </a:r>
          </a:p>
          <a:p>
            <a:pPr lvl="1"/>
            <a:r>
              <a:rPr lang="en-US" sz="2000">
                <a:solidFill>
                  <a:schemeClr val="bg1"/>
                </a:solidFill>
              </a:rPr>
              <a:t>e.g.: Python, Java, C#, JavaScript, Go, etc..</a:t>
            </a:r>
          </a:p>
          <a:p>
            <a:endParaRPr lang="en-US" sz="2400">
              <a:solidFill>
                <a:schemeClr val="bg1"/>
              </a:solidFill>
            </a:endParaRPr>
          </a:p>
          <a:p>
            <a:r>
              <a:rPr lang="en-US" sz="2400">
                <a:solidFill>
                  <a:schemeClr val="bg1"/>
                </a:solidFill>
              </a:rPr>
              <a:t>Multiple modes</a:t>
            </a:r>
          </a:p>
          <a:p>
            <a:pPr lvl="1"/>
            <a:r>
              <a:rPr lang="en-US">
                <a:solidFill>
                  <a:schemeClr val="bg1"/>
                </a:solidFill>
              </a:rPr>
              <a:t>Search (default) </a:t>
            </a:r>
          </a:p>
          <a:p>
            <a:pPr lvl="1"/>
            <a:r>
              <a:rPr lang="en-US">
                <a:solidFill>
                  <a:schemeClr val="bg1"/>
                </a:solidFill>
              </a:rPr>
              <a:t>Taint</a:t>
            </a:r>
          </a:p>
          <a:p>
            <a:pPr lvl="1"/>
            <a:r>
              <a:rPr lang="en-US">
                <a:solidFill>
                  <a:schemeClr val="bg1"/>
                </a:solidFill>
              </a:rPr>
              <a:t>Join</a:t>
            </a:r>
          </a:p>
          <a:p>
            <a:pPr lvl="1"/>
            <a:r>
              <a:rPr lang="en-US">
                <a:solidFill>
                  <a:schemeClr val="bg1"/>
                </a:solidFill>
              </a:rPr>
              <a:t>Extract</a:t>
            </a:r>
          </a:p>
          <a:p>
            <a:pPr lvl="1"/>
            <a:endParaRPr lang="en-US" sz="2000"/>
          </a:p>
        </p:txBody>
      </p:sp>
    </p:spTree>
    <p:extLst>
      <p:ext uri="{BB962C8B-B14F-4D97-AF65-F5344CB8AC3E}">
        <p14:creationId xmlns:p14="http://schemas.microsoft.com/office/powerpoint/2010/main" val="161289785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391010" y="220020"/>
            <a:ext cx="10381003" cy="1070326"/>
          </a:xfrm>
        </p:spPr>
        <p:txBody>
          <a:bodyPr>
            <a:normAutofit/>
          </a:bodyPr>
          <a:lstStyle/>
          <a:p>
            <a:r>
              <a:rPr lang="en-US">
                <a:solidFill>
                  <a:schemeClr val="bg1"/>
                </a:solidFill>
              </a:rPr>
              <a:t>Schema – Required Fields</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pic>
        <p:nvPicPr>
          <p:cNvPr id="8" name="Picture 7">
            <a:extLst>
              <a:ext uri="{FF2B5EF4-FFF2-40B4-BE49-F238E27FC236}">
                <a16:creationId xmlns:a16="http://schemas.microsoft.com/office/drawing/2014/main" id="{F597542A-4DFF-58ED-E941-887CF2AFE4FF}"/>
              </a:ext>
            </a:extLst>
          </p:cNvPr>
          <p:cNvPicPr>
            <a:picLocks noChangeAspect="1"/>
          </p:cNvPicPr>
          <p:nvPr/>
        </p:nvPicPr>
        <p:blipFill>
          <a:blip r:embed="rId3"/>
          <a:stretch>
            <a:fillRect/>
          </a:stretch>
        </p:blipFill>
        <p:spPr>
          <a:xfrm>
            <a:off x="1071471" y="1567238"/>
            <a:ext cx="7336500" cy="4898571"/>
          </a:xfrm>
          <a:prstGeom prst="rect">
            <a:avLst/>
          </a:prstGeom>
          <a:ln>
            <a:solidFill>
              <a:schemeClr val="tx1"/>
            </a:solidFill>
          </a:ln>
          <a:effectLst>
            <a:outerShdw blurRad="292100" dist="139700" dir="2700000" algn="tl" rotWithShape="0">
              <a:srgbClr val="333333">
                <a:alpha val="65000"/>
              </a:srgbClr>
            </a:outerShdw>
          </a:effectLst>
        </p:spPr>
      </p:pic>
      <p:sp>
        <p:nvSpPr>
          <p:cNvPr id="12" name="TextBox 11">
            <a:extLst>
              <a:ext uri="{FF2B5EF4-FFF2-40B4-BE49-F238E27FC236}">
                <a16:creationId xmlns:a16="http://schemas.microsoft.com/office/drawing/2014/main" id="{2BBAF889-68FC-9ADE-8358-D6D8DE8386CE}"/>
              </a:ext>
            </a:extLst>
          </p:cNvPr>
          <p:cNvSpPr txBox="1"/>
          <p:nvPr/>
        </p:nvSpPr>
        <p:spPr>
          <a:xfrm>
            <a:off x="9539609" y="6184523"/>
            <a:ext cx="6097554" cy="369332"/>
          </a:xfrm>
          <a:prstGeom prst="rect">
            <a:avLst/>
          </a:prstGeom>
          <a:noFill/>
        </p:spPr>
        <p:txBody>
          <a:bodyPr wrap="square">
            <a:spAutoFit/>
          </a:bodyPr>
          <a:lstStyle/>
          <a:p>
            <a:r>
              <a:rPr lang="en-US">
                <a:hlinkClick r:id="rId4"/>
              </a:rPr>
              <a:t>Rule syntax | Semgrep</a:t>
            </a:r>
            <a:endParaRPr lang="en-US"/>
          </a:p>
        </p:txBody>
      </p:sp>
    </p:spTree>
    <p:extLst>
      <p:ext uri="{BB962C8B-B14F-4D97-AF65-F5344CB8AC3E}">
        <p14:creationId xmlns:p14="http://schemas.microsoft.com/office/powerpoint/2010/main" val="264385769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391010" y="220020"/>
            <a:ext cx="10381003" cy="1070326"/>
          </a:xfrm>
        </p:spPr>
        <p:txBody>
          <a:bodyPr>
            <a:normAutofit/>
          </a:bodyPr>
          <a:lstStyle/>
          <a:p>
            <a:r>
              <a:rPr lang="en-US">
                <a:solidFill>
                  <a:schemeClr val="bg1"/>
                </a:solidFill>
              </a:rPr>
              <a:t>Schema – Optional Fields</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12" name="TextBox 11">
            <a:extLst>
              <a:ext uri="{FF2B5EF4-FFF2-40B4-BE49-F238E27FC236}">
                <a16:creationId xmlns:a16="http://schemas.microsoft.com/office/drawing/2014/main" id="{2BBAF889-68FC-9ADE-8358-D6D8DE8386CE}"/>
              </a:ext>
            </a:extLst>
          </p:cNvPr>
          <p:cNvSpPr txBox="1"/>
          <p:nvPr/>
        </p:nvSpPr>
        <p:spPr>
          <a:xfrm>
            <a:off x="9539609" y="6184523"/>
            <a:ext cx="6097554" cy="369332"/>
          </a:xfrm>
          <a:prstGeom prst="rect">
            <a:avLst/>
          </a:prstGeom>
          <a:noFill/>
        </p:spPr>
        <p:txBody>
          <a:bodyPr wrap="square">
            <a:spAutoFit/>
          </a:bodyPr>
          <a:lstStyle/>
          <a:p>
            <a:r>
              <a:rPr lang="en-US">
                <a:hlinkClick r:id="rId3"/>
              </a:rPr>
              <a:t>Rule syntax | Semgrep</a:t>
            </a:r>
            <a:endParaRPr lang="en-US"/>
          </a:p>
        </p:txBody>
      </p:sp>
      <p:pic>
        <p:nvPicPr>
          <p:cNvPr id="4" name="Picture 3">
            <a:extLst>
              <a:ext uri="{FF2B5EF4-FFF2-40B4-BE49-F238E27FC236}">
                <a16:creationId xmlns:a16="http://schemas.microsoft.com/office/drawing/2014/main" id="{78E9D74F-269C-9F90-26EE-6C0EB3C1469C}"/>
              </a:ext>
            </a:extLst>
          </p:cNvPr>
          <p:cNvPicPr>
            <a:picLocks noChangeAspect="1"/>
          </p:cNvPicPr>
          <p:nvPr/>
        </p:nvPicPr>
        <p:blipFill>
          <a:blip r:embed="rId4"/>
          <a:stretch>
            <a:fillRect/>
          </a:stretch>
        </p:blipFill>
        <p:spPr>
          <a:xfrm>
            <a:off x="323849" y="1686971"/>
            <a:ext cx="5045937" cy="2128755"/>
          </a:xfrm>
          <a:prstGeom prst="rect">
            <a:avLst/>
          </a:prstGeom>
          <a:ln>
            <a:solidFill>
              <a:schemeClr val="tx1"/>
            </a:solidFill>
          </a:ln>
          <a:effectLst>
            <a:outerShdw blurRad="292100" dist="139700" dir="2700000" algn="tl" rotWithShape="0">
              <a:srgbClr val="333333">
                <a:alpha val="65000"/>
              </a:srgbClr>
            </a:outerShdw>
          </a:effectLst>
        </p:spPr>
      </p:pic>
      <p:pic>
        <p:nvPicPr>
          <p:cNvPr id="10" name="Picture 9">
            <a:extLst>
              <a:ext uri="{FF2B5EF4-FFF2-40B4-BE49-F238E27FC236}">
                <a16:creationId xmlns:a16="http://schemas.microsoft.com/office/drawing/2014/main" id="{EC739C5A-D874-D195-2F95-32FF85DCC72B}"/>
              </a:ext>
            </a:extLst>
          </p:cNvPr>
          <p:cNvPicPr>
            <a:picLocks noChangeAspect="1"/>
          </p:cNvPicPr>
          <p:nvPr/>
        </p:nvPicPr>
        <p:blipFill>
          <a:blip r:embed="rId5"/>
          <a:stretch>
            <a:fillRect/>
          </a:stretch>
        </p:blipFill>
        <p:spPr>
          <a:xfrm>
            <a:off x="5648325" y="1686971"/>
            <a:ext cx="6134258" cy="4053889"/>
          </a:xfrm>
          <a:prstGeom prst="rect">
            <a:avLst/>
          </a:prstGeom>
          <a:ln>
            <a:solidFill>
              <a:schemeClr val="tx1"/>
            </a:solid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277629189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391010" y="220020"/>
            <a:ext cx="10381003" cy="1070326"/>
          </a:xfrm>
        </p:spPr>
        <p:txBody>
          <a:bodyPr>
            <a:normAutofit/>
          </a:bodyPr>
          <a:lstStyle/>
          <a:p>
            <a:r>
              <a:rPr lang="en-US">
                <a:solidFill>
                  <a:schemeClr val="bg1"/>
                </a:solidFill>
              </a:rPr>
              <a:t>Semgrep Rule Syntax</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80A350F9-B493-5B48-2059-EBF67B7B15D5}"/>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pic>
        <p:nvPicPr>
          <p:cNvPr id="8" name="Picture 7">
            <a:extLst>
              <a:ext uri="{FF2B5EF4-FFF2-40B4-BE49-F238E27FC236}">
                <a16:creationId xmlns:a16="http://schemas.microsoft.com/office/drawing/2014/main" id="{E8352190-636B-720A-B808-3CF5CE9C40E0}"/>
              </a:ext>
            </a:extLst>
          </p:cNvPr>
          <p:cNvPicPr>
            <a:picLocks noChangeAspect="1"/>
          </p:cNvPicPr>
          <p:nvPr/>
        </p:nvPicPr>
        <p:blipFill>
          <a:blip r:embed="rId4"/>
          <a:stretch>
            <a:fillRect/>
          </a:stretch>
        </p:blipFill>
        <p:spPr>
          <a:xfrm>
            <a:off x="941026" y="1690688"/>
            <a:ext cx="7899244" cy="3198297"/>
          </a:xfrm>
          <a:prstGeom prst="rect">
            <a:avLst/>
          </a:prstGeom>
          <a:ln>
            <a:solidFill>
              <a:schemeClr val="tx1"/>
            </a:solidFill>
          </a:ln>
          <a:effectLst>
            <a:outerShdw blurRad="292100" dist="139700" dir="2700000" algn="tl" rotWithShape="0">
              <a:srgbClr val="333333">
                <a:alpha val="65000"/>
              </a:srgbClr>
            </a:outerShdw>
          </a:effectLst>
        </p:spPr>
      </p:pic>
      <p:grpSp>
        <p:nvGrpSpPr>
          <p:cNvPr id="14" name="Group 13">
            <a:extLst>
              <a:ext uri="{FF2B5EF4-FFF2-40B4-BE49-F238E27FC236}">
                <a16:creationId xmlns:a16="http://schemas.microsoft.com/office/drawing/2014/main" id="{D5B3591C-6D17-49BE-8DD5-EFBB580FF86A}"/>
              </a:ext>
            </a:extLst>
          </p:cNvPr>
          <p:cNvGrpSpPr/>
          <p:nvPr/>
        </p:nvGrpSpPr>
        <p:grpSpPr>
          <a:xfrm>
            <a:off x="1297577" y="1741082"/>
            <a:ext cx="5498841" cy="1878722"/>
            <a:chOff x="1297577" y="1741082"/>
            <a:chExt cx="5498841" cy="1878722"/>
          </a:xfrm>
        </p:grpSpPr>
        <p:grpSp>
          <p:nvGrpSpPr>
            <p:cNvPr id="15" name="Group 14">
              <a:extLst>
                <a:ext uri="{FF2B5EF4-FFF2-40B4-BE49-F238E27FC236}">
                  <a16:creationId xmlns:a16="http://schemas.microsoft.com/office/drawing/2014/main" id="{470944EC-0164-A54A-F316-C05059E441FB}"/>
                </a:ext>
              </a:extLst>
            </p:cNvPr>
            <p:cNvGrpSpPr/>
            <p:nvPr/>
          </p:nvGrpSpPr>
          <p:grpSpPr>
            <a:xfrm>
              <a:off x="1297577" y="1741082"/>
              <a:ext cx="1772194" cy="1795884"/>
              <a:chOff x="1297577" y="1741082"/>
              <a:chExt cx="1772194" cy="1795884"/>
            </a:xfrm>
          </p:grpSpPr>
          <p:sp>
            <p:nvSpPr>
              <p:cNvPr id="17" name="Rectangle 16">
                <a:extLst>
                  <a:ext uri="{FF2B5EF4-FFF2-40B4-BE49-F238E27FC236}">
                    <a16:creationId xmlns:a16="http://schemas.microsoft.com/office/drawing/2014/main" id="{68DAB855-CF27-8A7D-0907-60746484BDC0}"/>
                  </a:ext>
                </a:extLst>
              </p:cNvPr>
              <p:cNvSpPr/>
              <p:nvPr/>
            </p:nvSpPr>
            <p:spPr>
              <a:xfrm>
                <a:off x="1810139" y="2006082"/>
                <a:ext cx="373224" cy="214604"/>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A295A3A9-FC8B-0A7E-22DD-E772FFC0DB24}"/>
                  </a:ext>
                </a:extLst>
              </p:cNvPr>
              <p:cNvSpPr/>
              <p:nvPr/>
            </p:nvSpPr>
            <p:spPr>
              <a:xfrm>
                <a:off x="1297577" y="1741082"/>
                <a:ext cx="764488" cy="232475"/>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008CB4F0-FB73-26CD-A3BE-4BD051261084}"/>
                  </a:ext>
                </a:extLst>
              </p:cNvPr>
              <p:cNvSpPr/>
              <p:nvPr/>
            </p:nvSpPr>
            <p:spPr>
              <a:xfrm>
                <a:off x="1810139" y="2271080"/>
                <a:ext cx="1101013" cy="264999"/>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255C8E9E-14A5-9F68-50B6-600FB78269A7}"/>
                  </a:ext>
                </a:extLst>
              </p:cNvPr>
              <p:cNvSpPr/>
              <p:nvPr/>
            </p:nvSpPr>
            <p:spPr>
              <a:xfrm>
                <a:off x="1810139" y="2801647"/>
                <a:ext cx="951722" cy="214604"/>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159751-1C89-CD3D-BA77-82526DCB9901}"/>
                  </a:ext>
                </a:extLst>
              </p:cNvPr>
              <p:cNvSpPr/>
              <p:nvPr/>
            </p:nvSpPr>
            <p:spPr>
              <a:xfrm>
                <a:off x="1810139" y="3075232"/>
                <a:ext cx="1101012" cy="206018"/>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B76026B5-18D2-DAF0-2C7F-BF667387CA52}"/>
                  </a:ext>
                </a:extLst>
              </p:cNvPr>
              <p:cNvSpPr/>
              <p:nvPr/>
            </p:nvSpPr>
            <p:spPr>
              <a:xfrm>
                <a:off x="1810139" y="3331517"/>
                <a:ext cx="1259632" cy="205449"/>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 name="TextBox 15">
              <a:extLst>
                <a:ext uri="{FF2B5EF4-FFF2-40B4-BE49-F238E27FC236}">
                  <a16:creationId xmlns:a16="http://schemas.microsoft.com/office/drawing/2014/main" id="{10BB9D67-B4B2-6CE0-47DE-425985E61E03}"/>
                </a:ext>
              </a:extLst>
            </p:cNvPr>
            <p:cNvSpPr txBox="1"/>
            <p:nvPr/>
          </p:nvSpPr>
          <p:spPr>
            <a:xfrm>
              <a:off x="4165185" y="3281250"/>
              <a:ext cx="2631233" cy="338554"/>
            </a:xfrm>
            <a:prstGeom prst="rect">
              <a:avLst/>
            </a:prstGeom>
            <a:noFill/>
          </p:spPr>
          <p:txBody>
            <a:bodyPr wrap="square" rtlCol="0">
              <a:spAutoFit/>
            </a:bodyPr>
            <a:lstStyle/>
            <a:p>
              <a:r>
                <a:rPr lang="en-US" sz="1600" b="1">
                  <a:solidFill>
                    <a:srgbClr val="FF0000"/>
                  </a:solidFill>
                </a:rPr>
                <a:t>Required fields</a:t>
              </a:r>
            </a:p>
          </p:txBody>
        </p:sp>
      </p:grpSp>
      <p:grpSp>
        <p:nvGrpSpPr>
          <p:cNvPr id="23" name="Group 22">
            <a:extLst>
              <a:ext uri="{FF2B5EF4-FFF2-40B4-BE49-F238E27FC236}">
                <a16:creationId xmlns:a16="http://schemas.microsoft.com/office/drawing/2014/main" id="{0A1D0C8D-D5F0-293A-CFC8-33EA8EF03348}"/>
              </a:ext>
            </a:extLst>
          </p:cNvPr>
          <p:cNvGrpSpPr/>
          <p:nvPr/>
        </p:nvGrpSpPr>
        <p:grpSpPr>
          <a:xfrm>
            <a:off x="1810139" y="3738134"/>
            <a:ext cx="5002365" cy="338554"/>
            <a:chOff x="1810139" y="3738134"/>
            <a:chExt cx="5002365" cy="338554"/>
          </a:xfrm>
        </p:grpSpPr>
        <p:sp>
          <p:nvSpPr>
            <p:cNvPr id="24" name="Rectangle 23">
              <a:extLst>
                <a:ext uri="{FF2B5EF4-FFF2-40B4-BE49-F238E27FC236}">
                  <a16:creationId xmlns:a16="http://schemas.microsoft.com/office/drawing/2014/main" id="{02A3510E-5D13-C4C0-4E30-73ED1829F5FC}"/>
                </a:ext>
              </a:extLst>
            </p:cNvPr>
            <p:cNvSpPr/>
            <p:nvPr/>
          </p:nvSpPr>
          <p:spPr>
            <a:xfrm>
              <a:off x="1810139" y="3844212"/>
              <a:ext cx="1101012" cy="232476"/>
            </a:xfrm>
            <a:prstGeom prst="rect">
              <a:avLst/>
            </a:prstGeom>
            <a:noFill/>
            <a:ln>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2CBC1A0C-1A2D-F854-C815-10D0DCD0977C}"/>
                </a:ext>
              </a:extLst>
            </p:cNvPr>
            <p:cNvSpPr txBox="1"/>
            <p:nvPr/>
          </p:nvSpPr>
          <p:spPr>
            <a:xfrm>
              <a:off x="4181271" y="3738134"/>
              <a:ext cx="2631233" cy="338554"/>
            </a:xfrm>
            <a:prstGeom prst="rect">
              <a:avLst/>
            </a:prstGeom>
            <a:noFill/>
          </p:spPr>
          <p:txBody>
            <a:bodyPr wrap="square" rtlCol="0">
              <a:spAutoFit/>
            </a:bodyPr>
            <a:lstStyle/>
            <a:p>
              <a:r>
                <a:rPr lang="en-US" sz="1600" b="1">
                  <a:solidFill>
                    <a:schemeClr val="accent3">
                      <a:lumMod val="40000"/>
                      <a:lumOff val="60000"/>
                    </a:schemeClr>
                  </a:solidFill>
                </a:rPr>
                <a:t>Optional fields</a:t>
              </a:r>
            </a:p>
          </p:txBody>
        </p:sp>
      </p:grpSp>
    </p:spTree>
    <p:extLst>
      <p:ext uri="{BB962C8B-B14F-4D97-AF65-F5344CB8AC3E}">
        <p14:creationId xmlns:p14="http://schemas.microsoft.com/office/powerpoint/2010/main" val="8010526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14"/>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nodeType="clickEffect">
                                  <p:stCondLst>
                                    <p:cond delay="0"/>
                                  </p:stCondLst>
                                  <p:childTnLst>
                                    <p:set>
                                      <p:cBhvr>
                                        <p:cTn id="15"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391010" y="220020"/>
            <a:ext cx="10381003" cy="1070326"/>
          </a:xfrm>
        </p:spPr>
        <p:txBody>
          <a:bodyPr>
            <a:normAutofit/>
          </a:bodyPr>
          <a:lstStyle/>
          <a:p>
            <a:r>
              <a:rPr lang="en-US">
                <a:solidFill>
                  <a:schemeClr val="bg1"/>
                </a:solidFill>
              </a:rPr>
              <a:t>Pattern Syntax</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80A350F9-B493-5B48-2059-EBF67B7B15D5}"/>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0A154DCE-569E-BD35-F487-AE9C125D7549}"/>
              </a:ext>
            </a:extLst>
          </p:cNvPr>
          <p:cNvSpPr>
            <a:spLocks noGrp="1"/>
          </p:cNvSpPr>
          <p:nvPr>
            <p:ph idx="1"/>
          </p:nvPr>
        </p:nvSpPr>
        <p:spPr>
          <a:xfrm>
            <a:off x="838200" y="1825625"/>
            <a:ext cx="10515600" cy="4351338"/>
          </a:xfrm>
        </p:spPr>
        <p:txBody>
          <a:bodyPr>
            <a:normAutofit/>
          </a:bodyPr>
          <a:lstStyle/>
          <a:p>
            <a:r>
              <a:rPr lang="en-US">
                <a:solidFill>
                  <a:schemeClr val="bg1"/>
                </a:solidFill>
              </a:rPr>
              <a:t>Ellipsis Operator (…)</a:t>
            </a:r>
          </a:p>
          <a:p>
            <a:endParaRPr lang="en-US">
              <a:solidFill>
                <a:schemeClr val="bg1"/>
              </a:solidFill>
            </a:endParaRPr>
          </a:p>
          <a:p>
            <a:r>
              <a:rPr lang="en-US">
                <a:solidFill>
                  <a:schemeClr val="bg1"/>
                </a:solidFill>
              </a:rPr>
              <a:t>Metavariables  ($VARNAME)</a:t>
            </a:r>
          </a:p>
          <a:p>
            <a:pPr marL="0" indent="0">
              <a:buNone/>
            </a:pPr>
            <a:endParaRPr lang="en-US">
              <a:solidFill>
                <a:schemeClr val="bg1"/>
              </a:solidFill>
            </a:endParaRPr>
          </a:p>
        </p:txBody>
      </p:sp>
    </p:spTree>
    <p:extLst>
      <p:ext uri="{BB962C8B-B14F-4D97-AF65-F5344CB8AC3E}">
        <p14:creationId xmlns:p14="http://schemas.microsoft.com/office/powerpoint/2010/main" val="6147510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391010" y="220020"/>
            <a:ext cx="10381003" cy="1070326"/>
          </a:xfrm>
        </p:spPr>
        <p:txBody>
          <a:bodyPr>
            <a:normAutofit/>
          </a:bodyPr>
          <a:lstStyle/>
          <a:p>
            <a:r>
              <a:rPr lang="en-US">
                <a:solidFill>
                  <a:schemeClr val="bg1"/>
                </a:solidFill>
              </a:rPr>
              <a:t>Ellipsis Operator …</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80A350F9-B493-5B48-2059-EBF67B7B15D5}"/>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0A154DCE-569E-BD35-F487-AE9C125D7549}"/>
              </a:ext>
            </a:extLst>
          </p:cNvPr>
          <p:cNvSpPr>
            <a:spLocks noGrp="1"/>
          </p:cNvSpPr>
          <p:nvPr>
            <p:ph idx="1"/>
          </p:nvPr>
        </p:nvSpPr>
        <p:spPr>
          <a:xfrm>
            <a:off x="838200" y="1825625"/>
            <a:ext cx="10515600" cy="4351338"/>
          </a:xfrm>
        </p:spPr>
        <p:txBody>
          <a:bodyPr>
            <a:normAutofit/>
          </a:bodyPr>
          <a:lstStyle/>
          <a:p>
            <a:r>
              <a:rPr lang="en-US" i="1" u="sng">
                <a:solidFill>
                  <a:schemeClr val="bg1"/>
                </a:solidFill>
              </a:rPr>
              <a:t>Abstracts away </a:t>
            </a:r>
            <a:r>
              <a:rPr lang="en-US">
                <a:solidFill>
                  <a:schemeClr val="bg1"/>
                </a:solidFill>
              </a:rPr>
              <a:t>a sequence of zero or more items such as arguments, statements, parameters, fields, characters.</a:t>
            </a:r>
          </a:p>
          <a:p>
            <a:endParaRPr lang="en-US">
              <a:solidFill>
                <a:schemeClr val="bg1"/>
              </a:solidFill>
            </a:endParaRPr>
          </a:p>
          <a:p>
            <a:pPr marL="0" indent="0">
              <a:buNone/>
            </a:pPr>
            <a:endParaRPr lang="en-US">
              <a:solidFill>
                <a:schemeClr val="bg1"/>
              </a:solidFill>
            </a:endParaRPr>
          </a:p>
        </p:txBody>
      </p:sp>
      <p:pic>
        <p:nvPicPr>
          <p:cNvPr id="8" name="Picture 7">
            <a:extLst>
              <a:ext uri="{FF2B5EF4-FFF2-40B4-BE49-F238E27FC236}">
                <a16:creationId xmlns:a16="http://schemas.microsoft.com/office/drawing/2014/main" id="{E1775D9F-D607-E265-4766-1D179E58DFA6}"/>
              </a:ext>
            </a:extLst>
          </p:cNvPr>
          <p:cNvPicPr>
            <a:picLocks noChangeAspect="1"/>
          </p:cNvPicPr>
          <p:nvPr/>
        </p:nvPicPr>
        <p:blipFill>
          <a:blip r:embed="rId4"/>
          <a:stretch>
            <a:fillRect/>
          </a:stretch>
        </p:blipFill>
        <p:spPr>
          <a:xfrm>
            <a:off x="838200" y="2943163"/>
            <a:ext cx="4109303" cy="2134863"/>
          </a:xfrm>
          <a:prstGeom prst="rect">
            <a:avLst/>
          </a:prstGeom>
          <a:ln>
            <a:solidFill>
              <a:schemeClr val="tx1"/>
            </a:solidFill>
          </a:ln>
          <a:effectLst>
            <a:outerShdw blurRad="292100" dist="139700" dir="2700000" algn="tl" rotWithShape="0">
              <a:srgbClr val="333333">
                <a:alpha val="65000"/>
              </a:srgbClr>
            </a:outerShdw>
          </a:effectLst>
        </p:spPr>
      </p:pic>
      <p:pic>
        <p:nvPicPr>
          <p:cNvPr id="10" name="Picture 9">
            <a:extLst>
              <a:ext uri="{FF2B5EF4-FFF2-40B4-BE49-F238E27FC236}">
                <a16:creationId xmlns:a16="http://schemas.microsoft.com/office/drawing/2014/main" id="{B037C718-1943-196A-FB40-5D72B56A6455}"/>
              </a:ext>
            </a:extLst>
          </p:cNvPr>
          <p:cNvPicPr>
            <a:picLocks noChangeAspect="1"/>
          </p:cNvPicPr>
          <p:nvPr/>
        </p:nvPicPr>
        <p:blipFill>
          <a:blip r:embed="rId5"/>
          <a:stretch>
            <a:fillRect/>
          </a:stretch>
        </p:blipFill>
        <p:spPr>
          <a:xfrm>
            <a:off x="5504808" y="2943163"/>
            <a:ext cx="6331022" cy="2434062"/>
          </a:xfrm>
          <a:prstGeom prst="rect">
            <a:avLst/>
          </a:prstGeom>
          <a:ln>
            <a:solidFill>
              <a:schemeClr val="tx1"/>
            </a:solidFill>
          </a:ln>
          <a:effectLst>
            <a:outerShdw blurRad="292100" dist="139700" dir="2700000" algn="tl" rotWithShape="0">
              <a:srgbClr val="333333">
                <a:alpha val="65000"/>
              </a:srgbClr>
            </a:outerShdw>
          </a:effectLst>
        </p:spPr>
      </p:pic>
      <p:grpSp>
        <p:nvGrpSpPr>
          <p:cNvPr id="12" name="Group 11">
            <a:extLst>
              <a:ext uri="{FF2B5EF4-FFF2-40B4-BE49-F238E27FC236}">
                <a16:creationId xmlns:a16="http://schemas.microsoft.com/office/drawing/2014/main" id="{3953F7BC-27DB-CF69-0F3F-C8C71C43315C}"/>
              </a:ext>
            </a:extLst>
          </p:cNvPr>
          <p:cNvGrpSpPr/>
          <p:nvPr/>
        </p:nvGrpSpPr>
        <p:grpSpPr>
          <a:xfrm>
            <a:off x="9174822" y="4257614"/>
            <a:ext cx="1649003" cy="369332"/>
            <a:chOff x="9174822" y="3148014"/>
            <a:chExt cx="1649003" cy="369332"/>
          </a:xfrm>
        </p:grpSpPr>
        <p:sp>
          <p:nvSpPr>
            <p:cNvPr id="14" name="TextBox 13">
              <a:extLst>
                <a:ext uri="{FF2B5EF4-FFF2-40B4-BE49-F238E27FC236}">
                  <a16:creationId xmlns:a16="http://schemas.microsoft.com/office/drawing/2014/main" id="{C1B1E717-2AA8-3C26-FB11-FDD968819648}"/>
                </a:ext>
              </a:extLst>
            </p:cNvPr>
            <p:cNvSpPr txBox="1"/>
            <p:nvPr/>
          </p:nvSpPr>
          <p:spPr>
            <a:xfrm>
              <a:off x="9778346" y="3148014"/>
              <a:ext cx="1045479" cy="369332"/>
            </a:xfrm>
            <a:prstGeom prst="rect">
              <a:avLst/>
            </a:prstGeom>
            <a:noFill/>
          </p:spPr>
          <p:txBody>
            <a:bodyPr wrap="none" rtlCol="0">
              <a:spAutoFit/>
            </a:bodyPr>
            <a:lstStyle/>
            <a:p>
              <a:r>
                <a:rPr lang="en-US">
                  <a:ln w="0"/>
                  <a:solidFill>
                    <a:schemeClr val="accent1"/>
                  </a:solidFill>
                  <a:effectLst>
                    <a:outerShdw blurRad="38100" dist="25400" dir="5400000" algn="ctr" rotWithShape="0">
                      <a:srgbClr val="6E747A">
                        <a:alpha val="43000"/>
                      </a:srgbClr>
                    </a:outerShdw>
                  </a:effectLst>
                </a:rPr>
                <a:t>Matches</a:t>
              </a:r>
            </a:p>
          </p:txBody>
        </p:sp>
        <p:sp>
          <p:nvSpPr>
            <p:cNvPr id="15" name="Arrow: Left 14">
              <a:extLst>
                <a:ext uri="{FF2B5EF4-FFF2-40B4-BE49-F238E27FC236}">
                  <a16:creationId xmlns:a16="http://schemas.microsoft.com/office/drawing/2014/main" id="{A6466018-6467-55A9-6902-1994B2361F6E}"/>
                </a:ext>
              </a:extLst>
            </p:cNvPr>
            <p:cNvSpPr/>
            <p:nvPr/>
          </p:nvSpPr>
          <p:spPr>
            <a:xfrm>
              <a:off x="9174822" y="3236360"/>
              <a:ext cx="421241" cy="192640"/>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6" name="Group 15">
            <a:extLst>
              <a:ext uri="{FF2B5EF4-FFF2-40B4-BE49-F238E27FC236}">
                <a16:creationId xmlns:a16="http://schemas.microsoft.com/office/drawing/2014/main" id="{32EB2557-B882-9AFB-3BFF-BADE15471692}"/>
              </a:ext>
            </a:extLst>
          </p:cNvPr>
          <p:cNvGrpSpPr/>
          <p:nvPr/>
        </p:nvGrpSpPr>
        <p:grpSpPr>
          <a:xfrm>
            <a:off x="2914650" y="3359640"/>
            <a:ext cx="914400" cy="607461"/>
            <a:chOff x="2914650" y="2250040"/>
            <a:chExt cx="914400" cy="607461"/>
          </a:xfrm>
        </p:grpSpPr>
        <p:sp>
          <p:nvSpPr>
            <p:cNvPr id="17" name="Rectangle 16">
              <a:extLst>
                <a:ext uri="{FF2B5EF4-FFF2-40B4-BE49-F238E27FC236}">
                  <a16:creationId xmlns:a16="http://schemas.microsoft.com/office/drawing/2014/main" id="{8F10F3CC-F549-8223-34D3-5C28E82377C2}"/>
                </a:ext>
              </a:extLst>
            </p:cNvPr>
            <p:cNvSpPr/>
            <p:nvPr/>
          </p:nvSpPr>
          <p:spPr>
            <a:xfrm>
              <a:off x="2914650" y="2590801"/>
              <a:ext cx="914400" cy="26670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Arrow: Down 17">
              <a:extLst>
                <a:ext uri="{FF2B5EF4-FFF2-40B4-BE49-F238E27FC236}">
                  <a16:creationId xmlns:a16="http://schemas.microsoft.com/office/drawing/2014/main" id="{49682081-2E02-A322-8813-2A195B14493B}"/>
                </a:ext>
              </a:extLst>
            </p:cNvPr>
            <p:cNvSpPr/>
            <p:nvPr/>
          </p:nvSpPr>
          <p:spPr>
            <a:xfrm>
              <a:off x="3647326" y="2250040"/>
              <a:ext cx="181724" cy="26670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2922592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908961C-414D-CC9E-4B65-F414F6B9A299}"/>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9B672A4-AF4E-674D-94A3-FF82965B3F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F1DFFBE-E186-7D87-5445-CC9FE086D174}"/>
              </a:ext>
            </a:extLst>
          </p:cNvPr>
          <p:cNvSpPr>
            <a:spLocks noGrp="1"/>
          </p:cNvSpPr>
          <p:nvPr>
            <p:ph type="title"/>
          </p:nvPr>
        </p:nvSpPr>
        <p:spPr>
          <a:xfrm>
            <a:off x="1391010" y="220020"/>
            <a:ext cx="10381003" cy="1070326"/>
          </a:xfrm>
        </p:spPr>
        <p:txBody>
          <a:bodyPr>
            <a:normAutofit/>
          </a:bodyPr>
          <a:lstStyle/>
          <a:p>
            <a:r>
              <a:rPr lang="en-US">
                <a:solidFill>
                  <a:schemeClr val="bg1"/>
                </a:solidFill>
              </a:rPr>
              <a:t>Ellipsis Operator …</a:t>
            </a:r>
          </a:p>
        </p:txBody>
      </p:sp>
      <p:sp>
        <p:nvSpPr>
          <p:cNvPr id="6" name="Freeform: Shape 9">
            <a:extLst>
              <a:ext uri="{FF2B5EF4-FFF2-40B4-BE49-F238E27FC236}">
                <a16:creationId xmlns:a16="http://schemas.microsoft.com/office/drawing/2014/main" id="{83181B58-37F1-C290-46F4-ED180B4F171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73B64F33-1061-B78F-4495-B04792AC5D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EFC7FB01-EA51-2B99-BEA1-01D6B626843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9EA80543-6CEE-71B5-D311-2019902C25F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249C2BCC-D712-6279-5E40-E273483961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D5488FF2-0039-0212-4EFB-FC0BB7DE97B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D9B3D3DA-B590-605A-FE21-CAB7B7AE5A9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69F6F8DD-AFF9-FA8A-1F7B-28BC2782C9E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DC13F434-D1EB-5C3A-ECBF-12FDE0CA70F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7C162009-A0A1-CDAF-C27D-4A9C86C44BD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D2D2AFD5-927B-36A1-4EE2-BC031506B36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60FFB35F-FAFF-6B0B-8F81-A1B08FA02E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BE21338D-6505-9F38-EB94-2EC31FE251D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CD9247A-B334-49C6-9E12-1BE43C75EA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155EFBE1-4DCD-DE0F-9808-9B9B1E6777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ACCB25ED-F8B6-A09B-5B54-3FCDE1BB053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00B478DF-21A6-666D-CDE5-5DAA2A75B80F}"/>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55CB4C43-B289-3F50-D68B-3E634F5CA053}"/>
              </a:ext>
            </a:extLst>
          </p:cNvPr>
          <p:cNvSpPr>
            <a:spLocks noGrp="1"/>
          </p:cNvSpPr>
          <p:nvPr>
            <p:ph idx="1"/>
          </p:nvPr>
        </p:nvSpPr>
        <p:spPr>
          <a:xfrm>
            <a:off x="838200" y="1825625"/>
            <a:ext cx="10515600" cy="4351338"/>
          </a:xfrm>
        </p:spPr>
        <p:txBody>
          <a:bodyPr>
            <a:normAutofit/>
          </a:bodyPr>
          <a:lstStyle/>
          <a:p>
            <a:r>
              <a:rPr lang="en-US" u="sng" dirty="0">
                <a:solidFill>
                  <a:schemeClr val="bg1"/>
                </a:solidFill>
              </a:rPr>
              <a:t>Exercise</a:t>
            </a:r>
            <a:r>
              <a:rPr lang="en-US" dirty="0">
                <a:solidFill>
                  <a:schemeClr val="bg1"/>
                </a:solidFill>
              </a:rPr>
              <a:t> - (aka.ms/</a:t>
            </a:r>
            <a:r>
              <a:rPr lang="en-US" dirty="0" err="1">
                <a:solidFill>
                  <a:schemeClr val="bg1"/>
                </a:solidFill>
              </a:rPr>
              <a:t>semgrep</a:t>
            </a:r>
            <a:r>
              <a:rPr lang="en-US" dirty="0">
                <a:solidFill>
                  <a:schemeClr val="bg1"/>
                </a:solidFill>
              </a:rPr>
              <a:t>-exercises)</a:t>
            </a:r>
          </a:p>
          <a:p>
            <a:pPr lvl="1"/>
            <a:r>
              <a:rPr lang="en-US" dirty="0">
                <a:solidFill>
                  <a:schemeClr val="bg1"/>
                </a:solidFill>
                <a:hlinkClick r:id="rId4"/>
              </a:rPr>
              <a:t>https://github.com/django/django/blob/main/django/http/request.py</a:t>
            </a:r>
            <a:endParaRPr lang="en-US" dirty="0">
              <a:solidFill>
                <a:schemeClr val="bg1"/>
              </a:solidFill>
            </a:endParaRPr>
          </a:p>
          <a:p>
            <a:pPr lvl="1"/>
            <a:r>
              <a:rPr lang="en-US" dirty="0">
                <a:solidFill>
                  <a:schemeClr val="bg1"/>
                </a:solidFill>
              </a:rPr>
              <a:t>Flag and return the entire function body for </a:t>
            </a:r>
          </a:p>
          <a:p>
            <a:pPr lvl="2"/>
            <a:r>
              <a:rPr lang="en-US" i="1" dirty="0">
                <a:solidFill>
                  <a:schemeClr val="accent5"/>
                </a:solidFill>
              </a:rPr>
              <a:t>def </a:t>
            </a:r>
            <a:r>
              <a:rPr lang="en-US" i="1" dirty="0" err="1">
                <a:solidFill>
                  <a:schemeClr val="accent5"/>
                </a:solidFill>
              </a:rPr>
              <a:t>get_host</a:t>
            </a:r>
            <a:r>
              <a:rPr lang="en-US" i="1" dirty="0">
                <a:solidFill>
                  <a:schemeClr val="accent5"/>
                </a:solidFill>
              </a:rPr>
              <a:t>(self):</a:t>
            </a:r>
          </a:p>
          <a:p>
            <a:pPr lvl="2"/>
            <a:r>
              <a:rPr lang="en-US" i="1" dirty="0">
                <a:solidFill>
                  <a:schemeClr val="accent5"/>
                </a:solidFill>
              </a:rPr>
              <a:t>def _</a:t>
            </a:r>
            <a:r>
              <a:rPr lang="en-US" i="1" dirty="0" err="1">
                <a:solidFill>
                  <a:schemeClr val="accent5"/>
                </a:solidFill>
              </a:rPr>
              <a:t>get_full_path</a:t>
            </a:r>
            <a:r>
              <a:rPr lang="en-US" i="1" dirty="0">
                <a:solidFill>
                  <a:schemeClr val="accent5"/>
                </a:solidFill>
              </a:rPr>
              <a:t>( ):</a:t>
            </a:r>
            <a:r>
              <a:rPr lang="en-US" i="1" dirty="0">
                <a:solidFill>
                  <a:schemeClr val="bg1"/>
                </a:solidFill>
              </a:rPr>
              <a:t> – not knowing the function’s arguments</a:t>
            </a:r>
            <a:endParaRPr lang="en-US" dirty="0">
              <a:solidFill>
                <a:schemeClr val="bg1"/>
              </a:solidFill>
            </a:endParaRPr>
          </a:p>
        </p:txBody>
      </p:sp>
    </p:spTree>
    <p:extLst>
      <p:ext uri="{BB962C8B-B14F-4D97-AF65-F5344CB8AC3E}">
        <p14:creationId xmlns:p14="http://schemas.microsoft.com/office/powerpoint/2010/main" val="294463981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8FE4FFF-8F69-397D-9550-BA7808339C78}"/>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1750DD70-200F-948C-282B-3C51636DB1F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AE8855E-A591-2E83-0912-5430738F88E5}"/>
              </a:ext>
            </a:extLst>
          </p:cNvPr>
          <p:cNvSpPr>
            <a:spLocks noGrp="1"/>
          </p:cNvSpPr>
          <p:nvPr>
            <p:ph type="title"/>
          </p:nvPr>
        </p:nvSpPr>
        <p:spPr>
          <a:xfrm>
            <a:off x="1391010" y="220020"/>
            <a:ext cx="10381003" cy="1070326"/>
          </a:xfrm>
        </p:spPr>
        <p:txBody>
          <a:bodyPr>
            <a:normAutofit/>
          </a:bodyPr>
          <a:lstStyle/>
          <a:p>
            <a:r>
              <a:rPr lang="en-US">
                <a:solidFill>
                  <a:schemeClr val="bg1"/>
                </a:solidFill>
              </a:rPr>
              <a:t>Ellipsis Operator …</a:t>
            </a:r>
          </a:p>
        </p:txBody>
      </p:sp>
      <p:sp>
        <p:nvSpPr>
          <p:cNvPr id="6" name="Freeform: Shape 9">
            <a:extLst>
              <a:ext uri="{FF2B5EF4-FFF2-40B4-BE49-F238E27FC236}">
                <a16:creationId xmlns:a16="http://schemas.microsoft.com/office/drawing/2014/main" id="{FEF880D3-4825-AB36-5E1C-7B06AA1A20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38F2C543-23A8-F188-DA84-F412EE4F80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7CAE111A-C5FB-3FF9-0C7F-2F319E85E37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86FBCDDD-6D4F-B1B5-B00A-812CBBEA98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09936DF2-C5C2-3381-1907-C022F6B69F9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D01187F8-4C69-7884-BA1F-94A2F1314C1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5D151CF9-ABBE-27F6-438C-FE2ABA38E7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B7684ECB-0B2F-3E4B-D8B7-38D9687754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83CB61C4-23FA-0524-AF54-39CBAA5C89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E79C7FCD-54BF-4D32-1499-6FCB4F498B0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D80DFFFA-2118-99EE-CCF4-1554EE6F09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CFC67D61-A457-5AB7-D385-BA5CF38559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B3BD9607-A3EA-AC0C-F281-26C71690391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04283BA-93F1-5FBB-33D3-9968A1F7F2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D6D49A18-8DB7-A1CD-ADDC-E7C3B7A34CB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109A4CAE-5685-52B4-D7E8-3F36DB902E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27ED5A92-4307-78FB-87FE-0BA58E77DEA3}"/>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A0642991-821C-950A-B8DD-20972FDC6D2E}"/>
              </a:ext>
            </a:extLst>
          </p:cNvPr>
          <p:cNvSpPr>
            <a:spLocks noGrp="1"/>
          </p:cNvSpPr>
          <p:nvPr>
            <p:ph idx="1"/>
          </p:nvPr>
        </p:nvSpPr>
        <p:spPr>
          <a:xfrm>
            <a:off x="838200" y="1825625"/>
            <a:ext cx="10515600" cy="4351338"/>
          </a:xfrm>
        </p:spPr>
        <p:txBody>
          <a:bodyPr>
            <a:normAutofit/>
          </a:bodyPr>
          <a:lstStyle/>
          <a:p>
            <a:r>
              <a:rPr lang="en-US" u="sng">
                <a:solidFill>
                  <a:schemeClr val="bg1"/>
                </a:solidFill>
              </a:rPr>
              <a:t>Answers</a:t>
            </a:r>
            <a:endParaRPr lang="en-US">
              <a:solidFill>
                <a:schemeClr val="bg1"/>
              </a:solidFill>
            </a:endParaRPr>
          </a:p>
          <a:p>
            <a:pPr lvl="1"/>
            <a:r>
              <a:rPr lang="en-US">
                <a:solidFill>
                  <a:schemeClr val="bg1"/>
                </a:solidFill>
              </a:rPr>
              <a:t>Flag and return the entire function body for </a:t>
            </a:r>
          </a:p>
          <a:p>
            <a:pPr lvl="2"/>
            <a:r>
              <a:rPr lang="en-US" i="1">
                <a:solidFill>
                  <a:schemeClr val="bg1"/>
                </a:solidFill>
              </a:rPr>
              <a:t>def </a:t>
            </a:r>
            <a:r>
              <a:rPr lang="en-US" i="1" err="1">
                <a:solidFill>
                  <a:schemeClr val="bg1"/>
                </a:solidFill>
              </a:rPr>
              <a:t>get_host</a:t>
            </a:r>
            <a:r>
              <a:rPr lang="en-US" i="1">
                <a:solidFill>
                  <a:schemeClr val="bg1"/>
                </a:solidFill>
              </a:rPr>
              <a:t>(self):</a:t>
            </a:r>
          </a:p>
          <a:p>
            <a:pPr lvl="3"/>
            <a:endParaRPr lang="en-US" i="1">
              <a:solidFill>
                <a:schemeClr val="bg1"/>
              </a:solidFill>
            </a:endParaRPr>
          </a:p>
          <a:p>
            <a:pPr lvl="3"/>
            <a:endParaRPr lang="en-US" i="1">
              <a:solidFill>
                <a:schemeClr val="bg1"/>
              </a:solidFill>
            </a:endParaRPr>
          </a:p>
          <a:p>
            <a:pPr lvl="3"/>
            <a:endParaRPr lang="en-US" i="1">
              <a:solidFill>
                <a:schemeClr val="bg1"/>
              </a:solidFill>
            </a:endParaRPr>
          </a:p>
          <a:p>
            <a:pPr lvl="3"/>
            <a:endParaRPr lang="en-US" i="1">
              <a:solidFill>
                <a:schemeClr val="bg1"/>
              </a:solidFill>
            </a:endParaRPr>
          </a:p>
          <a:p>
            <a:pPr lvl="2"/>
            <a:r>
              <a:rPr lang="en-US" i="1">
                <a:solidFill>
                  <a:schemeClr val="bg1"/>
                </a:solidFill>
              </a:rPr>
              <a:t>def _</a:t>
            </a:r>
            <a:r>
              <a:rPr lang="en-US" i="1" err="1">
                <a:solidFill>
                  <a:schemeClr val="bg1"/>
                </a:solidFill>
              </a:rPr>
              <a:t>get_full_path</a:t>
            </a:r>
            <a:r>
              <a:rPr lang="en-US" i="1">
                <a:solidFill>
                  <a:schemeClr val="bg1"/>
                </a:solidFill>
              </a:rPr>
              <a:t> – not knowing the function’s arguments</a:t>
            </a:r>
            <a:endParaRPr lang="en-US">
              <a:solidFill>
                <a:schemeClr val="bg1"/>
              </a:solidFill>
            </a:endParaRPr>
          </a:p>
        </p:txBody>
      </p:sp>
      <p:pic>
        <p:nvPicPr>
          <p:cNvPr id="8" name="Picture 7">
            <a:extLst>
              <a:ext uri="{FF2B5EF4-FFF2-40B4-BE49-F238E27FC236}">
                <a16:creationId xmlns:a16="http://schemas.microsoft.com/office/drawing/2014/main" id="{FF0F7B54-DCFA-C0B2-708C-5D86048E533C}"/>
              </a:ext>
            </a:extLst>
          </p:cNvPr>
          <p:cNvPicPr>
            <a:picLocks noChangeAspect="1"/>
          </p:cNvPicPr>
          <p:nvPr/>
        </p:nvPicPr>
        <p:blipFill>
          <a:blip r:embed="rId4"/>
          <a:stretch>
            <a:fillRect/>
          </a:stretch>
        </p:blipFill>
        <p:spPr>
          <a:xfrm>
            <a:off x="1995204" y="3115971"/>
            <a:ext cx="2298700" cy="838200"/>
          </a:xfrm>
          <a:prstGeom prst="rect">
            <a:avLst/>
          </a:prstGeom>
        </p:spPr>
      </p:pic>
      <p:pic>
        <p:nvPicPr>
          <p:cNvPr id="14" name="Picture 13">
            <a:extLst>
              <a:ext uri="{FF2B5EF4-FFF2-40B4-BE49-F238E27FC236}">
                <a16:creationId xmlns:a16="http://schemas.microsoft.com/office/drawing/2014/main" id="{3FA4D49F-FBDF-3F1D-E7C2-49FDACE26332}"/>
              </a:ext>
            </a:extLst>
          </p:cNvPr>
          <p:cNvPicPr>
            <a:picLocks noChangeAspect="1"/>
          </p:cNvPicPr>
          <p:nvPr/>
        </p:nvPicPr>
        <p:blipFill>
          <a:blip r:embed="rId5"/>
          <a:stretch>
            <a:fillRect/>
          </a:stretch>
        </p:blipFill>
        <p:spPr>
          <a:xfrm>
            <a:off x="1993060" y="4691899"/>
            <a:ext cx="2360056" cy="834252"/>
          </a:xfrm>
          <a:prstGeom prst="rect">
            <a:avLst/>
          </a:prstGeom>
        </p:spPr>
      </p:pic>
    </p:spTree>
    <p:extLst>
      <p:ext uri="{BB962C8B-B14F-4D97-AF65-F5344CB8AC3E}">
        <p14:creationId xmlns:p14="http://schemas.microsoft.com/office/powerpoint/2010/main" val="16531003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391010" y="220020"/>
            <a:ext cx="10381003" cy="1070326"/>
          </a:xfrm>
        </p:spPr>
        <p:txBody>
          <a:bodyPr>
            <a:normAutofit/>
          </a:bodyPr>
          <a:lstStyle/>
          <a:p>
            <a:r>
              <a:rPr lang="en-US">
                <a:solidFill>
                  <a:schemeClr val="bg1"/>
                </a:solidFill>
              </a:rPr>
              <a:t>Metavariables - $VARIABLE_NAME</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80A350F9-B493-5B48-2059-EBF67B7B15D5}"/>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0A154DCE-569E-BD35-F487-AE9C125D7549}"/>
              </a:ext>
            </a:extLst>
          </p:cNvPr>
          <p:cNvSpPr>
            <a:spLocks noGrp="1"/>
          </p:cNvSpPr>
          <p:nvPr>
            <p:ph idx="1"/>
          </p:nvPr>
        </p:nvSpPr>
        <p:spPr>
          <a:xfrm>
            <a:off x="1170294" y="1290346"/>
            <a:ext cx="10515600" cy="4351338"/>
          </a:xfrm>
        </p:spPr>
        <p:txBody>
          <a:bodyPr>
            <a:normAutofit/>
          </a:bodyPr>
          <a:lstStyle/>
          <a:p>
            <a:r>
              <a:rPr lang="en-US" i="1" u="sng">
                <a:solidFill>
                  <a:schemeClr val="bg1"/>
                </a:solidFill>
              </a:rPr>
              <a:t>Metavariables are an abstraction to match code</a:t>
            </a:r>
            <a:r>
              <a:rPr lang="en-US">
                <a:solidFill>
                  <a:schemeClr val="bg1"/>
                </a:solidFill>
              </a:rPr>
              <a:t> when you don’t know the value or contents ahead of time</a:t>
            </a:r>
          </a:p>
          <a:p>
            <a:endParaRPr lang="en-US">
              <a:solidFill>
                <a:schemeClr val="bg1"/>
              </a:solidFill>
            </a:endParaRPr>
          </a:p>
          <a:p>
            <a:endParaRPr lang="en-US">
              <a:solidFill>
                <a:schemeClr val="bg1"/>
              </a:solidFill>
            </a:endParaRPr>
          </a:p>
          <a:p>
            <a:pPr marL="0" indent="0">
              <a:buNone/>
            </a:pPr>
            <a:endParaRPr lang="en-US">
              <a:solidFill>
                <a:schemeClr val="bg1"/>
              </a:solidFill>
            </a:endParaRPr>
          </a:p>
        </p:txBody>
      </p:sp>
      <p:pic>
        <p:nvPicPr>
          <p:cNvPr id="12" name="Picture 11">
            <a:extLst>
              <a:ext uri="{FF2B5EF4-FFF2-40B4-BE49-F238E27FC236}">
                <a16:creationId xmlns:a16="http://schemas.microsoft.com/office/drawing/2014/main" id="{E3347B10-09D3-F0DD-CE4D-3E4621EC6C38}"/>
              </a:ext>
            </a:extLst>
          </p:cNvPr>
          <p:cNvPicPr>
            <a:picLocks noChangeAspect="1"/>
          </p:cNvPicPr>
          <p:nvPr/>
        </p:nvPicPr>
        <p:blipFill>
          <a:blip r:embed="rId4"/>
          <a:stretch>
            <a:fillRect/>
          </a:stretch>
        </p:blipFill>
        <p:spPr>
          <a:xfrm>
            <a:off x="1488896" y="2455521"/>
            <a:ext cx="4607104" cy="2269171"/>
          </a:xfrm>
          <a:prstGeom prst="rect">
            <a:avLst/>
          </a:prstGeom>
          <a:ln>
            <a:solidFill>
              <a:schemeClr val="tx1"/>
            </a:solidFill>
          </a:ln>
          <a:effectLst>
            <a:outerShdw blurRad="292100" dist="139700" dir="2700000" algn="tl" rotWithShape="0">
              <a:srgbClr val="333333">
                <a:alpha val="65000"/>
              </a:srgbClr>
            </a:outerShdw>
          </a:effectLst>
        </p:spPr>
      </p:pic>
      <p:pic>
        <p:nvPicPr>
          <p:cNvPr id="14" name="Picture 13">
            <a:extLst>
              <a:ext uri="{FF2B5EF4-FFF2-40B4-BE49-F238E27FC236}">
                <a16:creationId xmlns:a16="http://schemas.microsoft.com/office/drawing/2014/main" id="{3C634F8F-67E0-3828-EDB4-D27F77D6A568}"/>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7056552" y="2178122"/>
            <a:ext cx="4297248" cy="4232559"/>
          </a:xfrm>
          <a:prstGeom prst="rect">
            <a:avLst/>
          </a:prstGeom>
          <a:ln>
            <a:solidFill>
              <a:schemeClr val="tx1"/>
            </a:solidFill>
          </a:ln>
          <a:effectLst>
            <a:outerShdw blurRad="292100" dist="139700" dir="2700000" algn="tl" rotWithShape="0">
              <a:srgbClr val="333333">
                <a:alpha val="65000"/>
              </a:srgbClr>
            </a:outerShdw>
          </a:effectLst>
        </p:spPr>
      </p:pic>
      <p:grpSp>
        <p:nvGrpSpPr>
          <p:cNvPr id="15" name="Group 14">
            <a:extLst>
              <a:ext uri="{FF2B5EF4-FFF2-40B4-BE49-F238E27FC236}">
                <a16:creationId xmlns:a16="http://schemas.microsoft.com/office/drawing/2014/main" id="{793E6979-8C97-A764-1F29-BD0CA56A068C}"/>
              </a:ext>
            </a:extLst>
          </p:cNvPr>
          <p:cNvGrpSpPr/>
          <p:nvPr/>
        </p:nvGrpSpPr>
        <p:grpSpPr>
          <a:xfrm>
            <a:off x="3236360" y="3071970"/>
            <a:ext cx="621586" cy="554804"/>
            <a:chOff x="3236360" y="2794571"/>
            <a:chExt cx="621586" cy="554804"/>
          </a:xfrm>
        </p:grpSpPr>
        <p:sp>
          <p:nvSpPr>
            <p:cNvPr id="16" name="Rectangle 15">
              <a:extLst>
                <a:ext uri="{FF2B5EF4-FFF2-40B4-BE49-F238E27FC236}">
                  <a16:creationId xmlns:a16="http://schemas.microsoft.com/office/drawing/2014/main" id="{3FAF7DFF-66F2-8613-85DB-A73F1DE8C1DD}"/>
                </a:ext>
              </a:extLst>
            </p:cNvPr>
            <p:cNvSpPr/>
            <p:nvPr/>
          </p:nvSpPr>
          <p:spPr>
            <a:xfrm>
              <a:off x="3236360" y="3133618"/>
              <a:ext cx="565078" cy="21575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Arrow: Down 16">
              <a:extLst>
                <a:ext uri="{FF2B5EF4-FFF2-40B4-BE49-F238E27FC236}">
                  <a16:creationId xmlns:a16="http://schemas.microsoft.com/office/drawing/2014/main" id="{B44D4CF9-6EF7-E8B0-FF6D-3D2F3D141A64}"/>
                </a:ext>
              </a:extLst>
            </p:cNvPr>
            <p:cNvSpPr/>
            <p:nvPr/>
          </p:nvSpPr>
          <p:spPr>
            <a:xfrm>
              <a:off x="3683286" y="2794571"/>
              <a:ext cx="174660" cy="267128"/>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0332701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8510AD5-0E7D-E45E-AE52-7C90589C28C8}"/>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B13F062-8A2C-739D-00C5-9E1ADB828E8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8F3501E-DBC2-C636-DDE4-970AC2E22F9F}"/>
              </a:ext>
            </a:extLst>
          </p:cNvPr>
          <p:cNvSpPr>
            <a:spLocks noGrp="1"/>
          </p:cNvSpPr>
          <p:nvPr>
            <p:ph type="title"/>
          </p:nvPr>
        </p:nvSpPr>
        <p:spPr>
          <a:xfrm>
            <a:off x="1391010" y="220020"/>
            <a:ext cx="10381003" cy="1070326"/>
          </a:xfrm>
        </p:spPr>
        <p:txBody>
          <a:bodyPr>
            <a:normAutofit/>
          </a:bodyPr>
          <a:lstStyle/>
          <a:p>
            <a:r>
              <a:rPr lang="en-US">
                <a:solidFill>
                  <a:schemeClr val="bg1"/>
                </a:solidFill>
              </a:rPr>
              <a:t>Metavariables - $VARIABLE_NAME</a:t>
            </a:r>
          </a:p>
        </p:txBody>
      </p:sp>
      <p:sp>
        <p:nvSpPr>
          <p:cNvPr id="6" name="Freeform: Shape 9">
            <a:extLst>
              <a:ext uri="{FF2B5EF4-FFF2-40B4-BE49-F238E27FC236}">
                <a16:creationId xmlns:a16="http://schemas.microsoft.com/office/drawing/2014/main" id="{37B635E8-0C29-CAC0-EDF4-D2943561072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7BC904A2-6498-2AEF-5FD9-32D6F8F7F3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E03453C9-84B8-C8B5-129E-9FC46847A40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F7188933-F9BD-3696-AB3E-847DC05C9BE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D2AFF553-0F84-BBBF-93B3-7B533306487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73923BBE-221E-336E-2D9B-D8570C12339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E86B6BE0-23CC-BE18-B1B2-11B2CDD7675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6578A66E-967C-E484-C783-517C2331E4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984CA036-E39B-E99C-05E4-DA710CEE5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9D4784D8-22DB-A7D2-E5A8-C2487F19299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B8EC705B-5B93-A375-D750-1B0D2DD1057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6BE82422-4CE0-5239-9C0C-CB72408288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05DB6424-FD7A-F9E2-A300-D5096B6CA0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FE959CA1-56A9-3156-90AA-C58A6D6E8A3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4DF067D9-06A5-78DC-DA91-DC8561D0773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0ABA91D-0DA2-AE62-676C-FF0922A5D67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9D7DAD00-A84A-5695-6201-9172B5D10E43}"/>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3C37814C-E197-6493-270C-C30AE04B513A}"/>
              </a:ext>
            </a:extLst>
          </p:cNvPr>
          <p:cNvSpPr>
            <a:spLocks noGrp="1"/>
          </p:cNvSpPr>
          <p:nvPr>
            <p:ph idx="1"/>
          </p:nvPr>
        </p:nvSpPr>
        <p:spPr>
          <a:xfrm>
            <a:off x="838200" y="1825625"/>
            <a:ext cx="10515600" cy="4351338"/>
          </a:xfrm>
        </p:spPr>
        <p:txBody>
          <a:bodyPr>
            <a:normAutofit/>
          </a:bodyPr>
          <a:lstStyle/>
          <a:p>
            <a:r>
              <a:rPr lang="en-US" u="sng">
                <a:solidFill>
                  <a:schemeClr val="bg1"/>
                </a:solidFill>
              </a:rPr>
              <a:t>Exercise</a:t>
            </a:r>
            <a:r>
              <a:rPr lang="en-US">
                <a:solidFill>
                  <a:schemeClr val="bg1"/>
                </a:solidFill>
              </a:rPr>
              <a:t> - (aka.ms/</a:t>
            </a:r>
            <a:r>
              <a:rPr lang="en-US" err="1">
                <a:solidFill>
                  <a:schemeClr val="bg1"/>
                </a:solidFill>
              </a:rPr>
              <a:t>semgrep</a:t>
            </a:r>
            <a:r>
              <a:rPr lang="en-US">
                <a:solidFill>
                  <a:schemeClr val="bg1"/>
                </a:solidFill>
              </a:rPr>
              <a:t>-exercises)</a:t>
            </a:r>
          </a:p>
          <a:p>
            <a:pPr lvl="1"/>
            <a:r>
              <a:rPr lang="en-US">
                <a:solidFill>
                  <a:schemeClr val="bg1"/>
                </a:solidFill>
                <a:hlinkClick r:id="rId4"/>
              </a:rPr>
              <a:t>https://github.com/django/django/blob/main/django/http/request.py</a:t>
            </a:r>
            <a:endParaRPr lang="en-US">
              <a:solidFill>
                <a:schemeClr val="bg1"/>
              </a:solidFill>
            </a:endParaRPr>
          </a:p>
          <a:p>
            <a:pPr lvl="1"/>
            <a:r>
              <a:rPr lang="en-US">
                <a:solidFill>
                  <a:schemeClr val="bg1"/>
                </a:solidFill>
              </a:rPr>
              <a:t>Flag and return the entire function bodies that contain the line</a:t>
            </a:r>
          </a:p>
          <a:p>
            <a:pPr lvl="2"/>
            <a:r>
              <a:rPr lang="en-US" i="1">
                <a:solidFill>
                  <a:schemeClr val="accent5"/>
                </a:solidFill>
              </a:rPr>
              <a:t>return </a:t>
            </a:r>
            <a:r>
              <a:rPr lang="en-US" i="1" err="1">
                <a:solidFill>
                  <a:schemeClr val="accent5"/>
                </a:solidFill>
              </a:rPr>
              <a:t>self.scheme</a:t>
            </a:r>
            <a:r>
              <a:rPr lang="en-US" i="1">
                <a:solidFill>
                  <a:schemeClr val="accent5"/>
                </a:solidFill>
              </a:rPr>
              <a:t> == “https”</a:t>
            </a:r>
          </a:p>
          <a:p>
            <a:pPr lvl="2"/>
            <a:r>
              <a:rPr lang="en-US" i="1">
                <a:solidFill>
                  <a:schemeClr val="accent5"/>
                </a:solidFill>
              </a:rPr>
              <a:t>parser = </a:t>
            </a:r>
            <a:r>
              <a:rPr lang="en-US" i="1" err="1">
                <a:solidFill>
                  <a:schemeClr val="accent5"/>
                </a:solidFill>
              </a:rPr>
              <a:t>MultiPartParser</a:t>
            </a:r>
            <a:r>
              <a:rPr lang="en-US" i="1">
                <a:solidFill>
                  <a:schemeClr val="accent5"/>
                </a:solidFill>
              </a:rPr>
              <a:t>(…)</a:t>
            </a:r>
          </a:p>
        </p:txBody>
      </p:sp>
    </p:spTree>
    <p:extLst>
      <p:ext uri="{BB962C8B-B14F-4D97-AF65-F5344CB8AC3E}">
        <p14:creationId xmlns:p14="http://schemas.microsoft.com/office/powerpoint/2010/main" val="2943384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39C1801-CA2A-3286-E2E3-F835B9E7C745}"/>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C32F5B73-7611-74FE-1A7C-7CEDEDAF10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330E0E2-8E6B-6CE1-DC1B-CCFEC8D74C16}"/>
              </a:ext>
            </a:extLst>
          </p:cNvPr>
          <p:cNvSpPr>
            <a:spLocks noGrp="1"/>
          </p:cNvSpPr>
          <p:nvPr>
            <p:ph type="title"/>
          </p:nvPr>
        </p:nvSpPr>
        <p:spPr>
          <a:xfrm>
            <a:off x="1391010" y="220020"/>
            <a:ext cx="10381003" cy="1070326"/>
          </a:xfrm>
        </p:spPr>
        <p:txBody>
          <a:bodyPr>
            <a:normAutofit/>
          </a:bodyPr>
          <a:lstStyle/>
          <a:p>
            <a:r>
              <a:rPr lang="en-US">
                <a:solidFill>
                  <a:schemeClr val="bg1"/>
                </a:solidFill>
              </a:rPr>
              <a:t>Metavariables - $VARIABLE_NAME</a:t>
            </a:r>
          </a:p>
        </p:txBody>
      </p:sp>
      <p:sp>
        <p:nvSpPr>
          <p:cNvPr id="6" name="Freeform: Shape 9">
            <a:extLst>
              <a:ext uri="{FF2B5EF4-FFF2-40B4-BE49-F238E27FC236}">
                <a16:creationId xmlns:a16="http://schemas.microsoft.com/office/drawing/2014/main" id="{C62D0C8B-6D90-6649-181B-CFB35B3CB0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4190E6AD-5B2E-99EE-BE42-3EF0741D5F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AD100874-9BE5-DC1C-454D-F5E9AFB3DAD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9385F964-6870-DA82-6EF4-652CF7E9D7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2315BB37-CAA6-B87B-042C-45FCCF41E1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42001BF5-5830-9D24-174A-C2B68ED000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452104C-E5BC-AF4F-3071-766AB7A8B2B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615B73DF-C8A1-E3E6-BECE-CA06288960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B36316CF-476F-2C47-4929-8189467065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8357EF57-30E5-A34C-6116-AC3D82C1ADE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B2EF02F3-CDE7-53B9-DA49-E375F53BB94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2D6F59A5-7406-479A-1EBF-6789D9F5F5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AF8B31B-C46E-1F33-30E4-06B5F9E3AB2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D3D46834-B1C3-A7D2-005B-BE2151C264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E43E9EA0-D26F-B268-FCAC-54B71B4B06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9E2F038B-9A43-0DC9-3E9D-F5E0E5B5EC9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EAC335F0-2C3A-B850-866D-61964B3220A0}"/>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383C5138-D8C2-311B-ECD3-B5293EC70D74}"/>
              </a:ext>
            </a:extLst>
          </p:cNvPr>
          <p:cNvSpPr>
            <a:spLocks noGrp="1"/>
          </p:cNvSpPr>
          <p:nvPr>
            <p:ph idx="1"/>
          </p:nvPr>
        </p:nvSpPr>
        <p:spPr>
          <a:xfrm>
            <a:off x="838200" y="1825625"/>
            <a:ext cx="10515600" cy="4351338"/>
          </a:xfrm>
        </p:spPr>
        <p:txBody>
          <a:bodyPr>
            <a:normAutofit/>
          </a:bodyPr>
          <a:lstStyle/>
          <a:p>
            <a:r>
              <a:rPr lang="en-US" u="sng">
                <a:solidFill>
                  <a:schemeClr val="bg1"/>
                </a:solidFill>
              </a:rPr>
              <a:t>Answers</a:t>
            </a:r>
            <a:endParaRPr lang="en-US">
              <a:solidFill>
                <a:schemeClr val="bg1"/>
              </a:solidFill>
            </a:endParaRPr>
          </a:p>
          <a:p>
            <a:pPr lvl="1"/>
            <a:r>
              <a:rPr lang="en-US">
                <a:solidFill>
                  <a:schemeClr val="bg1"/>
                </a:solidFill>
              </a:rPr>
              <a:t>Flag and return the entire function bodies that contain the line</a:t>
            </a:r>
          </a:p>
          <a:p>
            <a:pPr lvl="2"/>
            <a:r>
              <a:rPr lang="en-US" i="1">
                <a:solidFill>
                  <a:schemeClr val="bg1"/>
                </a:solidFill>
              </a:rPr>
              <a:t>return </a:t>
            </a:r>
            <a:r>
              <a:rPr lang="en-US" i="1" err="1">
                <a:solidFill>
                  <a:schemeClr val="bg1"/>
                </a:solidFill>
              </a:rPr>
              <a:t>self.scheme</a:t>
            </a:r>
            <a:r>
              <a:rPr lang="en-US" i="1">
                <a:solidFill>
                  <a:schemeClr val="bg1"/>
                </a:solidFill>
              </a:rPr>
              <a:t> == “https”</a:t>
            </a:r>
          </a:p>
          <a:p>
            <a:pPr lvl="2"/>
            <a:endParaRPr lang="en-US" i="1">
              <a:solidFill>
                <a:schemeClr val="bg1"/>
              </a:solidFill>
            </a:endParaRPr>
          </a:p>
          <a:p>
            <a:pPr lvl="2"/>
            <a:endParaRPr lang="en-US" i="1">
              <a:solidFill>
                <a:schemeClr val="bg1"/>
              </a:solidFill>
            </a:endParaRPr>
          </a:p>
          <a:p>
            <a:pPr lvl="2"/>
            <a:endParaRPr lang="en-US" i="1">
              <a:solidFill>
                <a:schemeClr val="bg1"/>
              </a:solidFill>
            </a:endParaRPr>
          </a:p>
          <a:p>
            <a:pPr lvl="2"/>
            <a:endParaRPr lang="en-US" i="1">
              <a:solidFill>
                <a:schemeClr val="bg1"/>
              </a:solidFill>
            </a:endParaRPr>
          </a:p>
          <a:p>
            <a:pPr lvl="2"/>
            <a:r>
              <a:rPr lang="en-US" i="1">
                <a:solidFill>
                  <a:schemeClr val="bg1"/>
                </a:solidFill>
              </a:rPr>
              <a:t>parser = </a:t>
            </a:r>
            <a:r>
              <a:rPr lang="en-US" i="1" err="1">
                <a:solidFill>
                  <a:schemeClr val="bg1"/>
                </a:solidFill>
              </a:rPr>
              <a:t>MultiPartParser</a:t>
            </a:r>
            <a:r>
              <a:rPr lang="en-US" i="1">
                <a:solidFill>
                  <a:schemeClr val="bg1"/>
                </a:solidFill>
              </a:rPr>
              <a:t>(META, </a:t>
            </a:r>
            <a:r>
              <a:rPr lang="en-US" i="1" err="1">
                <a:solidFill>
                  <a:schemeClr val="bg1"/>
                </a:solidFill>
              </a:rPr>
              <a:t>post_data</a:t>
            </a:r>
            <a:r>
              <a:rPr lang="en-US" i="1">
                <a:solidFill>
                  <a:schemeClr val="bg1"/>
                </a:solidFill>
              </a:rPr>
              <a:t>, </a:t>
            </a:r>
            <a:r>
              <a:rPr lang="en-US" i="1" err="1">
                <a:solidFill>
                  <a:schemeClr val="bg1"/>
                </a:solidFill>
              </a:rPr>
              <a:t>self.upload_handlers</a:t>
            </a:r>
            <a:r>
              <a:rPr lang="en-US" i="1">
                <a:solidFill>
                  <a:schemeClr val="bg1"/>
                </a:solidFill>
              </a:rPr>
              <a:t>, </a:t>
            </a:r>
            <a:r>
              <a:rPr lang="en-US" i="1" err="1">
                <a:solidFill>
                  <a:schemeClr val="bg1"/>
                </a:solidFill>
              </a:rPr>
              <a:t>self.encoding</a:t>
            </a:r>
            <a:r>
              <a:rPr lang="en-US" i="1">
                <a:solidFill>
                  <a:schemeClr val="bg1"/>
                </a:solidFill>
              </a:rPr>
              <a:t>)</a:t>
            </a:r>
          </a:p>
        </p:txBody>
      </p:sp>
      <p:pic>
        <p:nvPicPr>
          <p:cNvPr id="12" name="Picture 11">
            <a:extLst>
              <a:ext uri="{FF2B5EF4-FFF2-40B4-BE49-F238E27FC236}">
                <a16:creationId xmlns:a16="http://schemas.microsoft.com/office/drawing/2014/main" id="{C570F0AF-AE1B-2B5E-3C20-F0CB56BF64A1}"/>
              </a:ext>
            </a:extLst>
          </p:cNvPr>
          <p:cNvPicPr>
            <a:picLocks noChangeAspect="1"/>
          </p:cNvPicPr>
          <p:nvPr/>
        </p:nvPicPr>
        <p:blipFill>
          <a:blip r:embed="rId4"/>
          <a:stretch>
            <a:fillRect/>
          </a:stretch>
        </p:blipFill>
        <p:spPr>
          <a:xfrm>
            <a:off x="2101081" y="3114669"/>
            <a:ext cx="3759200" cy="825500"/>
          </a:xfrm>
          <a:prstGeom prst="rect">
            <a:avLst/>
          </a:prstGeom>
        </p:spPr>
      </p:pic>
      <p:pic>
        <p:nvPicPr>
          <p:cNvPr id="14" name="Picture 13">
            <a:extLst>
              <a:ext uri="{FF2B5EF4-FFF2-40B4-BE49-F238E27FC236}">
                <a16:creationId xmlns:a16="http://schemas.microsoft.com/office/drawing/2014/main" id="{3A744316-E47A-79C9-CDFB-01A5D0A0A603}"/>
              </a:ext>
            </a:extLst>
          </p:cNvPr>
          <p:cNvPicPr>
            <a:picLocks noChangeAspect="1"/>
          </p:cNvPicPr>
          <p:nvPr/>
        </p:nvPicPr>
        <p:blipFill>
          <a:blip r:embed="rId5"/>
          <a:stretch>
            <a:fillRect/>
          </a:stretch>
        </p:blipFill>
        <p:spPr>
          <a:xfrm>
            <a:off x="6241281" y="3009202"/>
            <a:ext cx="3632200" cy="1346200"/>
          </a:xfrm>
          <a:prstGeom prst="rect">
            <a:avLst/>
          </a:prstGeom>
        </p:spPr>
      </p:pic>
      <p:pic>
        <p:nvPicPr>
          <p:cNvPr id="16" name="Picture 15">
            <a:extLst>
              <a:ext uri="{FF2B5EF4-FFF2-40B4-BE49-F238E27FC236}">
                <a16:creationId xmlns:a16="http://schemas.microsoft.com/office/drawing/2014/main" id="{76C04B32-5285-4302-3CAB-372CE5C9C9B3}"/>
              </a:ext>
            </a:extLst>
          </p:cNvPr>
          <p:cNvPicPr>
            <a:picLocks noChangeAspect="1"/>
          </p:cNvPicPr>
          <p:nvPr/>
        </p:nvPicPr>
        <p:blipFill>
          <a:blip r:embed="rId6"/>
          <a:stretch>
            <a:fillRect/>
          </a:stretch>
        </p:blipFill>
        <p:spPr>
          <a:xfrm>
            <a:off x="2101081" y="4896432"/>
            <a:ext cx="7772400" cy="1273972"/>
          </a:xfrm>
          <a:prstGeom prst="rect">
            <a:avLst/>
          </a:prstGeom>
        </p:spPr>
      </p:pic>
    </p:spTree>
    <p:extLst>
      <p:ext uri="{BB962C8B-B14F-4D97-AF65-F5344CB8AC3E}">
        <p14:creationId xmlns:p14="http://schemas.microsoft.com/office/powerpoint/2010/main" val="77455544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391010" y="220020"/>
            <a:ext cx="10381003" cy="1070326"/>
          </a:xfrm>
        </p:spPr>
        <p:txBody>
          <a:bodyPr>
            <a:normAutofit/>
          </a:bodyPr>
          <a:lstStyle/>
          <a:p>
            <a:r>
              <a:rPr lang="en-US" sz="4000">
                <a:solidFill>
                  <a:schemeClr val="bg1"/>
                </a:solidFill>
              </a:rPr>
              <a:t>Pattern Matching Operators</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pic>
        <p:nvPicPr>
          <p:cNvPr id="21" name="Picture 20">
            <a:extLst>
              <a:ext uri="{FF2B5EF4-FFF2-40B4-BE49-F238E27FC236}">
                <a16:creationId xmlns:a16="http://schemas.microsoft.com/office/drawing/2014/main" id="{0459C1A3-5597-7A7A-1E0B-92DE6FB863F7}"/>
              </a:ext>
            </a:extLst>
          </p:cNvPr>
          <p:cNvPicPr>
            <a:picLocks noChangeAspect="1"/>
          </p:cNvPicPr>
          <p:nvPr/>
        </p:nvPicPr>
        <p:blipFill>
          <a:blip r:embed="rId3"/>
          <a:stretch>
            <a:fillRect/>
          </a:stretch>
        </p:blipFill>
        <p:spPr>
          <a:xfrm>
            <a:off x="1593355" y="1530367"/>
            <a:ext cx="2292076" cy="4227870"/>
          </a:xfrm>
          <a:prstGeom prst="rect">
            <a:avLst/>
          </a:prstGeom>
          <a:ln w="88900" cap="sq" cmpd="thickThin">
            <a:solidFill>
              <a:srgbClr val="000000"/>
            </a:solidFill>
            <a:prstDash val="solid"/>
            <a:miter lim="800000"/>
          </a:ln>
          <a:effectLst>
            <a:innerShdw blurRad="76200">
              <a:srgbClr val="000000"/>
            </a:innerShdw>
          </a:effectLst>
        </p:spPr>
      </p:pic>
      <p:pic>
        <p:nvPicPr>
          <p:cNvPr id="22" name="Picture 21">
            <a:extLst>
              <a:ext uri="{FF2B5EF4-FFF2-40B4-BE49-F238E27FC236}">
                <a16:creationId xmlns:a16="http://schemas.microsoft.com/office/drawing/2014/main" id="{2DB5C4D6-0D66-7290-FB0B-87CDEE961DBB}"/>
              </a:ext>
            </a:extLst>
          </p:cNvPr>
          <p:cNvPicPr>
            <a:picLocks noChangeAspect="1"/>
          </p:cNvPicPr>
          <p:nvPr/>
        </p:nvPicPr>
        <p:blipFill>
          <a:blip r:embed="rId4"/>
          <a:stretch>
            <a:fillRect/>
          </a:stretch>
        </p:blipFill>
        <p:spPr>
          <a:xfrm>
            <a:off x="5902593" y="1563759"/>
            <a:ext cx="2423902" cy="4299790"/>
          </a:xfrm>
          <a:prstGeom prst="rect">
            <a:avLst/>
          </a:prstGeom>
          <a:ln w="88900" cap="sq" cmpd="thickThin">
            <a:solidFill>
              <a:srgbClr val="000000"/>
            </a:solidFill>
            <a:prstDash val="solid"/>
            <a:miter lim="800000"/>
          </a:ln>
          <a:effectLst>
            <a:innerShdw blurRad="76200">
              <a:srgbClr val="000000"/>
            </a:innerShdw>
          </a:effectLst>
        </p:spPr>
      </p:pic>
      <p:sp>
        <p:nvSpPr>
          <p:cNvPr id="23" name="TextBox 22">
            <a:extLst>
              <a:ext uri="{FF2B5EF4-FFF2-40B4-BE49-F238E27FC236}">
                <a16:creationId xmlns:a16="http://schemas.microsoft.com/office/drawing/2014/main" id="{9CA93C5B-1DB0-F81E-36B8-09991C25C92B}"/>
              </a:ext>
            </a:extLst>
          </p:cNvPr>
          <p:cNvSpPr txBox="1"/>
          <p:nvPr/>
        </p:nvSpPr>
        <p:spPr>
          <a:xfrm>
            <a:off x="7340577" y="6181280"/>
            <a:ext cx="6097712" cy="369332"/>
          </a:xfrm>
          <a:prstGeom prst="rect">
            <a:avLst/>
          </a:prstGeom>
          <a:noFill/>
        </p:spPr>
        <p:txBody>
          <a:bodyPr wrap="square">
            <a:spAutoFit/>
          </a:bodyPr>
          <a:lstStyle/>
          <a:p>
            <a:r>
              <a:rPr lang="en-US">
                <a:hlinkClick r:id="rId5"/>
              </a:rPr>
              <a:t>Rule syntax | Semgrep</a:t>
            </a:r>
            <a:endParaRPr lang="en-US"/>
          </a:p>
        </p:txBody>
      </p:sp>
    </p:spTree>
    <p:extLst>
      <p:ext uri="{BB962C8B-B14F-4D97-AF65-F5344CB8AC3E}">
        <p14:creationId xmlns:p14="http://schemas.microsoft.com/office/powerpoint/2010/main" val="222837835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391010" y="220020"/>
            <a:ext cx="10381003" cy="1070326"/>
          </a:xfrm>
        </p:spPr>
        <p:txBody>
          <a:bodyPr>
            <a:normAutofit/>
          </a:bodyPr>
          <a:lstStyle/>
          <a:p>
            <a:r>
              <a:rPr lang="en-US">
                <a:solidFill>
                  <a:schemeClr val="bg1"/>
                </a:solidFill>
              </a:rPr>
              <a:t>Pattern</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80A350F9-B493-5B48-2059-EBF67B7B15D5}"/>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0A154DCE-569E-BD35-F487-AE9C125D7549}"/>
              </a:ext>
            </a:extLst>
          </p:cNvPr>
          <p:cNvSpPr>
            <a:spLocks noGrp="1"/>
          </p:cNvSpPr>
          <p:nvPr>
            <p:ph idx="1"/>
          </p:nvPr>
        </p:nvSpPr>
        <p:spPr>
          <a:xfrm>
            <a:off x="838200" y="1825625"/>
            <a:ext cx="10515600" cy="4351338"/>
          </a:xfrm>
        </p:spPr>
        <p:txBody>
          <a:bodyPr>
            <a:normAutofit/>
          </a:bodyPr>
          <a:lstStyle/>
          <a:p>
            <a:r>
              <a:rPr lang="en-US">
                <a:solidFill>
                  <a:schemeClr val="bg1"/>
                </a:solidFill>
              </a:rPr>
              <a:t>The </a:t>
            </a:r>
            <a:r>
              <a:rPr lang="en-US" i="1">
                <a:solidFill>
                  <a:schemeClr val="bg1"/>
                </a:solidFill>
              </a:rPr>
              <a:t>pattern</a:t>
            </a:r>
            <a:r>
              <a:rPr lang="en-US">
                <a:solidFill>
                  <a:schemeClr val="bg1"/>
                </a:solidFill>
              </a:rPr>
              <a:t> operator looks for code matching its expression.</a:t>
            </a:r>
          </a:p>
          <a:p>
            <a:endParaRPr lang="en-US">
              <a:solidFill>
                <a:schemeClr val="bg1"/>
              </a:solidFill>
            </a:endParaRPr>
          </a:p>
          <a:p>
            <a:endParaRPr lang="en-US">
              <a:solidFill>
                <a:schemeClr val="bg1"/>
              </a:solidFill>
            </a:endParaRPr>
          </a:p>
          <a:p>
            <a:pPr marL="0" indent="0">
              <a:buNone/>
            </a:pPr>
            <a:endParaRPr lang="en-US">
              <a:solidFill>
                <a:schemeClr val="bg1"/>
              </a:solidFill>
            </a:endParaRPr>
          </a:p>
        </p:txBody>
      </p:sp>
      <p:pic>
        <p:nvPicPr>
          <p:cNvPr id="21" name="Picture 20">
            <a:extLst>
              <a:ext uri="{FF2B5EF4-FFF2-40B4-BE49-F238E27FC236}">
                <a16:creationId xmlns:a16="http://schemas.microsoft.com/office/drawing/2014/main" id="{41DE3013-50DF-995A-E7BD-3173B2B2B9EC}"/>
              </a:ext>
            </a:extLst>
          </p:cNvPr>
          <p:cNvPicPr>
            <a:picLocks noChangeAspect="1"/>
          </p:cNvPicPr>
          <p:nvPr/>
        </p:nvPicPr>
        <p:blipFill>
          <a:blip r:embed="rId4"/>
          <a:stretch>
            <a:fillRect/>
          </a:stretch>
        </p:blipFill>
        <p:spPr>
          <a:xfrm>
            <a:off x="698403" y="2716794"/>
            <a:ext cx="4989703" cy="1956058"/>
          </a:xfrm>
          <a:prstGeom prst="rect">
            <a:avLst/>
          </a:prstGeom>
          <a:ln>
            <a:solidFill>
              <a:schemeClr val="tx1"/>
            </a:solidFill>
          </a:ln>
          <a:effectLst>
            <a:outerShdw blurRad="292100" dist="139700" dir="2700000" algn="tl" rotWithShape="0">
              <a:srgbClr val="333333">
                <a:alpha val="65000"/>
              </a:srgbClr>
            </a:outerShdw>
          </a:effectLst>
        </p:spPr>
      </p:pic>
      <p:pic>
        <p:nvPicPr>
          <p:cNvPr id="22" name="Picture 21">
            <a:extLst>
              <a:ext uri="{FF2B5EF4-FFF2-40B4-BE49-F238E27FC236}">
                <a16:creationId xmlns:a16="http://schemas.microsoft.com/office/drawing/2014/main" id="{BB6BCAC3-3536-3812-B8C3-772409FA889D}"/>
              </a:ext>
            </a:extLst>
          </p:cNvPr>
          <p:cNvPicPr>
            <a:picLocks noChangeAspect="1"/>
          </p:cNvPicPr>
          <p:nvPr/>
        </p:nvPicPr>
        <p:blipFill>
          <a:blip r:embed="rId5"/>
          <a:stretch>
            <a:fillRect/>
          </a:stretch>
        </p:blipFill>
        <p:spPr>
          <a:xfrm>
            <a:off x="6096000" y="2716794"/>
            <a:ext cx="5707414" cy="2550452"/>
          </a:xfrm>
          <a:prstGeom prst="rect">
            <a:avLst/>
          </a:prstGeom>
          <a:ln>
            <a:solidFill>
              <a:schemeClr val="tx1"/>
            </a:solidFill>
          </a:ln>
          <a:effectLst>
            <a:outerShdw blurRad="292100" dist="139700" dir="2700000" algn="tl" rotWithShape="0">
              <a:srgbClr val="333333">
                <a:alpha val="65000"/>
              </a:srgbClr>
            </a:outerShdw>
          </a:effectLst>
        </p:spPr>
      </p:pic>
      <p:grpSp>
        <p:nvGrpSpPr>
          <p:cNvPr id="23" name="Group 22">
            <a:extLst>
              <a:ext uri="{FF2B5EF4-FFF2-40B4-BE49-F238E27FC236}">
                <a16:creationId xmlns:a16="http://schemas.microsoft.com/office/drawing/2014/main" id="{F0B82A5A-60C5-ACE8-B33A-92346DB5D046}"/>
              </a:ext>
            </a:extLst>
          </p:cNvPr>
          <p:cNvGrpSpPr/>
          <p:nvPr/>
        </p:nvGrpSpPr>
        <p:grpSpPr>
          <a:xfrm>
            <a:off x="2749778" y="3058366"/>
            <a:ext cx="1539350" cy="645283"/>
            <a:chOff x="2749778" y="3058366"/>
            <a:chExt cx="1539350" cy="645283"/>
          </a:xfrm>
        </p:grpSpPr>
        <p:sp>
          <p:nvSpPr>
            <p:cNvPr id="24" name="Rectangle 23">
              <a:extLst>
                <a:ext uri="{FF2B5EF4-FFF2-40B4-BE49-F238E27FC236}">
                  <a16:creationId xmlns:a16="http://schemas.microsoft.com/office/drawing/2014/main" id="{A80BA365-234D-93B9-830F-FFF25C649169}"/>
                </a:ext>
              </a:extLst>
            </p:cNvPr>
            <p:cNvSpPr/>
            <p:nvPr/>
          </p:nvSpPr>
          <p:spPr>
            <a:xfrm>
              <a:off x="2749778" y="3429000"/>
              <a:ext cx="1539350" cy="27464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Arrow: Down 24">
              <a:extLst>
                <a:ext uri="{FF2B5EF4-FFF2-40B4-BE49-F238E27FC236}">
                  <a16:creationId xmlns:a16="http://schemas.microsoft.com/office/drawing/2014/main" id="{FBDEDFE8-EFE5-19AF-D306-F78CA00EBBF8}"/>
                </a:ext>
              </a:extLst>
            </p:cNvPr>
            <p:cNvSpPr/>
            <p:nvPr/>
          </p:nvSpPr>
          <p:spPr>
            <a:xfrm>
              <a:off x="4144403" y="3058366"/>
              <a:ext cx="144725" cy="274649"/>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2613389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391010" y="220020"/>
            <a:ext cx="10381003" cy="1070326"/>
          </a:xfrm>
        </p:spPr>
        <p:txBody>
          <a:bodyPr>
            <a:normAutofit/>
          </a:bodyPr>
          <a:lstStyle/>
          <a:p>
            <a:r>
              <a:rPr lang="en-US">
                <a:solidFill>
                  <a:schemeClr val="bg1"/>
                </a:solidFill>
              </a:rPr>
              <a:t>Patterns</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80A350F9-B493-5B48-2059-EBF67B7B15D5}"/>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0A154DCE-569E-BD35-F487-AE9C125D7549}"/>
              </a:ext>
            </a:extLst>
          </p:cNvPr>
          <p:cNvSpPr>
            <a:spLocks noGrp="1"/>
          </p:cNvSpPr>
          <p:nvPr>
            <p:ph idx="1"/>
          </p:nvPr>
        </p:nvSpPr>
        <p:spPr>
          <a:xfrm>
            <a:off x="743502" y="1401293"/>
            <a:ext cx="10515600" cy="4351338"/>
          </a:xfrm>
        </p:spPr>
        <p:txBody>
          <a:bodyPr>
            <a:normAutofit/>
          </a:bodyPr>
          <a:lstStyle/>
          <a:p>
            <a:r>
              <a:rPr lang="en-US">
                <a:solidFill>
                  <a:schemeClr val="bg1"/>
                </a:solidFill>
              </a:rPr>
              <a:t>Performs a logical AND operation on one or more child patterns. </a:t>
            </a:r>
          </a:p>
          <a:p>
            <a:r>
              <a:rPr lang="en-US">
                <a:solidFill>
                  <a:schemeClr val="bg1"/>
                </a:solidFill>
              </a:rPr>
              <a:t>Chaining multiple patterns together</a:t>
            </a:r>
          </a:p>
          <a:p>
            <a:endParaRPr lang="en-US">
              <a:solidFill>
                <a:schemeClr val="bg1"/>
              </a:solidFill>
            </a:endParaRPr>
          </a:p>
          <a:p>
            <a:endParaRPr lang="en-US">
              <a:solidFill>
                <a:schemeClr val="bg1"/>
              </a:solidFill>
            </a:endParaRPr>
          </a:p>
          <a:p>
            <a:pPr marL="0" indent="0">
              <a:buNone/>
            </a:pPr>
            <a:endParaRPr lang="en-US">
              <a:solidFill>
                <a:schemeClr val="bg1"/>
              </a:solidFill>
            </a:endParaRPr>
          </a:p>
        </p:txBody>
      </p:sp>
      <p:pic>
        <p:nvPicPr>
          <p:cNvPr id="8" name="Picture 7">
            <a:extLst>
              <a:ext uri="{FF2B5EF4-FFF2-40B4-BE49-F238E27FC236}">
                <a16:creationId xmlns:a16="http://schemas.microsoft.com/office/drawing/2014/main" id="{04AE880B-B76E-C6A4-C852-D1A7317EBABA}"/>
              </a:ext>
            </a:extLst>
          </p:cNvPr>
          <p:cNvPicPr>
            <a:picLocks noChangeAspect="1"/>
          </p:cNvPicPr>
          <p:nvPr/>
        </p:nvPicPr>
        <p:blipFill>
          <a:blip r:embed="rId4"/>
          <a:stretch>
            <a:fillRect/>
          </a:stretch>
        </p:blipFill>
        <p:spPr>
          <a:xfrm>
            <a:off x="856058" y="2780704"/>
            <a:ext cx="5606218" cy="3268236"/>
          </a:xfrm>
          <a:prstGeom prst="rect">
            <a:avLst/>
          </a:prstGeom>
          <a:ln>
            <a:solidFill>
              <a:schemeClr val="tx1"/>
            </a:solidFill>
          </a:ln>
          <a:effectLst>
            <a:outerShdw blurRad="292100" dist="139700" dir="2700000" algn="tl" rotWithShape="0">
              <a:srgbClr val="333333">
                <a:alpha val="65000"/>
              </a:srgbClr>
            </a:outerShdw>
          </a:effectLst>
        </p:spPr>
      </p:pic>
      <p:pic>
        <p:nvPicPr>
          <p:cNvPr id="10" name="Picture 9">
            <a:extLst>
              <a:ext uri="{FF2B5EF4-FFF2-40B4-BE49-F238E27FC236}">
                <a16:creationId xmlns:a16="http://schemas.microsoft.com/office/drawing/2014/main" id="{6581B170-CAFA-03B4-D8E3-6840CFE2647B}"/>
              </a:ext>
            </a:extLst>
          </p:cNvPr>
          <p:cNvPicPr>
            <a:picLocks noChangeAspect="1"/>
          </p:cNvPicPr>
          <p:nvPr/>
        </p:nvPicPr>
        <p:blipFill>
          <a:blip r:embed="rId5"/>
          <a:stretch>
            <a:fillRect/>
          </a:stretch>
        </p:blipFill>
        <p:spPr>
          <a:xfrm>
            <a:off x="6875289" y="2780704"/>
            <a:ext cx="4814684" cy="2573211"/>
          </a:xfrm>
          <a:prstGeom prst="rect">
            <a:avLst/>
          </a:prstGeom>
          <a:ln>
            <a:solidFill>
              <a:schemeClr val="tx1"/>
            </a:solidFill>
          </a:ln>
          <a:effectLst>
            <a:outerShdw blurRad="292100" dist="139700" dir="2700000" algn="tl" rotWithShape="0">
              <a:srgbClr val="333333">
                <a:alpha val="65000"/>
              </a:srgbClr>
            </a:outerShdw>
          </a:effectLst>
        </p:spPr>
      </p:pic>
      <p:grpSp>
        <p:nvGrpSpPr>
          <p:cNvPr id="12" name="Group 11">
            <a:extLst>
              <a:ext uri="{FF2B5EF4-FFF2-40B4-BE49-F238E27FC236}">
                <a16:creationId xmlns:a16="http://schemas.microsoft.com/office/drawing/2014/main" id="{5E18B77D-523E-5986-EE2B-574D61F91867}"/>
              </a:ext>
            </a:extLst>
          </p:cNvPr>
          <p:cNvGrpSpPr/>
          <p:nvPr/>
        </p:nvGrpSpPr>
        <p:grpSpPr>
          <a:xfrm>
            <a:off x="1304628" y="3165299"/>
            <a:ext cx="4182446" cy="1703811"/>
            <a:chOff x="1381468" y="2986601"/>
            <a:chExt cx="4182446" cy="1703811"/>
          </a:xfrm>
        </p:grpSpPr>
        <p:sp>
          <p:nvSpPr>
            <p:cNvPr id="14" name="Rectangle 13">
              <a:extLst>
                <a:ext uri="{FF2B5EF4-FFF2-40B4-BE49-F238E27FC236}">
                  <a16:creationId xmlns:a16="http://schemas.microsoft.com/office/drawing/2014/main" id="{7FF892CF-1846-D63F-DF66-B1993D8DBB63}"/>
                </a:ext>
              </a:extLst>
            </p:cNvPr>
            <p:cNvSpPr/>
            <p:nvPr/>
          </p:nvSpPr>
          <p:spPr>
            <a:xfrm>
              <a:off x="1381468" y="2986601"/>
              <a:ext cx="3769433" cy="170381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Arrow: Left 14">
              <a:extLst>
                <a:ext uri="{FF2B5EF4-FFF2-40B4-BE49-F238E27FC236}">
                  <a16:creationId xmlns:a16="http://schemas.microsoft.com/office/drawing/2014/main" id="{7FE93841-7220-B5B1-7072-F93ACA8B6225}"/>
                </a:ext>
              </a:extLst>
            </p:cNvPr>
            <p:cNvSpPr/>
            <p:nvPr/>
          </p:nvSpPr>
          <p:spPr>
            <a:xfrm>
              <a:off x="5245599" y="3341836"/>
              <a:ext cx="318315" cy="203931"/>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5546947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243B471-B8FA-5E36-5BE7-D5161334D31D}"/>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C749934B-CB48-F63F-9197-890BBB448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7E81128-AC24-5479-45F6-B948AA27700F}"/>
              </a:ext>
            </a:extLst>
          </p:cNvPr>
          <p:cNvSpPr>
            <a:spLocks noGrp="1"/>
          </p:cNvSpPr>
          <p:nvPr>
            <p:ph type="title"/>
          </p:nvPr>
        </p:nvSpPr>
        <p:spPr>
          <a:xfrm>
            <a:off x="1391010" y="220020"/>
            <a:ext cx="10381003" cy="1070326"/>
          </a:xfrm>
        </p:spPr>
        <p:txBody>
          <a:bodyPr>
            <a:normAutofit/>
          </a:bodyPr>
          <a:lstStyle/>
          <a:p>
            <a:r>
              <a:rPr lang="en-US">
                <a:solidFill>
                  <a:schemeClr val="bg1"/>
                </a:solidFill>
              </a:rPr>
              <a:t>Patterns</a:t>
            </a:r>
          </a:p>
        </p:txBody>
      </p:sp>
      <p:sp>
        <p:nvSpPr>
          <p:cNvPr id="6" name="Freeform: Shape 9">
            <a:extLst>
              <a:ext uri="{FF2B5EF4-FFF2-40B4-BE49-F238E27FC236}">
                <a16:creationId xmlns:a16="http://schemas.microsoft.com/office/drawing/2014/main" id="{DF167A07-A543-8B60-98BA-10551C48A9C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5887B47-8937-B453-2342-D46FCC3D2B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790F881F-EB1D-249E-7555-698726F566E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F7748A74-63C8-1E91-8E61-C97F87C9407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B87756CC-B9BA-9E15-0857-95DAC64BC9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7ECEBCA8-64F5-8856-1EED-ACACBD1442B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28096DD3-A2A3-3990-15B1-1BD8BFD79F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E04F9BDA-0C6D-856C-C2B8-0C491D824F2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0A463D77-D755-1888-DF7A-4E5974625CD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712FF0E1-7324-46DD-4FD7-316B5770D6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83B06441-6869-3709-0233-04A307EE811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B2059F1C-018D-1E30-515B-6AE9E7B8981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01754D24-BB17-A09A-71FE-4D06436CEA4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6374D070-3D82-6275-F96C-361E30D6769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C42CDEFB-57D2-64CA-BE8B-14AA568B02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30A84270-D54D-2812-DF78-C33CA06BFF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0E02F856-29A4-12B6-F0C9-731630BBB520}"/>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AEBC884C-ADAE-0FDD-13CC-9152FA0721C1}"/>
              </a:ext>
            </a:extLst>
          </p:cNvPr>
          <p:cNvSpPr>
            <a:spLocks noGrp="1"/>
          </p:cNvSpPr>
          <p:nvPr>
            <p:ph idx="1"/>
          </p:nvPr>
        </p:nvSpPr>
        <p:spPr>
          <a:xfrm>
            <a:off x="838200" y="1825625"/>
            <a:ext cx="10515600" cy="4351338"/>
          </a:xfrm>
        </p:spPr>
        <p:txBody>
          <a:bodyPr>
            <a:normAutofit/>
          </a:bodyPr>
          <a:lstStyle/>
          <a:p>
            <a:r>
              <a:rPr lang="en-US" u="sng">
                <a:solidFill>
                  <a:schemeClr val="bg1"/>
                </a:solidFill>
              </a:rPr>
              <a:t>Exercise</a:t>
            </a:r>
            <a:r>
              <a:rPr lang="en-US">
                <a:solidFill>
                  <a:schemeClr val="bg1"/>
                </a:solidFill>
              </a:rPr>
              <a:t> - (aka.ms/</a:t>
            </a:r>
            <a:r>
              <a:rPr lang="en-US" err="1">
                <a:solidFill>
                  <a:schemeClr val="bg1"/>
                </a:solidFill>
              </a:rPr>
              <a:t>semgrep</a:t>
            </a:r>
            <a:r>
              <a:rPr lang="en-US">
                <a:solidFill>
                  <a:schemeClr val="bg1"/>
                </a:solidFill>
              </a:rPr>
              <a:t>-exercises)</a:t>
            </a:r>
          </a:p>
          <a:p>
            <a:pPr lvl="1"/>
            <a:r>
              <a:rPr lang="en-US">
                <a:solidFill>
                  <a:schemeClr val="bg1"/>
                </a:solidFill>
                <a:hlinkClick r:id="rId4"/>
              </a:rPr>
              <a:t>https://github.com/django/django/blob/main/django/http/request.py</a:t>
            </a:r>
            <a:endParaRPr lang="en-US">
              <a:solidFill>
                <a:schemeClr val="bg1"/>
              </a:solidFill>
            </a:endParaRPr>
          </a:p>
          <a:p>
            <a:pPr lvl="1"/>
            <a:r>
              <a:rPr lang="en-US">
                <a:solidFill>
                  <a:schemeClr val="bg1"/>
                </a:solidFill>
              </a:rPr>
              <a:t>Using 1 rule, flag and return the line of code</a:t>
            </a:r>
          </a:p>
          <a:p>
            <a:pPr lvl="2"/>
            <a:r>
              <a:rPr lang="en-US">
                <a:solidFill>
                  <a:schemeClr val="bg1"/>
                </a:solidFill>
              </a:rPr>
              <a:t>That is inside a function named </a:t>
            </a:r>
            <a:r>
              <a:rPr lang="en-US" i="1">
                <a:solidFill>
                  <a:schemeClr val="accent5"/>
                </a:solidFill>
              </a:rPr>
              <a:t>read</a:t>
            </a:r>
          </a:p>
          <a:p>
            <a:pPr lvl="2"/>
            <a:r>
              <a:rPr lang="en-US">
                <a:solidFill>
                  <a:schemeClr val="bg1"/>
                </a:solidFill>
              </a:rPr>
              <a:t>And sets the</a:t>
            </a:r>
            <a:r>
              <a:rPr lang="en-US" i="1">
                <a:solidFill>
                  <a:schemeClr val="bg1"/>
                </a:solidFill>
              </a:rPr>
              <a:t> </a:t>
            </a:r>
            <a:r>
              <a:rPr lang="en-US" i="1">
                <a:solidFill>
                  <a:schemeClr val="accent5"/>
                </a:solidFill>
              </a:rPr>
              <a:t>_</a:t>
            </a:r>
            <a:r>
              <a:rPr lang="en-US" i="1" err="1">
                <a:solidFill>
                  <a:schemeClr val="accent5"/>
                </a:solidFill>
              </a:rPr>
              <a:t>read_started</a:t>
            </a:r>
            <a:r>
              <a:rPr lang="en-US" i="1">
                <a:solidFill>
                  <a:schemeClr val="bg1"/>
                </a:solidFill>
              </a:rPr>
              <a:t> </a:t>
            </a:r>
            <a:r>
              <a:rPr lang="en-US">
                <a:solidFill>
                  <a:schemeClr val="bg1"/>
                </a:solidFill>
              </a:rPr>
              <a:t>attribute to </a:t>
            </a:r>
            <a:r>
              <a:rPr lang="en-US" i="1">
                <a:solidFill>
                  <a:schemeClr val="accent5"/>
                </a:solidFill>
              </a:rPr>
              <a:t>True</a:t>
            </a:r>
          </a:p>
        </p:txBody>
      </p:sp>
    </p:spTree>
    <p:extLst>
      <p:ext uri="{BB962C8B-B14F-4D97-AF65-F5344CB8AC3E}">
        <p14:creationId xmlns:p14="http://schemas.microsoft.com/office/powerpoint/2010/main" val="327369400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6D33360-CC41-9631-8987-27CEDBE95711}"/>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BC36EE9C-5D83-7F25-9294-3A30CE82436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21E31CF-4AC8-994A-03C4-6B9A22BA3973}"/>
              </a:ext>
            </a:extLst>
          </p:cNvPr>
          <p:cNvSpPr>
            <a:spLocks noGrp="1"/>
          </p:cNvSpPr>
          <p:nvPr>
            <p:ph type="title"/>
          </p:nvPr>
        </p:nvSpPr>
        <p:spPr>
          <a:xfrm>
            <a:off x="1391010" y="220020"/>
            <a:ext cx="10381003" cy="1070326"/>
          </a:xfrm>
        </p:spPr>
        <p:txBody>
          <a:bodyPr>
            <a:normAutofit/>
          </a:bodyPr>
          <a:lstStyle/>
          <a:p>
            <a:r>
              <a:rPr lang="en-US">
                <a:solidFill>
                  <a:schemeClr val="bg1"/>
                </a:solidFill>
              </a:rPr>
              <a:t>Patterns</a:t>
            </a:r>
          </a:p>
        </p:txBody>
      </p:sp>
      <p:sp>
        <p:nvSpPr>
          <p:cNvPr id="6" name="Freeform: Shape 9">
            <a:extLst>
              <a:ext uri="{FF2B5EF4-FFF2-40B4-BE49-F238E27FC236}">
                <a16:creationId xmlns:a16="http://schemas.microsoft.com/office/drawing/2014/main" id="{AC9005B2-D5C3-EECE-097F-D74265A74D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FCDAC4E2-7F96-A5EC-4B0E-E8D0BC8AF4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B5747604-5AAA-DF5C-F488-535A122F169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B8BD87A6-5A39-0507-36A5-EC67E478E0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45A740D3-B350-86D5-B177-A6393C6F130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167C4EAE-68FF-55E6-3258-DE4C987421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C55A367C-A6FC-0587-B61C-5E3B0ACBEFC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E6E0FDF-183A-9B7E-FE4D-66CFE85137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ABE33904-DE86-41D8-70D1-1AE09384E27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298CD823-B5D4-7325-9FB4-3B3A1A12A1B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0190E532-EA46-9F36-CEB8-F2F62E170E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3E7348C5-CC11-02D7-5362-8F8E9D6DC25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C1564E2A-A180-4817-80F1-434530B0D4D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0A0B29F1-EF86-F1BD-F9D0-268A8FF879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329EF2EF-C90D-D077-51A4-2BA68C76800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F5EE7B93-8899-866A-837B-1B4C92624D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410E8FA7-F90C-0C77-318C-DDDDE90270D0}"/>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F2877A83-4EED-D763-80C3-C261866C1106}"/>
              </a:ext>
            </a:extLst>
          </p:cNvPr>
          <p:cNvSpPr>
            <a:spLocks noGrp="1"/>
          </p:cNvSpPr>
          <p:nvPr>
            <p:ph idx="1"/>
          </p:nvPr>
        </p:nvSpPr>
        <p:spPr>
          <a:xfrm>
            <a:off x="838200" y="1825625"/>
            <a:ext cx="10515600" cy="4351338"/>
          </a:xfrm>
        </p:spPr>
        <p:txBody>
          <a:bodyPr>
            <a:normAutofit/>
          </a:bodyPr>
          <a:lstStyle/>
          <a:p>
            <a:r>
              <a:rPr lang="en-US" u="sng">
                <a:solidFill>
                  <a:schemeClr val="bg1"/>
                </a:solidFill>
              </a:rPr>
              <a:t>Answer</a:t>
            </a:r>
            <a:endParaRPr lang="en-US">
              <a:solidFill>
                <a:schemeClr val="bg1"/>
              </a:solidFill>
            </a:endParaRPr>
          </a:p>
          <a:p>
            <a:pPr lvl="1"/>
            <a:r>
              <a:rPr lang="en-US">
                <a:solidFill>
                  <a:schemeClr val="bg1"/>
                </a:solidFill>
              </a:rPr>
              <a:t>Using 1 rule, flag and return the line of code</a:t>
            </a:r>
          </a:p>
          <a:p>
            <a:pPr lvl="2"/>
            <a:r>
              <a:rPr lang="en-US">
                <a:solidFill>
                  <a:schemeClr val="bg1"/>
                </a:solidFill>
              </a:rPr>
              <a:t>That is inside a function named </a:t>
            </a:r>
            <a:r>
              <a:rPr lang="en-US" i="1">
                <a:solidFill>
                  <a:schemeClr val="accent5"/>
                </a:solidFill>
              </a:rPr>
              <a:t>read</a:t>
            </a:r>
          </a:p>
          <a:p>
            <a:pPr lvl="2"/>
            <a:r>
              <a:rPr lang="en-US">
                <a:solidFill>
                  <a:schemeClr val="bg1"/>
                </a:solidFill>
              </a:rPr>
              <a:t>And sets the</a:t>
            </a:r>
            <a:r>
              <a:rPr lang="en-US" i="1">
                <a:solidFill>
                  <a:schemeClr val="bg1"/>
                </a:solidFill>
              </a:rPr>
              <a:t> </a:t>
            </a:r>
            <a:r>
              <a:rPr lang="en-US" i="1">
                <a:solidFill>
                  <a:schemeClr val="accent5"/>
                </a:solidFill>
              </a:rPr>
              <a:t>_</a:t>
            </a:r>
            <a:r>
              <a:rPr lang="en-US" i="1" err="1">
                <a:solidFill>
                  <a:schemeClr val="accent5"/>
                </a:solidFill>
              </a:rPr>
              <a:t>read_started</a:t>
            </a:r>
            <a:r>
              <a:rPr lang="en-US" i="1">
                <a:solidFill>
                  <a:schemeClr val="bg1"/>
                </a:solidFill>
              </a:rPr>
              <a:t> </a:t>
            </a:r>
            <a:r>
              <a:rPr lang="en-US">
                <a:solidFill>
                  <a:schemeClr val="bg1"/>
                </a:solidFill>
              </a:rPr>
              <a:t>attribute to </a:t>
            </a:r>
            <a:r>
              <a:rPr lang="en-US" i="1">
                <a:solidFill>
                  <a:schemeClr val="accent5"/>
                </a:solidFill>
              </a:rPr>
              <a:t>True</a:t>
            </a:r>
          </a:p>
        </p:txBody>
      </p:sp>
      <p:pic>
        <p:nvPicPr>
          <p:cNvPr id="8" name="Picture 7">
            <a:extLst>
              <a:ext uri="{FF2B5EF4-FFF2-40B4-BE49-F238E27FC236}">
                <a16:creationId xmlns:a16="http://schemas.microsoft.com/office/drawing/2014/main" id="{2A30F9D8-B544-D6F9-72AB-694E1694463B}"/>
              </a:ext>
            </a:extLst>
          </p:cNvPr>
          <p:cNvPicPr>
            <a:picLocks noChangeAspect="1"/>
          </p:cNvPicPr>
          <p:nvPr/>
        </p:nvPicPr>
        <p:blipFill>
          <a:blip r:embed="rId4"/>
          <a:stretch>
            <a:fillRect/>
          </a:stretch>
        </p:blipFill>
        <p:spPr>
          <a:xfrm>
            <a:off x="1917700" y="3567683"/>
            <a:ext cx="4178300" cy="1422400"/>
          </a:xfrm>
          <a:prstGeom prst="rect">
            <a:avLst/>
          </a:prstGeom>
        </p:spPr>
      </p:pic>
    </p:spTree>
    <p:extLst>
      <p:ext uri="{BB962C8B-B14F-4D97-AF65-F5344CB8AC3E}">
        <p14:creationId xmlns:p14="http://schemas.microsoft.com/office/powerpoint/2010/main" val="215298970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391010" y="220020"/>
            <a:ext cx="10381003" cy="1070326"/>
          </a:xfrm>
        </p:spPr>
        <p:txBody>
          <a:bodyPr>
            <a:normAutofit/>
          </a:bodyPr>
          <a:lstStyle/>
          <a:p>
            <a:r>
              <a:rPr lang="en-US">
                <a:solidFill>
                  <a:schemeClr val="bg1"/>
                </a:solidFill>
              </a:rPr>
              <a:t>Pattern-Either</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80A350F9-B493-5B48-2059-EBF67B7B15D5}"/>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0A154DCE-569E-BD35-F487-AE9C125D7549}"/>
              </a:ext>
            </a:extLst>
          </p:cNvPr>
          <p:cNvSpPr>
            <a:spLocks noGrp="1"/>
          </p:cNvSpPr>
          <p:nvPr>
            <p:ph idx="1"/>
          </p:nvPr>
        </p:nvSpPr>
        <p:spPr>
          <a:xfrm>
            <a:off x="743502" y="1401293"/>
            <a:ext cx="10515600" cy="4351338"/>
          </a:xfrm>
        </p:spPr>
        <p:txBody>
          <a:bodyPr>
            <a:normAutofit/>
          </a:bodyPr>
          <a:lstStyle/>
          <a:p>
            <a:r>
              <a:rPr lang="en-US">
                <a:solidFill>
                  <a:schemeClr val="bg1"/>
                </a:solidFill>
              </a:rPr>
              <a:t>Performs a logical OR operation on one or more child patterns. </a:t>
            </a:r>
          </a:p>
          <a:p>
            <a:r>
              <a:rPr lang="en-US">
                <a:solidFill>
                  <a:schemeClr val="bg1"/>
                </a:solidFill>
              </a:rPr>
              <a:t>Chaining multiple patterns together</a:t>
            </a:r>
          </a:p>
          <a:p>
            <a:endParaRPr lang="en-US">
              <a:solidFill>
                <a:schemeClr val="bg1"/>
              </a:solidFill>
            </a:endParaRPr>
          </a:p>
          <a:p>
            <a:endParaRPr lang="en-US">
              <a:solidFill>
                <a:schemeClr val="bg1"/>
              </a:solidFill>
            </a:endParaRPr>
          </a:p>
          <a:p>
            <a:pPr marL="0" indent="0">
              <a:buNone/>
            </a:pPr>
            <a:endParaRPr lang="en-US">
              <a:solidFill>
                <a:schemeClr val="bg1"/>
              </a:solidFill>
            </a:endParaRPr>
          </a:p>
        </p:txBody>
      </p:sp>
      <p:pic>
        <p:nvPicPr>
          <p:cNvPr id="16" name="Picture 15">
            <a:extLst>
              <a:ext uri="{FF2B5EF4-FFF2-40B4-BE49-F238E27FC236}">
                <a16:creationId xmlns:a16="http://schemas.microsoft.com/office/drawing/2014/main" id="{35BADB2F-C7A8-E425-6AE6-455AF5B6FF98}"/>
              </a:ext>
            </a:extLst>
          </p:cNvPr>
          <p:cNvPicPr>
            <a:picLocks noChangeAspect="1"/>
          </p:cNvPicPr>
          <p:nvPr/>
        </p:nvPicPr>
        <p:blipFill>
          <a:blip r:embed="rId4"/>
          <a:stretch>
            <a:fillRect/>
          </a:stretch>
        </p:blipFill>
        <p:spPr>
          <a:xfrm>
            <a:off x="6350830" y="2446222"/>
            <a:ext cx="4191585" cy="2514951"/>
          </a:xfrm>
          <a:prstGeom prst="rect">
            <a:avLst/>
          </a:prstGeom>
          <a:ln>
            <a:solidFill>
              <a:schemeClr val="tx1"/>
            </a:solidFill>
          </a:ln>
          <a:effectLst>
            <a:outerShdw blurRad="292100" dist="139700" dir="2700000" algn="tl" rotWithShape="0">
              <a:srgbClr val="333333">
                <a:alpha val="65000"/>
              </a:srgbClr>
            </a:outerShdw>
          </a:effectLst>
        </p:spPr>
      </p:pic>
      <p:pic>
        <p:nvPicPr>
          <p:cNvPr id="17" name="Picture 16">
            <a:extLst>
              <a:ext uri="{FF2B5EF4-FFF2-40B4-BE49-F238E27FC236}">
                <a16:creationId xmlns:a16="http://schemas.microsoft.com/office/drawing/2014/main" id="{71547622-A57B-CB18-E822-A8707308DD64}"/>
              </a:ext>
            </a:extLst>
          </p:cNvPr>
          <p:cNvPicPr>
            <a:picLocks noChangeAspect="1"/>
          </p:cNvPicPr>
          <p:nvPr/>
        </p:nvPicPr>
        <p:blipFill>
          <a:blip r:embed="rId5"/>
          <a:stretch>
            <a:fillRect/>
          </a:stretch>
        </p:blipFill>
        <p:spPr>
          <a:xfrm>
            <a:off x="963189" y="2446222"/>
            <a:ext cx="4811748" cy="2452060"/>
          </a:xfrm>
          <a:prstGeom prst="rect">
            <a:avLst/>
          </a:prstGeom>
          <a:ln>
            <a:solidFill>
              <a:schemeClr val="tx1"/>
            </a:solidFill>
          </a:ln>
          <a:effectLst>
            <a:outerShdw blurRad="292100" dist="139700" dir="2700000" algn="tl" rotWithShape="0">
              <a:srgbClr val="333333">
                <a:alpha val="65000"/>
              </a:srgbClr>
            </a:outerShdw>
          </a:effectLst>
        </p:spPr>
      </p:pic>
      <p:grpSp>
        <p:nvGrpSpPr>
          <p:cNvPr id="18" name="Group 17">
            <a:extLst>
              <a:ext uri="{FF2B5EF4-FFF2-40B4-BE49-F238E27FC236}">
                <a16:creationId xmlns:a16="http://schemas.microsoft.com/office/drawing/2014/main" id="{0C3DB16E-969C-AA16-535C-A4DBA8DD5F6E}"/>
              </a:ext>
            </a:extLst>
          </p:cNvPr>
          <p:cNvGrpSpPr/>
          <p:nvPr/>
        </p:nvGrpSpPr>
        <p:grpSpPr>
          <a:xfrm>
            <a:off x="1763017" y="2960290"/>
            <a:ext cx="2584424" cy="1309104"/>
            <a:chOff x="1763017" y="2986602"/>
            <a:chExt cx="2584424" cy="1309104"/>
          </a:xfrm>
        </p:grpSpPr>
        <p:sp>
          <p:nvSpPr>
            <p:cNvPr id="19" name="Rectangle 18">
              <a:extLst>
                <a:ext uri="{FF2B5EF4-FFF2-40B4-BE49-F238E27FC236}">
                  <a16:creationId xmlns:a16="http://schemas.microsoft.com/office/drawing/2014/main" id="{3FE377DB-EFAE-9FBA-F999-18B43CF6F861}"/>
                </a:ext>
              </a:extLst>
            </p:cNvPr>
            <p:cNvSpPr/>
            <p:nvPr/>
          </p:nvSpPr>
          <p:spPr>
            <a:xfrm>
              <a:off x="1763017" y="2986602"/>
              <a:ext cx="2019574" cy="1309104"/>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Arrow: Left 19">
              <a:extLst>
                <a:ext uri="{FF2B5EF4-FFF2-40B4-BE49-F238E27FC236}">
                  <a16:creationId xmlns:a16="http://schemas.microsoft.com/office/drawing/2014/main" id="{B8B0E35B-1519-C665-1DB6-0B5E9FA6D4BC}"/>
                </a:ext>
              </a:extLst>
            </p:cNvPr>
            <p:cNvSpPr/>
            <p:nvPr/>
          </p:nvSpPr>
          <p:spPr>
            <a:xfrm>
              <a:off x="4029126" y="3167478"/>
              <a:ext cx="318315" cy="203931"/>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9340702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1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FF45C40-1179-97E9-8587-851D7117AB76}"/>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3FB37554-49E8-D0EE-1576-A26EE2B58A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D3393FC-3EE2-7D10-78E4-9D020A80817F}"/>
              </a:ext>
            </a:extLst>
          </p:cNvPr>
          <p:cNvSpPr>
            <a:spLocks noGrp="1"/>
          </p:cNvSpPr>
          <p:nvPr>
            <p:ph type="title"/>
          </p:nvPr>
        </p:nvSpPr>
        <p:spPr>
          <a:xfrm>
            <a:off x="1391010" y="220020"/>
            <a:ext cx="10381003" cy="1070326"/>
          </a:xfrm>
        </p:spPr>
        <p:txBody>
          <a:bodyPr>
            <a:normAutofit/>
          </a:bodyPr>
          <a:lstStyle/>
          <a:p>
            <a:r>
              <a:rPr lang="en-US">
                <a:solidFill>
                  <a:schemeClr val="bg1"/>
                </a:solidFill>
              </a:rPr>
              <a:t>Pattern-Either</a:t>
            </a:r>
          </a:p>
        </p:txBody>
      </p:sp>
      <p:sp>
        <p:nvSpPr>
          <p:cNvPr id="6" name="Freeform: Shape 9">
            <a:extLst>
              <a:ext uri="{FF2B5EF4-FFF2-40B4-BE49-F238E27FC236}">
                <a16:creationId xmlns:a16="http://schemas.microsoft.com/office/drawing/2014/main" id="{A1E3D7C5-0297-5FF5-0539-1BE24E2A9C5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8AE63DA8-067F-265F-894D-58FE06A27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05EDB3CA-2567-57E5-3D06-CD05500C695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42582C13-3BDF-2B38-2D71-3E1B65D3461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F8276820-CCA6-D678-52E9-E54A0909A9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05088C75-9078-96A7-F3AB-5C55E3A9FB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116BF841-4040-E012-200E-004A4DF3C7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F5CF4343-6A2D-1A71-C629-E0977DCD8C9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6D59F18D-8071-85BA-E39F-6E4A3979500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5947B5F1-A4D7-693B-DC19-0C185045875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973E3404-9EE3-E09C-FDA0-047700DE447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A52E7A07-E691-883D-F809-C0BC0E22E0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325CC944-56A2-7EC2-36ED-EF4CF8BFC8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09BB4523-24EC-3636-3654-77518601D13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DC840D98-0FB7-7FF9-57FC-612648EA8E8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11F9597B-A4C2-48AE-A79B-27BB0462F4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C77E75B2-BBBF-FEF9-1017-F44CD157ECE1}"/>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7CCF8710-1A5D-8CA9-E6FE-CB2DF9BFE3E3}"/>
              </a:ext>
            </a:extLst>
          </p:cNvPr>
          <p:cNvSpPr>
            <a:spLocks noGrp="1"/>
          </p:cNvSpPr>
          <p:nvPr>
            <p:ph idx="1"/>
          </p:nvPr>
        </p:nvSpPr>
        <p:spPr>
          <a:xfrm>
            <a:off x="838200" y="1825625"/>
            <a:ext cx="10515600" cy="4351338"/>
          </a:xfrm>
        </p:spPr>
        <p:txBody>
          <a:bodyPr>
            <a:normAutofit/>
          </a:bodyPr>
          <a:lstStyle/>
          <a:p>
            <a:r>
              <a:rPr lang="en-US" u="sng">
                <a:solidFill>
                  <a:schemeClr val="bg1"/>
                </a:solidFill>
              </a:rPr>
              <a:t>Exercise</a:t>
            </a:r>
            <a:r>
              <a:rPr lang="en-US">
                <a:solidFill>
                  <a:schemeClr val="bg1"/>
                </a:solidFill>
              </a:rPr>
              <a:t> - (aka.ms/</a:t>
            </a:r>
            <a:r>
              <a:rPr lang="en-US" err="1">
                <a:solidFill>
                  <a:schemeClr val="bg1"/>
                </a:solidFill>
              </a:rPr>
              <a:t>semgrep</a:t>
            </a:r>
            <a:r>
              <a:rPr lang="en-US">
                <a:solidFill>
                  <a:schemeClr val="bg1"/>
                </a:solidFill>
              </a:rPr>
              <a:t>-exercises)</a:t>
            </a:r>
          </a:p>
          <a:p>
            <a:pPr lvl="1"/>
            <a:r>
              <a:rPr lang="en-US">
                <a:solidFill>
                  <a:schemeClr val="bg1"/>
                </a:solidFill>
                <a:hlinkClick r:id="rId4"/>
              </a:rPr>
              <a:t>https://github.com/django/django/blob/main/django/http/request.py</a:t>
            </a:r>
            <a:endParaRPr lang="en-US">
              <a:solidFill>
                <a:schemeClr val="bg1"/>
              </a:solidFill>
            </a:endParaRPr>
          </a:p>
          <a:p>
            <a:pPr lvl="1"/>
            <a:r>
              <a:rPr lang="en-US">
                <a:solidFill>
                  <a:schemeClr val="bg1"/>
                </a:solidFill>
              </a:rPr>
              <a:t>Using 1 rule, flag and return both functions</a:t>
            </a:r>
          </a:p>
          <a:p>
            <a:pPr lvl="2"/>
            <a:r>
              <a:rPr lang="en-US">
                <a:solidFill>
                  <a:schemeClr val="bg1"/>
                </a:solidFill>
              </a:rPr>
              <a:t>A function named </a:t>
            </a:r>
            <a:r>
              <a:rPr lang="en-US" i="1">
                <a:solidFill>
                  <a:schemeClr val="accent5"/>
                </a:solidFill>
              </a:rPr>
              <a:t>read</a:t>
            </a:r>
          </a:p>
          <a:p>
            <a:pPr lvl="2"/>
            <a:r>
              <a:rPr lang="en-US">
                <a:solidFill>
                  <a:schemeClr val="bg1"/>
                </a:solidFill>
              </a:rPr>
              <a:t>A function named </a:t>
            </a:r>
            <a:r>
              <a:rPr lang="en-US" i="1" err="1">
                <a:solidFill>
                  <a:schemeClr val="accent5"/>
                </a:solidFill>
              </a:rPr>
              <a:t>readline</a:t>
            </a:r>
            <a:endParaRPr lang="en-US" i="1">
              <a:solidFill>
                <a:schemeClr val="accent5"/>
              </a:solidFill>
            </a:endParaRPr>
          </a:p>
        </p:txBody>
      </p:sp>
    </p:spTree>
    <p:extLst>
      <p:ext uri="{BB962C8B-B14F-4D97-AF65-F5344CB8AC3E}">
        <p14:creationId xmlns:p14="http://schemas.microsoft.com/office/powerpoint/2010/main" val="26771454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1021818-9D22-2C73-3CCA-7C6165B58E4F}"/>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C47CDBE5-FF41-4B99-7CF3-6C7EB6DB8DA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CF551E6-9A1E-CDE4-3797-503D37845DEA}"/>
              </a:ext>
            </a:extLst>
          </p:cNvPr>
          <p:cNvSpPr>
            <a:spLocks noGrp="1"/>
          </p:cNvSpPr>
          <p:nvPr>
            <p:ph type="title"/>
          </p:nvPr>
        </p:nvSpPr>
        <p:spPr>
          <a:xfrm>
            <a:off x="1391010" y="220020"/>
            <a:ext cx="10381003" cy="1070326"/>
          </a:xfrm>
        </p:spPr>
        <p:txBody>
          <a:bodyPr>
            <a:normAutofit/>
          </a:bodyPr>
          <a:lstStyle/>
          <a:p>
            <a:r>
              <a:rPr lang="en-US">
                <a:solidFill>
                  <a:schemeClr val="bg1"/>
                </a:solidFill>
              </a:rPr>
              <a:t>Pattern-Either</a:t>
            </a:r>
          </a:p>
        </p:txBody>
      </p:sp>
      <p:sp>
        <p:nvSpPr>
          <p:cNvPr id="6" name="Freeform: Shape 9">
            <a:extLst>
              <a:ext uri="{FF2B5EF4-FFF2-40B4-BE49-F238E27FC236}">
                <a16:creationId xmlns:a16="http://schemas.microsoft.com/office/drawing/2014/main" id="{8F765003-E10F-92A0-53CC-E845CA13349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346056EE-FBE9-1E50-399F-D648BFBFE9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C11C7B65-377A-C40B-C9AA-CBAF534E91D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E1994BC8-182C-809A-F9DE-9CA67A3C0C0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98853D9D-56E1-588B-6041-914838B15D2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B6DA5921-E182-F90B-BC4C-11CB11B1083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F8005269-D022-CD9D-745C-2FCAF62AA03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4608CA15-FFA9-A893-9E90-CC5B24D392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F87B7617-4BA1-65C4-D48E-598CC15B16D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0C9C40A4-CFAC-AD67-3EB4-8B3D59FD72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7988EB71-3E4D-7BB2-1046-26B5B2FA73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BB93D875-A115-BDBD-576B-D04E57E786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F5A1DE4C-15FD-1797-0071-EF8B324C55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677A36B0-E29A-3894-AC11-E9656C1B53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3EC3C406-F886-F756-7DBE-8BDF599E27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D583128E-B4D7-2FFB-262A-29D5ECC6779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8CE55AEB-F645-1980-604D-E4B53F721A61}"/>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D032E40F-B0D2-5FD4-1BE3-190899235A47}"/>
              </a:ext>
            </a:extLst>
          </p:cNvPr>
          <p:cNvSpPr>
            <a:spLocks noGrp="1"/>
          </p:cNvSpPr>
          <p:nvPr>
            <p:ph idx="1"/>
          </p:nvPr>
        </p:nvSpPr>
        <p:spPr>
          <a:xfrm>
            <a:off x="838200" y="1825625"/>
            <a:ext cx="10515600" cy="4351338"/>
          </a:xfrm>
        </p:spPr>
        <p:txBody>
          <a:bodyPr>
            <a:normAutofit/>
          </a:bodyPr>
          <a:lstStyle/>
          <a:p>
            <a:r>
              <a:rPr lang="en-US" u="sng">
                <a:solidFill>
                  <a:schemeClr val="bg1"/>
                </a:solidFill>
              </a:rPr>
              <a:t>Answer</a:t>
            </a:r>
            <a:endParaRPr lang="en-US">
              <a:solidFill>
                <a:schemeClr val="bg1"/>
              </a:solidFill>
            </a:endParaRPr>
          </a:p>
          <a:p>
            <a:pPr lvl="1"/>
            <a:r>
              <a:rPr lang="en-US">
                <a:solidFill>
                  <a:schemeClr val="bg1"/>
                </a:solidFill>
              </a:rPr>
              <a:t>Using 1 rule, flag and return both functions</a:t>
            </a:r>
          </a:p>
          <a:p>
            <a:pPr lvl="2"/>
            <a:r>
              <a:rPr lang="en-US">
                <a:solidFill>
                  <a:schemeClr val="bg1"/>
                </a:solidFill>
              </a:rPr>
              <a:t>A function named </a:t>
            </a:r>
            <a:r>
              <a:rPr lang="en-US" i="1">
                <a:solidFill>
                  <a:schemeClr val="accent5"/>
                </a:solidFill>
              </a:rPr>
              <a:t>read</a:t>
            </a:r>
          </a:p>
          <a:p>
            <a:pPr lvl="2"/>
            <a:r>
              <a:rPr lang="en-US">
                <a:solidFill>
                  <a:schemeClr val="bg1"/>
                </a:solidFill>
              </a:rPr>
              <a:t>A function named </a:t>
            </a:r>
            <a:r>
              <a:rPr lang="en-US" i="1" err="1">
                <a:solidFill>
                  <a:schemeClr val="accent5"/>
                </a:solidFill>
              </a:rPr>
              <a:t>readline</a:t>
            </a:r>
            <a:endParaRPr lang="en-US" i="1">
              <a:solidFill>
                <a:schemeClr val="accent5"/>
              </a:solidFill>
            </a:endParaRPr>
          </a:p>
        </p:txBody>
      </p:sp>
      <p:pic>
        <p:nvPicPr>
          <p:cNvPr id="8" name="Picture 7">
            <a:extLst>
              <a:ext uri="{FF2B5EF4-FFF2-40B4-BE49-F238E27FC236}">
                <a16:creationId xmlns:a16="http://schemas.microsoft.com/office/drawing/2014/main" id="{C8438FCB-65AC-6247-B7B5-98A4B6A6FEF1}"/>
              </a:ext>
            </a:extLst>
          </p:cNvPr>
          <p:cNvPicPr>
            <a:picLocks noChangeAspect="1"/>
          </p:cNvPicPr>
          <p:nvPr/>
        </p:nvPicPr>
        <p:blipFill>
          <a:blip r:embed="rId4"/>
          <a:stretch>
            <a:fillRect/>
          </a:stretch>
        </p:blipFill>
        <p:spPr>
          <a:xfrm>
            <a:off x="1839022" y="3523872"/>
            <a:ext cx="2628900" cy="1866900"/>
          </a:xfrm>
          <a:prstGeom prst="rect">
            <a:avLst/>
          </a:prstGeom>
        </p:spPr>
      </p:pic>
    </p:spTree>
    <p:extLst>
      <p:ext uri="{BB962C8B-B14F-4D97-AF65-F5344CB8AC3E}">
        <p14:creationId xmlns:p14="http://schemas.microsoft.com/office/powerpoint/2010/main" val="305809801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391010" y="220020"/>
            <a:ext cx="10381003" cy="1070326"/>
          </a:xfrm>
        </p:spPr>
        <p:txBody>
          <a:bodyPr>
            <a:normAutofit/>
          </a:bodyPr>
          <a:lstStyle/>
          <a:p>
            <a:r>
              <a:rPr lang="en-US">
                <a:solidFill>
                  <a:schemeClr val="bg1"/>
                </a:solidFill>
              </a:rPr>
              <a:t>Pattern-Not</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80A350F9-B493-5B48-2059-EBF67B7B15D5}"/>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0A154DCE-569E-BD35-F487-AE9C125D7549}"/>
              </a:ext>
            </a:extLst>
          </p:cNvPr>
          <p:cNvSpPr>
            <a:spLocks noGrp="1"/>
          </p:cNvSpPr>
          <p:nvPr>
            <p:ph idx="1"/>
          </p:nvPr>
        </p:nvSpPr>
        <p:spPr>
          <a:xfrm>
            <a:off x="743502" y="1401293"/>
            <a:ext cx="10515600" cy="4351338"/>
          </a:xfrm>
        </p:spPr>
        <p:txBody>
          <a:bodyPr>
            <a:normAutofit/>
          </a:bodyPr>
          <a:lstStyle/>
          <a:p>
            <a:r>
              <a:rPr lang="en-US">
                <a:solidFill>
                  <a:schemeClr val="bg1"/>
                </a:solidFill>
              </a:rPr>
              <a:t>The </a:t>
            </a:r>
            <a:r>
              <a:rPr lang="en-US" i="1">
                <a:solidFill>
                  <a:schemeClr val="bg1"/>
                </a:solidFill>
              </a:rPr>
              <a:t>pattern-not</a:t>
            </a:r>
            <a:r>
              <a:rPr lang="en-US">
                <a:solidFill>
                  <a:schemeClr val="bg1"/>
                </a:solidFill>
              </a:rPr>
              <a:t> operator is the opposite of the pattern operator. </a:t>
            </a:r>
          </a:p>
          <a:p>
            <a:r>
              <a:rPr lang="en-US">
                <a:solidFill>
                  <a:schemeClr val="bg1"/>
                </a:solidFill>
              </a:rPr>
              <a:t>Finds code that does </a:t>
            </a:r>
            <a:r>
              <a:rPr lang="en-US" b="1">
                <a:solidFill>
                  <a:schemeClr val="bg1"/>
                </a:solidFill>
              </a:rPr>
              <a:t>NOT</a:t>
            </a:r>
            <a:r>
              <a:rPr lang="en-US">
                <a:solidFill>
                  <a:schemeClr val="bg1"/>
                </a:solidFill>
              </a:rPr>
              <a:t> match its expression</a:t>
            </a:r>
          </a:p>
          <a:p>
            <a:endParaRPr lang="en-US">
              <a:solidFill>
                <a:schemeClr val="bg1"/>
              </a:solidFill>
            </a:endParaRPr>
          </a:p>
          <a:p>
            <a:endParaRPr lang="en-US">
              <a:solidFill>
                <a:schemeClr val="bg1"/>
              </a:solidFill>
            </a:endParaRPr>
          </a:p>
          <a:p>
            <a:pPr marL="0" indent="0">
              <a:buNone/>
            </a:pPr>
            <a:endParaRPr lang="en-US">
              <a:solidFill>
                <a:schemeClr val="bg1"/>
              </a:solidFill>
            </a:endParaRPr>
          </a:p>
        </p:txBody>
      </p:sp>
      <p:pic>
        <p:nvPicPr>
          <p:cNvPr id="8" name="Picture 7">
            <a:extLst>
              <a:ext uri="{FF2B5EF4-FFF2-40B4-BE49-F238E27FC236}">
                <a16:creationId xmlns:a16="http://schemas.microsoft.com/office/drawing/2014/main" id="{9B41FF1B-B951-340B-FC3E-6D475FDD3CE2}"/>
              </a:ext>
            </a:extLst>
          </p:cNvPr>
          <p:cNvPicPr>
            <a:picLocks noChangeAspect="1"/>
          </p:cNvPicPr>
          <p:nvPr/>
        </p:nvPicPr>
        <p:blipFill>
          <a:blip r:embed="rId4"/>
          <a:stretch>
            <a:fillRect/>
          </a:stretch>
        </p:blipFill>
        <p:spPr>
          <a:xfrm>
            <a:off x="838200" y="2555241"/>
            <a:ext cx="4610743" cy="2657846"/>
          </a:xfrm>
          <a:prstGeom prst="rect">
            <a:avLst/>
          </a:prstGeom>
          <a:ln>
            <a:solidFill>
              <a:schemeClr val="tx1"/>
            </a:solidFill>
          </a:ln>
          <a:effectLst>
            <a:outerShdw blurRad="292100" dist="139700" dir="2700000" algn="tl" rotWithShape="0">
              <a:srgbClr val="333333">
                <a:alpha val="65000"/>
              </a:srgbClr>
            </a:outerShdw>
          </a:effectLst>
        </p:spPr>
      </p:pic>
      <p:pic>
        <p:nvPicPr>
          <p:cNvPr id="10" name="Picture 9">
            <a:extLst>
              <a:ext uri="{FF2B5EF4-FFF2-40B4-BE49-F238E27FC236}">
                <a16:creationId xmlns:a16="http://schemas.microsoft.com/office/drawing/2014/main" id="{3BB1BD39-DEA3-EB19-E682-EBBE22140FE4}"/>
              </a:ext>
            </a:extLst>
          </p:cNvPr>
          <p:cNvPicPr>
            <a:picLocks noChangeAspect="1"/>
          </p:cNvPicPr>
          <p:nvPr/>
        </p:nvPicPr>
        <p:blipFill>
          <a:blip r:embed="rId5"/>
          <a:stretch>
            <a:fillRect/>
          </a:stretch>
        </p:blipFill>
        <p:spPr>
          <a:xfrm>
            <a:off x="5840689" y="2500953"/>
            <a:ext cx="5268060" cy="1743318"/>
          </a:xfrm>
          <a:prstGeom prst="rect">
            <a:avLst/>
          </a:prstGeom>
          <a:ln>
            <a:solidFill>
              <a:schemeClr val="tx1"/>
            </a:solidFill>
          </a:ln>
          <a:effectLst>
            <a:outerShdw blurRad="292100" dist="139700" dir="2700000" algn="tl" rotWithShape="0">
              <a:srgbClr val="333333">
                <a:alpha val="65000"/>
              </a:srgbClr>
            </a:outerShdw>
          </a:effectLst>
        </p:spPr>
      </p:pic>
      <p:grpSp>
        <p:nvGrpSpPr>
          <p:cNvPr id="12" name="Group 11">
            <a:extLst>
              <a:ext uri="{FF2B5EF4-FFF2-40B4-BE49-F238E27FC236}">
                <a16:creationId xmlns:a16="http://schemas.microsoft.com/office/drawing/2014/main" id="{83AD73B9-E688-A223-2159-FC93DAC5E917}"/>
              </a:ext>
            </a:extLst>
          </p:cNvPr>
          <p:cNvGrpSpPr/>
          <p:nvPr/>
        </p:nvGrpSpPr>
        <p:grpSpPr>
          <a:xfrm>
            <a:off x="1791855" y="3270848"/>
            <a:ext cx="3435927" cy="597509"/>
            <a:chOff x="1791855" y="3180164"/>
            <a:chExt cx="3435927" cy="597509"/>
          </a:xfrm>
        </p:grpSpPr>
        <p:sp>
          <p:nvSpPr>
            <p:cNvPr id="14" name="Rectangle 13">
              <a:extLst>
                <a:ext uri="{FF2B5EF4-FFF2-40B4-BE49-F238E27FC236}">
                  <a16:creationId xmlns:a16="http://schemas.microsoft.com/office/drawing/2014/main" id="{EC7F8448-9F7D-7AC4-D52B-C64169CD70FC}"/>
                </a:ext>
              </a:extLst>
            </p:cNvPr>
            <p:cNvSpPr/>
            <p:nvPr/>
          </p:nvSpPr>
          <p:spPr>
            <a:xfrm>
              <a:off x="1791855" y="3429000"/>
              <a:ext cx="3435927" cy="34867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Arrow: Down 14">
              <a:extLst>
                <a:ext uri="{FF2B5EF4-FFF2-40B4-BE49-F238E27FC236}">
                  <a16:creationId xmlns:a16="http://schemas.microsoft.com/office/drawing/2014/main" id="{315123E7-5A89-12C3-C818-285F9B6D601E}"/>
                </a:ext>
              </a:extLst>
            </p:cNvPr>
            <p:cNvSpPr/>
            <p:nvPr/>
          </p:nvSpPr>
          <p:spPr>
            <a:xfrm>
              <a:off x="3611419" y="3180164"/>
              <a:ext cx="147782" cy="172089"/>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2380983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AE423EF-7561-7D68-36CF-0E76BE4F72D5}"/>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5E9B5108-B67B-D6C0-FE52-69832423C3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F5876D0-94D7-86D4-9EF9-4449EB8D774C}"/>
              </a:ext>
            </a:extLst>
          </p:cNvPr>
          <p:cNvSpPr>
            <a:spLocks noGrp="1"/>
          </p:cNvSpPr>
          <p:nvPr>
            <p:ph type="title"/>
          </p:nvPr>
        </p:nvSpPr>
        <p:spPr>
          <a:xfrm>
            <a:off x="1391010" y="220020"/>
            <a:ext cx="10381003" cy="1070326"/>
          </a:xfrm>
        </p:spPr>
        <p:txBody>
          <a:bodyPr>
            <a:normAutofit/>
          </a:bodyPr>
          <a:lstStyle/>
          <a:p>
            <a:r>
              <a:rPr lang="en-US">
                <a:solidFill>
                  <a:schemeClr val="bg1"/>
                </a:solidFill>
              </a:rPr>
              <a:t>Pattern-Not</a:t>
            </a:r>
          </a:p>
        </p:txBody>
      </p:sp>
      <p:sp>
        <p:nvSpPr>
          <p:cNvPr id="6" name="Freeform: Shape 9">
            <a:extLst>
              <a:ext uri="{FF2B5EF4-FFF2-40B4-BE49-F238E27FC236}">
                <a16:creationId xmlns:a16="http://schemas.microsoft.com/office/drawing/2014/main" id="{CCA64B13-B154-AA2F-A189-D8B5C3BDF4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ED34F273-9994-14FD-E48D-D562FBA8AF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A9FEF60F-83D6-0BC9-0D24-0F95D51729F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E5A5BA85-777F-A3A3-3AE2-21B49D655B2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2BA96AA3-FD72-E0C0-191C-F351C05FEFB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13109288-4415-2902-BB79-F0D70DA48E8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2927646-1060-3CAF-308E-8ACC6B59AC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2B96B1BF-CB70-AD16-7A1E-CB8F40A1249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9A4DA770-0E0A-48DF-CE75-E667BFD47D2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36B1D96D-506E-3A1D-79BE-EDDB58CB2B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783284EF-93B5-5ADD-77B4-ED9F51E31B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05F4386-8DDA-F7DE-A2DA-F5DCD446B71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F75A5DE5-9313-5757-D470-2810F14FEE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F0505261-4662-4BB7-D73C-1DA9325F76B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7B28E557-DA81-69F7-DB6E-3CB09FC2BCE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470AA2B3-C8BC-6F9D-0016-6307166E881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BF51FB63-37EC-DF6D-2087-3F1699AEF4AF}"/>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E7395C05-A73B-4043-F220-9C2D1A45437F}"/>
              </a:ext>
            </a:extLst>
          </p:cNvPr>
          <p:cNvSpPr>
            <a:spLocks noGrp="1"/>
          </p:cNvSpPr>
          <p:nvPr>
            <p:ph idx="1"/>
          </p:nvPr>
        </p:nvSpPr>
        <p:spPr>
          <a:xfrm>
            <a:off x="838200" y="1825625"/>
            <a:ext cx="10515600" cy="4351338"/>
          </a:xfrm>
        </p:spPr>
        <p:txBody>
          <a:bodyPr>
            <a:normAutofit/>
          </a:bodyPr>
          <a:lstStyle/>
          <a:p>
            <a:r>
              <a:rPr lang="en-US" u="sng">
                <a:solidFill>
                  <a:schemeClr val="bg1"/>
                </a:solidFill>
              </a:rPr>
              <a:t>Exercise</a:t>
            </a:r>
            <a:r>
              <a:rPr lang="en-US">
                <a:solidFill>
                  <a:schemeClr val="bg1"/>
                </a:solidFill>
              </a:rPr>
              <a:t> - (aka.ms/</a:t>
            </a:r>
            <a:r>
              <a:rPr lang="en-US" err="1">
                <a:solidFill>
                  <a:schemeClr val="bg1"/>
                </a:solidFill>
              </a:rPr>
              <a:t>semgrep</a:t>
            </a:r>
            <a:r>
              <a:rPr lang="en-US">
                <a:solidFill>
                  <a:schemeClr val="bg1"/>
                </a:solidFill>
              </a:rPr>
              <a:t>-exercises)</a:t>
            </a:r>
          </a:p>
          <a:p>
            <a:pPr lvl="1"/>
            <a:r>
              <a:rPr lang="en-US">
                <a:solidFill>
                  <a:schemeClr val="bg1"/>
                </a:solidFill>
                <a:hlinkClick r:id="rId4"/>
              </a:rPr>
              <a:t>https://github.com/django/django/blob/main/django/http/request.py</a:t>
            </a:r>
            <a:endParaRPr lang="en-US">
              <a:solidFill>
                <a:schemeClr val="bg1"/>
              </a:solidFill>
            </a:endParaRPr>
          </a:p>
          <a:p>
            <a:pPr lvl="1"/>
            <a:r>
              <a:rPr lang="en-US">
                <a:solidFill>
                  <a:schemeClr val="bg1"/>
                </a:solidFill>
              </a:rPr>
              <a:t>Using 1 rule, flag and return both functions</a:t>
            </a:r>
          </a:p>
          <a:p>
            <a:pPr lvl="2"/>
            <a:r>
              <a:rPr lang="en-US">
                <a:solidFill>
                  <a:schemeClr val="bg1"/>
                </a:solidFill>
              </a:rPr>
              <a:t>All functions named </a:t>
            </a:r>
            <a:r>
              <a:rPr lang="en-US" i="1">
                <a:solidFill>
                  <a:schemeClr val="accent5"/>
                </a:solidFill>
              </a:rPr>
              <a:t>encoding</a:t>
            </a:r>
          </a:p>
          <a:p>
            <a:pPr lvl="2"/>
            <a:r>
              <a:rPr lang="en-US">
                <a:solidFill>
                  <a:schemeClr val="bg1"/>
                </a:solidFill>
              </a:rPr>
              <a:t>But not those that are one-liners</a:t>
            </a:r>
          </a:p>
          <a:p>
            <a:pPr lvl="3"/>
            <a:r>
              <a:rPr lang="en-US" i="1">
                <a:solidFill>
                  <a:schemeClr val="accent5"/>
                </a:solidFill>
              </a:rPr>
              <a:t>return </a:t>
            </a:r>
            <a:r>
              <a:rPr lang="en-US" i="1" err="1">
                <a:solidFill>
                  <a:schemeClr val="accent5"/>
                </a:solidFill>
              </a:rPr>
              <a:t>self._encoding</a:t>
            </a:r>
            <a:endParaRPr lang="en-US" i="1">
              <a:solidFill>
                <a:schemeClr val="accent5"/>
              </a:solidFill>
            </a:endParaRPr>
          </a:p>
          <a:p>
            <a:pPr lvl="3"/>
            <a:r>
              <a:rPr lang="en-US" i="1" err="1">
                <a:solidFill>
                  <a:schemeClr val="accent5"/>
                </a:solidFill>
              </a:rPr>
              <a:t>self._encoding</a:t>
            </a:r>
            <a:r>
              <a:rPr lang="en-US" i="1">
                <a:solidFill>
                  <a:schemeClr val="accent5"/>
                </a:solidFill>
              </a:rPr>
              <a:t> = value</a:t>
            </a:r>
          </a:p>
        </p:txBody>
      </p:sp>
    </p:spTree>
    <p:extLst>
      <p:ext uri="{BB962C8B-B14F-4D97-AF65-F5344CB8AC3E}">
        <p14:creationId xmlns:p14="http://schemas.microsoft.com/office/powerpoint/2010/main" val="197920614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38ED410-4AA0-C6C5-ACFD-34853808EFAC}"/>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20FC5723-BD57-71D4-D386-0021C72210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22CDDF7-6A68-9EFD-2FB3-552CCE186D18}"/>
              </a:ext>
            </a:extLst>
          </p:cNvPr>
          <p:cNvSpPr>
            <a:spLocks noGrp="1"/>
          </p:cNvSpPr>
          <p:nvPr>
            <p:ph type="title"/>
          </p:nvPr>
        </p:nvSpPr>
        <p:spPr>
          <a:xfrm>
            <a:off x="1391010" y="220020"/>
            <a:ext cx="10381003" cy="1070326"/>
          </a:xfrm>
        </p:spPr>
        <p:txBody>
          <a:bodyPr>
            <a:normAutofit/>
          </a:bodyPr>
          <a:lstStyle/>
          <a:p>
            <a:r>
              <a:rPr lang="en-US">
                <a:solidFill>
                  <a:schemeClr val="bg1"/>
                </a:solidFill>
              </a:rPr>
              <a:t>Pattern-Not</a:t>
            </a:r>
          </a:p>
        </p:txBody>
      </p:sp>
      <p:sp>
        <p:nvSpPr>
          <p:cNvPr id="6" name="Freeform: Shape 9">
            <a:extLst>
              <a:ext uri="{FF2B5EF4-FFF2-40B4-BE49-F238E27FC236}">
                <a16:creationId xmlns:a16="http://schemas.microsoft.com/office/drawing/2014/main" id="{E7F9C46F-3804-231E-580E-FD38A1C1D6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1F0C00AC-B149-E70F-A044-CF2EDA07D4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1A0CE05A-E325-5A19-9D14-8B166EE9BF3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4640AA54-4ABF-97BB-C410-CF9FAE26B6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C791B3B9-4ADC-D789-A6D9-03EBFD34C01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5003B13-E9AC-8F62-D26E-B0509CA9BDC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4E22AA22-F739-36FE-8849-0D23E5B85EB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C9B8A115-E995-3CE9-6101-369699CB08A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8AF4F9CA-6A43-C657-0B63-6B6AA6BC7AB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57D5A142-EDA2-62FD-59B9-E0F91C3EA04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EECF80AC-08C9-B8FD-C74A-24045EF42A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BE206D52-B2BC-A694-2E2F-2C19C8A1123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3995DCDF-AB2B-A52D-D496-55C1A8BB40C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2D6A7FC0-9CCE-9786-1AC6-862FEEDB86D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581110D6-B62F-DA5F-6008-7F8DEA69A1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B9471197-F92F-CED7-C7A9-7C1A1C4B01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6C7F6212-8F07-7D15-1785-0D962D7A5AC9}"/>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38C5234B-F839-D76B-BF55-5A8FE7E50361}"/>
              </a:ext>
            </a:extLst>
          </p:cNvPr>
          <p:cNvSpPr>
            <a:spLocks noGrp="1"/>
          </p:cNvSpPr>
          <p:nvPr>
            <p:ph idx="1"/>
          </p:nvPr>
        </p:nvSpPr>
        <p:spPr>
          <a:xfrm>
            <a:off x="838200" y="1496546"/>
            <a:ext cx="10515600" cy="4351338"/>
          </a:xfrm>
        </p:spPr>
        <p:txBody>
          <a:bodyPr>
            <a:normAutofit/>
          </a:bodyPr>
          <a:lstStyle/>
          <a:p>
            <a:r>
              <a:rPr lang="en-US" u="sng">
                <a:solidFill>
                  <a:schemeClr val="bg1"/>
                </a:solidFill>
              </a:rPr>
              <a:t>Answer</a:t>
            </a:r>
            <a:endParaRPr lang="en-US">
              <a:solidFill>
                <a:schemeClr val="bg1"/>
              </a:solidFill>
            </a:endParaRPr>
          </a:p>
          <a:p>
            <a:pPr lvl="1"/>
            <a:r>
              <a:rPr lang="en-US">
                <a:solidFill>
                  <a:schemeClr val="bg1"/>
                </a:solidFill>
              </a:rPr>
              <a:t>Using 1 rule, flag and return both functions</a:t>
            </a:r>
          </a:p>
          <a:p>
            <a:pPr lvl="2"/>
            <a:r>
              <a:rPr lang="en-US">
                <a:solidFill>
                  <a:schemeClr val="bg1"/>
                </a:solidFill>
              </a:rPr>
              <a:t>All functions named </a:t>
            </a:r>
            <a:r>
              <a:rPr lang="en-US" i="1">
                <a:solidFill>
                  <a:schemeClr val="accent5"/>
                </a:solidFill>
              </a:rPr>
              <a:t>encoding</a:t>
            </a:r>
          </a:p>
          <a:p>
            <a:pPr lvl="2"/>
            <a:r>
              <a:rPr lang="en-US">
                <a:solidFill>
                  <a:schemeClr val="bg1"/>
                </a:solidFill>
              </a:rPr>
              <a:t>But not those that are one-liners</a:t>
            </a:r>
          </a:p>
          <a:p>
            <a:pPr lvl="3"/>
            <a:r>
              <a:rPr lang="en-US" i="1">
                <a:solidFill>
                  <a:schemeClr val="accent5"/>
                </a:solidFill>
              </a:rPr>
              <a:t>return </a:t>
            </a:r>
            <a:r>
              <a:rPr lang="en-US" i="1" err="1">
                <a:solidFill>
                  <a:schemeClr val="accent5"/>
                </a:solidFill>
              </a:rPr>
              <a:t>self._encoding</a:t>
            </a:r>
            <a:endParaRPr lang="en-US" i="1">
              <a:solidFill>
                <a:schemeClr val="accent5"/>
              </a:solidFill>
            </a:endParaRPr>
          </a:p>
          <a:p>
            <a:pPr lvl="3"/>
            <a:r>
              <a:rPr lang="en-US" i="1" err="1">
                <a:solidFill>
                  <a:schemeClr val="accent5"/>
                </a:solidFill>
              </a:rPr>
              <a:t>self._encoding</a:t>
            </a:r>
            <a:r>
              <a:rPr lang="en-US" i="1">
                <a:solidFill>
                  <a:schemeClr val="accent5"/>
                </a:solidFill>
              </a:rPr>
              <a:t> = value</a:t>
            </a:r>
          </a:p>
        </p:txBody>
      </p:sp>
      <p:pic>
        <p:nvPicPr>
          <p:cNvPr id="8" name="Picture 7">
            <a:extLst>
              <a:ext uri="{FF2B5EF4-FFF2-40B4-BE49-F238E27FC236}">
                <a16:creationId xmlns:a16="http://schemas.microsoft.com/office/drawing/2014/main" id="{3C89AAE3-9E71-65C4-FBD3-69F44617433D}"/>
              </a:ext>
            </a:extLst>
          </p:cNvPr>
          <p:cNvPicPr>
            <a:picLocks noChangeAspect="1"/>
          </p:cNvPicPr>
          <p:nvPr/>
        </p:nvPicPr>
        <p:blipFill>
          <a:blip r:embed="rId4"/>
          <a:stretch>
            <a:fillRect/>
          </a:stretch>
        </p:blipFill>
        <p:spPr>
          <a:xfrm>
            <a:off x="2012323" y="3932316"/>
            <a:ext cx="3581400" cy="2692400"/>
          </a:xfrm>
          <a:prstGeom prst="rect">
            <a:avLst/>
          </a:prstGeom>
        </p:spPr>
      </p:pic>
    </p:spTree>
    <p:extLst>
      <p:ext uri="{BB962C8B-B14F-4D97-AF65-F5344CB8AC3E}">
        <p14:creationId xmlns:p14="http://schemas.microsoft.com/office/powerpoint/2010/main" val="303371849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391010" y="220020"/>
            <a:ext cx="10381003" cy="1070326"/>
          </a:xfrm>
        </p:spPr>
        <p:txBody>
          <a:bodyPr>
            <a:normAutofit/>
          </a:bodyPr>
          <a:lstStyle/>
          <a:p>
            <a:r>
              <a:rPr lang="en-US">
                <a:solidFill>
                  <a:schemeClr val="bg1"/>
                </a:solidFill>
              </a:rPr>
              <a:t>Pattern-Inside</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80A350F9-B493-5B48-2059-EBF67B7B15D5}"/>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0A154DCE-569E-BD35-F487-AE9C125D7549}"/>
              </a:ext>
            </a:extLst>
          </p:cNvPr>
          <p:cNvSpPr>
            <a:spLocks noGrp="1"/>
          </p:cNvSpPr>
          <p:nvPr>
            <p:ph idx="1"/>
          </p:nvPr>
        </p:nvSpPr>
        <p:spPr>
          <a:xfrm>
            <a:off x="743502" y="1401293"/>
            <a:ext cx="10515600" cy="4351338"/>
          </a:xfrm>
        </p:spPr>
        <p:txBody>
          <a:bodyPr>
            <a:normAutofit/>
          </a:bodyPr>
          <a:lstStyle/>
          <a:p>
            <a:r>
              <a:rPr lang="en-US">
                <a:solidFill>
                  <a:schemeClr val="bg1"/>
                </a:solidFill>
              </a:rPr>
              <a:t>Matches findings that reside within its expression</a:t>
            </a:r>
          </a:p>
          <a:p>
            <a:endParaRPr lang="en-US">
              <a:solidFill>
                <a:schemeClr val="bg1"/>
              </a:solidFill>
            </a:endParaRPr>
          </a:p>
          <a:p>
            <a:endParaRPr lang="en-US">
              <a:solidFill>
                <a:schemeClr val="bg1"/>
              </a:solidFill>
            </a:endParaRPr>
          </a:p>
          <a:p>
            <a:pPr marL="0" indent="0">
              <a:buNone/>
            </a:pPr>
            <a:endParaRPr lang="en-US">
              <a:solidFill>
                <a:schemeClr val="bg1"/>
              </a:solidFill>
            </a:endParaRPr>
          </a:p>
        </p:txBody>
      </p:sp>
      <p:pic>
        <p:nvPicPr>
          <p:cNvPr id="16" name="Picture 15">
            <a:extLst>
              <a:ext uri="{FF2B5EF4-FFF2-40B4-BE49-F238E27FC236}">
                <a16:creationId xmlns:a16="http://schemas.microsoft.com/office/drawing/2014/main" id="{79D3B125-5865-6D97-8F9D-B02FA915E55F}"/>
              </a:ext>
            </a:extLst>
          </p:cNvPr>
          <p:cNvPicPr>
            <a:picLocks noChangeAspect="1"/>
          </p:cNvPicPr>
          <p:nvPr/>
        </p:nvPicPr>
        <p:blipFill>
          <a:blip r:embed="rId4"/>
          <a:stretch>
            <a:fillRect/>
          </a:stretch>
        </p:blipFill>
        <p:spPr>
          <a:xfrm>
            <a:off x="872442" y="2125915"/>
            <a:ext cx="5606218" cy="3268236"/>
          </a:xfrm>
          <a:prstGeom prst="rect">
            <a:avLst/>
          </a:prstGeom>
          <a:ln>
            <a:solidFill>
              <a:schemeClr val="tx1"/>
            </a:solidFill>
          </a:ln>
          <a:effectLst>
            <a:outerShdw blurRad="292100" dist="139700" dir="2700000" algn="tl" rotWithShape="0">
              <a:srgbClr val="333333">
                <a:alpha val="65000"/>
              </a:srgbClr>
            </a:outerShdw>
          </a:effectLst>
        </p:spPr>
      </p:pic>
      <p:pic>
        <p:nvPicPr>
          <p:cNvPr id="17" name="Picture 16">
            <a:extLst>
              <a:ext uri="{FF2B5EF4-FFF2-40B4-BE49-F238E27FC236}">
                <a16:creationId xmlns:a16="http://schemas.microsoft.com/office/drawing/2014/main" id="{9723CD02-C8CC-514D-81D2-0B5E3CA0E31B}"/>
              </a:ext>
            </a:extLst>
          </p:cNvPr>
          <p:cNvPicPr>
            <a:picLocks noChangeAspect="1"/>
          </p:cNvPicPr>
          <p:nvPr/>
        </p:nvPicPr>
        <p:blipFill>
          <a:blip r:embed="rId5"/>
          <a:stretch>
            <a:fillRect/>
          </a:stretch>
        </p:blipFill>
        <p:spPr>
          <a:xfrm>
            <a:off x="6891673" y="2125915"/>
            <a:ext cx="4814684" cy="2573211"/>
          </a:xfrm>
          <a:prstGeom prst="rect">
            <a:avLst/>
          </a:prstGeom>
          <a:ln>
            <a:solidFill>
              <a:schemeClr val="tx1"/>
            </a:solidFill>
          </a:ln>
          <a:effectLst>
            <a:outerShdw blurRad="292100" dist="139700" dir="2700000" algn="tl" rotWithShape="0">
              <a:srgbClr val="333333">
                <a:alpha val="65000"/>
              </a:srgbClr>
            </a:outerShdw>
          </a:effectLst>
        </p:spPr>
      </p:pic>
      <p:grpSp>
        <p:nvGrpSpPr>
          <p:cNvPr id="18" name="Group 17">
            <a:extLst>
              <a:ext uri="{FF2B5EF4-FFF2-40B4-BE49-F238E27FC236}">
                <a16:creationId xmlns:a16="http://schemas.microsoft.com/office/drawing/2014/main" id="{ED7D53FE-9D5F-80C9-D47A-6DFEB6D60960}"/>
              </a:ext>
            </a:extLst>
          </p:cNvPr>
          <p:cNvGrpSpPr/>
          <p:nvPr/>
        </p:nvGrpSpPr>
        <p:grpSpPr>
          <a:xfrm>
            <a:off x="1493385" y="3424496"/>
            <a:ext cx="2789184" cy="792907"/>
            <a:chOff x="1553841" y="3900587"/>
            <a:chExt cx="2789184" cy="792907"/>
          </a:xfrm>
        </p:grpSpPr>
        <p:sp>
          <p:nvSpPr>
            <p:cNvPr id="19" name="Rectangle 18">
              <a:extLst>
                <a:ext uri="{FF2B5EF4-FFF2-40B4-BE49-F238E27FC236}">
                  <a16:creationId xmlns:a16="http://schemas.microsoft.com/office/drawing/2014/main" id="{9DA80BA3-559D-17CC-803C-C25239127749}"/>
                </a:ext>
              </a:extLst>
            </p:cNvPr>
            <p:cNvSpPr/>
            <p:nvPr/>
          </p:nvSpPr>
          <p:spPr>
            <a:xfrm>
              <a:off x="1553841" y="3900587"/>
              <a:ext cx="2308380" cy="79290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Arrow: Left 19">
              <a:extLst>
                <a:ext uri="{FF2B5EF4-FFF2-40B4-BE49-F238E27FC236}">
                  <a16:creationId xmlns:a16="http://schemas.microsoft.com/office/drawing/2014/main" id="{75746E8F-0FC9-329D-0A87-B7CA605D7DA6}"/>
                </a:ext>
              </a:extLst>
            </p:cNvPr>
            <p:cNvSpPr/>
            <p:nvPr/>
          </p:nvSpPr>
          <p:spPr>
            <a:xfrm>
              <a:off x="4024710" y="3999531"/>
              <a:ext cx="318315" cy="203931"/>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5429500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16ED76A-20CC-A428-6382-794171D83550}"/>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623946C2-1B44-BD7B-AB2C-CCB9F1FBC6C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BE9ECF7-8DA2-ADEB-3D9F-723D289E5EBB}"/>
              </a:ext>
            </a:extLst>
          </p:cNvPr>
          <p:cNvSpPr>
            <a:spLocks noGrp="1"/>
          </p:cNvSpPr>
          <p:nvPr>
            <p:ph type="title"/>
          </p:nvPr>
        </p:nvSpPr>
        <p:spPr>
          <a:xfrm>
            <a:off x="1391010" y="220020"/>
            <a:ext cx="10381003" cy="1070326"/>
          </a:xfrm>
        </p:spPr>
        <p:txBody>
          <a:bodyPr>
            <a:normAutofit/>
          </a:bodyPr>
          <a:lstStyle/>
          <a:p>
            <a:r>
              <a:rPr lang="en-US">
                <a:solidFill>
                  <a:schemeClr val="bg1"/>
                </a:solidFill>
              </a:rPr>
              <a:t>Pattern-Inside</a:t>
            </a:r>
          </a:p>
        </p:txBody>
      </p:sp>
      <p:sp>
        <p:nvSpPr>
          <p:cNvPr id="6" name="Freeform: Shape 9">
            <a:extLst>
              <a:ext uri="{FF2B5EF4-FFF2-40B4-BE49-F238E27FC236}">
                <a16:creationId xmlns:a16="http://schemas.microsoft.com/office/drawing/2014/main" id="{A1AE130C-88BE-A8A2-4F88-BC8E926ABB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3A0D655D-1A1F-69B0-4CF2-27ECB60A33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5ADF2F95-139E-1A2D-136A-E5FB1E9B7E5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234E234E-7F05-DFC8-B2AA-43EAAB38E4A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07B1EFC3-A98D-1F9C-38E1-95C54C83D86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CBB5742B-AC32-3044-8781-18EAAABD871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4837E9E5-D9D1-1778-532E-C6A45170540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6A867B03-9A84-882D-C85F-4C01D3E41FA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0A6B2FCD-11B1-A3C2-E0A7-6BF6202FECB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08C4B941-3AB8-E5ED-3D3B-7020A5654E1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85B05FAB-908D-E3C5-8034-0BD9FB99F8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386E3213-96ED-1637-8961-BA8D795DA09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09F68F0A-977A-4BB5-F774-5B83D70504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965C4B77-2259-0809-7231-4FD6AECA0C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DFC1E4E6-F80D-44D6-12F5-B03031F7765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1FD5325F-D350-1C15-03B3-BAA62D15D28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10B5AFDC-E9CC-3A05-4C03-2E5F382E5B13}"/>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EF440A16-9484-FB00-31AB-C4BD9A90D570}"/>
              </a:ext>
            </a:extLst>
          </p:cNvPr>
          <p:cNvSpPr>
            <a:spLocks noGrp="1"/>
          </p:cNvSpPr>
          <p:nvPr>
            <p:ph idx="1"/>
          </p:nvPr>
        </p:nvSpPr>
        <p:spPr>
          <a:xfrm>
            <a:off x="838200" y="1825625"/>
            <a:ext cx="10515600" cy="4351338"/>
          </a:xfrm>
        </p:spPr>
        <p:txBody>
          <a:bodyPr>
            <a:normAutofit/>
          </a:bodyPr>
          <a:lstStyle/>
          <a:p>
            <a:r>
              <a:rPr lang="en-US" u="sng">
                <a:solidFill>
                  <a:schemeClr val="bg1"/>
                </a:solidFill>
              </a:rPr>
              <a:t>Exercise</a:t>
            </a:r>
            <a:r>
              <a:rPr lang="en-US">
                <a:solidFill>
                  <a:schemeClr val="bg1"/>
                </a:solidFill>
              </a:rPr>
              <a:t> - (aka.ms/</a:t>
            </a:r>
            <a:r>
              <a:rPr lang="en-US" err="1">
                <a:solidFill>
                  <a:schemeClr val="bg1"/>
                </a:solidFill>
              </a:rPr>
              <a:t>semgrep</a:t>
            </a:r>
            <a:r>
              <a:rPr lang="en-US">
                <a:solidFill>
                  <a:schemeClr val="bg1"/>
                </a:solidFill>
              </a:rPr>
              <a:t>-exercises)</a:t>
            </a:r>
          </a:p>
          <a:p>
            <a:pPr lvl="1"/>
            <a:r>
              <a:rPr lang="en-US">
                <a:solidFill>
                  <a:schemeClr val="bg1"/>
                </a:solidFill>
                <a:hlinkClick r:id="rId4"/>
              </a:rPr>
              <a:t>https://github.com/django/django/blob/main/django/http/request.py</a:t>
            </a:r>
            <a:endParaRPr lang="en-US">
              <a:solidFill>
                <a:schemeClr val="bg1"/>
              </a:solidFill>
            </a:endParaRPr>
          </a:p>
          <a:p>
            <a:pPr lvl="1"/>
            <a:r>
              <a:rPr lang="en-US">
                <a:solidFill>
                  <a:schemeClr val="bg1"/>
                </a:solidFill>
              </a:rPr>
              <a:t>Using 1 rule, flag and return</a:t>
            </a:r>
          </a:p>
          <a:p>
            <a:pPr lvl="2"/>
            <a:r>
              <a:rPr lang="en-US">
                <a:solidFill>
                  <a:schemeClr val="bg1"/>
                </a:solidFill>
              </a:rPr>
              <a:t>All instances of </a:t>
            </a:r>
            <a:r>
              <a:rPr lang="en-US" i="1">
                <a:solidFill>
                  <a:schemeClr val="accent5"/>
                </a:solidFill>
              </a:rPr>
              <a:t>if </a:t>
            </a:r>
            <a:r>
              <a:rPr lang="en-US" i="1" err="1">
                <a:solidFill>
                  <a:schemeClr val="accent5"/>
                </a:solidFill>
              </a:rPr>
              <a:t>hasattr</a:t>
            </a:r>
            <a:r>
              <a:rPr lang="en-US" i="1">
                <a:solidFill>
                  <a:schemeClr val="accent5"/>
                </a:solidFill>
              </a:rPr>
              <a:t>(...): ...</a:t>
            </a:r>
          </a:p>
          <a:p>
            <a:pPr lvl="2"/>
            <a:r>
              <a:rPr lang="en-US">
                <a:solidFill>
                  <a:schemeClr val="bg1"/>
                </a:solidFill>
              </a:rPr>
              <a:t>That are inside a function named </a:t>
            </a:r>
            <a:r>
              <a:rPr lang="en-US" i="1">
                <a:solidFill>
                  <a:schemeClr val="accent5"/>
                </a:solidFill>
              </a:rPr>
              <a:t>encoding</a:t>
            </a:r>
          </a:p>
        </p:txBody>
      </p:sp>
    </p:spTree>
    <p:extLst>
      <p:ext uri="{BB962C8B-B14F-4D97-AF65-F5344CB8AC3E}">
        <p14:creationId xmlns:p14="http://schemas.microsoft.com/office/powerpoint/2010/main" val="307713405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A705C41-361E-2E54-A31A-E54A433DA51D}"/>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B4F11E98-855F-91A9-B462-21539EF2DC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E2DC9F4-AB9F-E619-2731-B0A4D1CFE66C}"/>
              </a:ext>
            </a:extLst>
          </p:cNvPr>
          <p:cNvSpPr>
            <a:spLocks noGrp="1"/>
          </p:cNvSpPr>
          <p:nvPr>
            <p:ph type="title"/>
          </p:nvPr>
        </p:nvSpPr>
        <p:spPr>
          <a:xfrm>
            <a:off x="1391010" y="220020"/>
            <a:ext cx="10381003" cy="1070326"/>
          </a:xfrm>
        </p:spPr>
        <p:txBody>
          <a:bodyPr>
            <a:normAutofit/>
          </a:bodyPr>
          <a:lstStyle/>
          <a:p>
            <a:r>
              <a:rPr lang="en-US">
                <a:solidFill>
                  <a:schemeClr val="bg1"/>
                </a:solidFill>
              </a:rPr>
              <a:t>Pattern-Inside</a:t>
            </a:r>
          </a:p>
        </p:txBody>
      </p:sp>
      <p:sp>
        <p:nvSpPr>
          <p:cNvPr id="6" name="Freeform: Shape 9">
            <a:extLst>
              <a:ext uri="{FF2B5EF4-FFF2-40B4-BE49-F238E27FC236}">
                <a16:creationId xmlns:a16="http://schemas.microsoft.com/office/drawing/2014/main" id="{5DB1EFA0-A152-8E06-D844-6365B131970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88C3AE62-0411-A3C9-D040-798EFC319A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9D9296B8-7451-C14A-EEEF-88F4D6E7146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135E04ED-0A99-4493-833B-7EA90957F4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EAD1F9B-A6A7-7DF1-81A5-383A42EF04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8CDCEB5C-C5F2-BE17-CC68-C4D9D9B54B8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AC793E5B-B120-EB58-F3C2-6E7D2E59F0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C8DD6E36-0F5C-62A4-8C1C-A821C1F4857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53DC0958-14A0-5FB0-A0C1-AA91E2AF29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3D74343C-AA13-26C8-6C46-A81C930BEF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DBFD7461-947B-825D-BBEF-6067A0B2794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38412C8-4F41-C009-2F22-E51A3845347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6C6F18A7-329E-9EA9-4F37-84C786A8291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B265AAE6-F27E-9479-BABD-AF3A0142919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E6E06AEC-4EA6-6ED9-A52E-47B966DFC11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7D6E8EDF-0535-2B65-932E-498C1E9C33D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DFF67610-01FF-5966-D1DA-02C09AE739B3}"/>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5E33A9C2-71CD-22A8-7EF3-7E03F2F355BE}"/>
              </a:ext>
            </a:extLst>
          </p:cNvPr>
          <p:cNvSpPr>
            <a:spLocks noGrp="1"/>
          </p:cNvSpPr>
          <p:nvPr>
            <p:ph idx="1"/>
          </p:nvPr>
        </p:nvSpPr>
        <p:spPr>
          <a:xfrm>
            <a:off x="838200" y="1825625"/>
            <a:ext cx="10515600" cy="4351338"/>
          </a:xfrm>
        </p:spPr>
        <p:txBody>
          <a:bodyPr>
            <a:normAutofit/>
          </a:bodyPr>
          <a:lstStyle/>
          <a:p>
            <a:r>
              <a:rPr lang="en-US" u="sng">
                <a:solidFill>
                  <a:schemeClr val="bg1"/>
                </a:solidFill>
              </a:rPr>
              <a:t>Answer</a:t>
            </a:r>
            <a:endParaRPr lang="en-US">
              <a:solidFill>
                <a:schemeClr val="bg1"/>
              </a:solidFill>
            </a:endParaRPr>
          </a:p>
          <a:p>
            <a:pPr lvl="1"/>
            <a:r>
              <a:rPr lang="en-US">
                <a:solidFill>
                  <a:schemeClr val="bg1"/>
                </a:solidFill>
              </a:rPr>
              <a:t>Using 1 rule, flag and return</a:t>
            </a:r>
          </a:p>
          <a:p>
            <a:pPr lvl="2"/>
            <a:r>
              <a:rPr lang="en-US">
                <a:solidFill>
                  <a:schemeClr val="bg1"/>
                </a:solidFill>
              </a:rPr>
              <a:t>All instances of </a:t>
            </a:r>
            <a:r>
              <a:rPr lang="en-US" i="1">
                <a:solidFill>
                  <a:schemeClr val="accent5"/>
                </a:solidFill>
              </a:rPr>
              <a:t>if </a:t>
            </a:r>
            <a:r>
              <a:rPr lang="en-US" i="1" err="1">
                <a:solidFill>
                  <a:schemeClr val="accent5"/>
                </a:solidFill>
              </a:rPr>
              <a:t>hasattr</a:t>
            </a:r>
            <a:r>
              <a:rPr lang="en-US" i="1">
                <a:solidFill>
                  <a:schemeClr val="accent5"/>
                </a:solidFill>
              </a:rPr>
              <a:t>(...): ...</a:t>
            </a:r>
          </a:p>
          <a:p>
            <a:pPr lvl="2"/>
            <a:r>
              <a:rPr lang="en-US">
                <a:solidFill>
                  <a:schemeClr val="bg1"/>
                </a:solidFill>
              </a:rPr>
              <a:t>That are inside a function named </a:t>
            </a:r>
            <a:r>
              <a:rPr lang="en-US" i="1">
                <a:solidFill>
                  <a:schemeClr val="accent5"/>
                </a:solidFill>
              </a:rPr>
              <a:t>encoding</a:t>
            </a:r>
          </a:p>
        </p:txBody>
      </p:sp>
      <p:pic>
        <p:nvPicPr>
          <p:cNvPr id="8" name="Picture 7">
            <a:extLst>
              <a:ext uri="{FF2B5EF4-FFF2-40B4-BE49-F238E27FC236}">
                <a16:creationId xmlns:a16="http://schemas.microsoft.com/office/drawing/2014/main" id="{E0A95C0E-9609-7C76-6E00-D967F672961C}"/>
              </a:ext>
            </a:extLst>
          </p:cNvPr>
          <p:cNvPicPr>
            <a:picLocks noChangeAspect="1"/>
          </p:cNvPicPr>
          <p:nvPr/>
        </p:nvPicPr>
        <p:blipFill>
          <a:blip r:embed="rId4"/>
          <a:stretch>
            <a:fillRect/>
          </a:stretch>
        </p:blipFill>
        <p:spPr>
          <a:xfrm>
            <a:off x="1910723" y="3492681"/>
            <a:ext cx="3784600" cy="1397000"/>
          </a:xfrm>
          <a:prstGeom prst="rect">
            <a:avLst/>
          </a:prstGeom>
        </p:spPr>
      </p:pic>
    </p:spTree>
    <p:extLst>
      <p:ext uri="{BB962C8B-B14F-4D97-AF65-F5344CB8AC3E}">
        <p14:creationId xmlns:p14="http://schemas.microsoft.com/office/powerpoint/2010/main" val="225688832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391010" y="220020"/>
            <a:ext cx="10381003" cy="1070326"/>
          </a:xfrm>
        </p:spPr>
        <p:txBody>
          <a:bodyPr>
            <a:normAutofit/>
          </a:bodyPr>
          <a:lstStyle/>
          <a:p>
            <a:r>
              <a:rPr lang="en-US">
                <a:solidFill>
                  <a:schemeClr val="bg1"/>
                </a:solidFill>
              </a:rPr>
              <a:t>Metavariable regex</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80A350F9-B493-5B48-2059-EBF67B7B15D5}"/>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0A154DCE-569E-BD35-F487-AE9C125D7549}"/>
              </a:ext>
            </a:extLst>
          </p:cNvPr>
          <p:cNvSpPr>
            <a:spLocks noGrp="1"/>
          </p:cNvSpPr>
          <p:nvPr>
            <p:ph idx="1"/>
          </p:nvPr>
        </p:nvSpPr>
        <p:spPr>
          <a:xfrm>
            <a:off x="743502" y="1401293"/>
            <a:ext cx="10515600" cy="4351338"/>
          </a:xfrm>
        </p:spPr>
        <p:txBody>
          <a:bodyPr>
            <a:normAutofit/>
          </a:bodyPr>
          <a:lstStyle/>
          <a:p>
            <a:r>
              <a:rPr lang="en-US" i="1">
                <a:solidFill>
                  <a:schemeClr val="bg1"/>
                </a:solidFill>
              </a:rPr>
              <a:t>Searches metavariables for a PCRE2 regular expression</a:t>
            </a:r>
          </a:p>
          <a:p>
            <a:r>
              <a:rPr lang="en-US" i="1">
                <a:solidFill>
                  <a:schemeClr val="bg1"/>
                </a:solidFill>
              </a:rPr>
              <a:t>Useful in filtering results based on a metavariable’s value</a:t>
            </a:r>
          </a:p>
          <a:p>
            <a:endParaRPr lang="en-US" i="1">
              <a:solidFill>
                <a:schemeClr val="bg1"/>
              </a:solidFill>
            </a:endParaRPr>
          </a:p>
          <a:p>
            <a:endParaRPr lang="en-US" i="1">
              <a:solidFill>
                <a:schemeClr val="bg1"/>
              </a:solidFill>
            </a:endParaRPr>
          </a:p>
          <a:p>
            <a:pPr marL="0" indent="0">
              <a:buNone/>
            </a:pPr>
            <a:endParaRPr lang="en-US">
              <a:solidFill>
                <a:schemeClr val="bg1"/>
              </a:solidFill>
            </a:endParaRPr>
          </a:p>
        </p:txBody>
      </p:sp>
      <p:pic>
        <p:nvPicPr>
          <p:cNvPr id="21" name="Picture 20">
            <a:extLst>
              <a:ext uri="{FF2B5EF4-FFF2-40B4-BE49-F238E27FC236}">
                <a16:creationId xmlns:a16="http://schemas.microsoft.com/office/drawing/2014/main" id="{6F253894-19E6-6E15-7904-E441D6911ADE}"/>
              </a:ext>
            </a:extLst>
          </p:cNvPr>
          <p:cNvPicPr>
            <a:picLocks noChangeAspect="1"/>
          </p:cNvPicPr>
          <p:nvPr/>
        </p:nvPicPr>
        <p:blipFill>
          <a:blip r:embed="rId4"/>
          <a:stretch>
            <a:fillRect/>
          </a:stretch>
        </p:blipFill>
        <p:spPr>
          <a:xfrm>
            <a:off x="448235" y="2988087"/>
            <a:ext cx="4963218" cy="2400635"/>
          </a:xfrm>
          <a:prstGeom prst="rect">
            <a:avLst/>
          </a:prstGeom>
          <a:ln>
            <a:solidFill>
              <a:schemeClr val="tx1"/>
            </a:solidFill>
          </a:ln>
          <a:effectLst>
            <a:outerShdw blurRad="292100" dist="139700" dir="2700000" algn="tl" rotWithShape="0">
              <a:srgbClr val="333333">
                <a:alpha val="65000"/>
              </a:srgbClr>
            </a:outerShdw>
          </a:effectLst>
        </p:spPr>
      </p:pic>
      <p:pic>
        <p:nvPicPr>
          <p:cNvPr id="22" name="Picture 21">
            <a:extLst>
              <a:ext uri="{FF2B5EF4-FFF2-40B4-BE49-F238E27FC236}">
                <a16:creationId xmlns:a16="http://schemas.microsoft.com/office/drawing/2014/main" id="{8011DC0C-E373-7068-CEA5-85CA261E7D66}"/>
              </a:ext>
            </a:extLst>
          </p:cNvPr>
          <p:cNvPicPr>
            <a:picLocks noChangeAspect="1"/>
          </p:cNvPicPr>
          <p:nvPr/>
        </p:nvPicPr>
        <p:blipFill>
          <a:blip r:embed="rId5"/>
          <a:stretch>
            <a:fillRect/>
          </a:stretch>
        </p:blipFill>
        <p:spPr>
          <a:xfrm>
            <a:off x="5801418" y="3028428"/>
            <a:ext cx="6111435" cy="1575392"/>
          </a:xfrm>
          <a:prstGeom prst="rect">
            <a:avLst/>
          </a:prstGeom>
          <a:ln>
            <a:solidFill>
              <a:schemeClr val="tx1"/>
            </a:solidFill>
          </a:ln>
          <a:effectLst>
            <a:outerShdw blurRad="292100" dist="139700" dir="2700000" algn="tl" rotWithShape="0">
              <a:srgbClr val="333333">
                <a:alpha val="65000"/>
              </a:srgbClr>
            </a:outerShdw>
          </a:effectLst>
        </p:spPr>
      </p:pic>
      <p:grpSp>
        <p:nvGrpSpPr>
          <p:cNvPr id="23" name="Group 22">
            <a:extLst>
              <a:ext uri="{FF2B5EF4-FFF2-40B4-BE49-F238E27FC236}">
                <a16:creationId xmlns:a16="http://schemas.microsoft.com/office/drawing/2014/main" id="{3652FB71-B343-36E5-7094-3F2AD7E8E8B7}"/>
              </a:ext>
            </a:extLst>
          </p:cNvPr>
          <p:cNvGrpSpPr/>
          <p:nvPr/>
        </p:nvGrpSpPr>
        <p:grpSpPr>
          <a:xfrm>
            <a:off x="1364876" y="4114800"/>
            <a:ext cx="2138083" cy="551329"/>
            <a:chOff x="1364876" y="4114800"/>
            <a:chExt cx="2138083" cy="551329"/>
          </a:xfrm>
        </p:grpSpPr>
        <p:sp>
          <p:nvSpPr>
            <p:cNvPr id="24" name="Rectangle 23">
              <a:extLst>
                <a:ext uri="{FF2B5EF4-FFF2-40B4-BE49-F238E27FC236}">
                  <a16:creationId xmlns:a16="http://schemas.microsoft.com/office/drawing/2014/main" id="{DF29959C-992C-B3E3-8156-5004308D5A98}"/>
                </a:ext>
              </a:extLst>
            </p:cNvPr>
            <p:cNvSpPr/>
            <p:nvPr/>
          </p:nvSpPr>
          <p:spPr>
            <a:xfrm>
              <a:off x="1364876" y="4114800"/>
              <a:ext cx="1748118" cy="55132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Arrow: Left 24">
              <a:extLst>
                <a:ext uri="{FF2B5EF4-FFF2-40B4-BE49-F238E27FC236}">
                  <a16:creationId xmlns:a16="http://schemas.microsoft.com/office/drawing/2014/main" id="{91B86D61-3FEE-EB13-E0FC-DFFC713FF4AE}"/>
                </a:ext>
              </a:extLst>
            </p:cNvPr>
            <p:cNvSpPr/>
            <p:nvPr/>
          </p:nvSpPr>
          <p:spPr>
            <a:xfrm>
              <a:off x="3267541" y="4114800"/>
              <a:ext cx="235418" cy="182241"/>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2804087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64ED4A0-ACEB-4895-D8D1-402E31EDA771}"/>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7B93D89C-1C08-0D9D-D738-E5321EAF2E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BBB8237-6DD9-B535-ABFF-5CEA2E257253}"/>
              </a:ext>
            </a:extLst>
          </p:cNvPr>
          <p:cNvSpPr>
            <a:spLocks noGrp="1"/>
          </p:cNvSpPr>
          <p:nvPr>
            <p:ph type="title"/>
          </p:nvPr>
        </p:nvSpPr>
        <p:spPr>
          <a:xfrm>
            <a:off x="1391010" y="220020"/>
            <a:ext cx="10381003" cy="1070326"/>
          </a:xfrm>
        </p:spPr>
        <p:txBody>
          <a:bodyPr>
            <a:normAutofit/>
          </a:bodyPr>
          <a:lstStyle/>
          <a:p>
            <a:r>
              <a:rPr lang="en-US">
                <a:solidFill>
                  <a:schemeClr val="bg1"/>
                </a:solidFill>
              </a:rPr>
              <a:t>Metavariable-regex</a:t>
            </a:r>
          </a:p>
        </p:txBody>
      </p:sp>
      <p:sp>
        <p:nvSpPr>
          <p:cNvPr id="6" name="Freeform: Shape 9">
            <a:extLst>
              <a:ext uri="{FF2B5EF4-FFF2-40B4-BE49-F238E27FC236}">
                <a16:creationId xmlns:a16="http://schemas.microsoft.com/office/drawing/2014/main" id="{392223EE-F948-9345-9164-C9EBA14A86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B742F4F-C7B2-A8F9-3CBC-36C040B477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D51232C5-F499-4799-134E-93170FD0967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1434FB3E-ED22-36A5-86E8-2884D8D696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FE712106-AB0B-97B9-277A-D3F817566B4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FDED7661-311F-A9D4-AC22-714B6B8CF46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AE02BFC7-EA88-132A-418B-3790245802C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600E1357-5CAA-EB07-0673-4B084D89CFA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4711656A-7ED1-4704-16D5-B2EEDE9CBC8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247BD1D5-FC8D-1278-4CE3-373A7F4FB1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417603A4-741A-DEBA-9286-8FE86E29A9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6611E7E8-EA8E-A31C-69AE-45C1B1B4155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29197553-BDBF-7206-FCDE-54C47AB30AE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3051093F-CABB-3531-B7A7-BB83E110ED1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0AF89EF1-6B97-C989-E033-E7DBA57C83C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0876278A-1C52-9131-3B53-DEDEACB300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C46C1B84-8666-F08C-9F29-A7983EB273F8}"/>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7E4EFE49-A34F-6C7C-42BB-94ED483269C6}"/>
              </a:ext>
            </a:extLst>
          </p:cNvPr>
          <p:cNvSpPr>
            <a:spLocks noGrp="1"/>
          </p:cNvSpPr>
          <p:nvPr>
            <p:ph idx="1"/>
          </p:nvPr>
        </p:nvSpPr>
        <p:spPr>
          <a:xfrm>
            <a:off x="838200" y="1825625"/>
            <a:ext cx="10515600" cy="4351338"/>
          </a:xfrm>
        </p:spPr>
        <p:txBody>
          <a:bodyPr>
            <a:normAutofit/>
          </a:bodyPr>
          <a:lstStyle/>
          <a:p>
            <a:r>
              <a:rPr lang="en-US" u="sng">
                <a:solidFill>
                  <a:schemeClr val="bg1"/>
                </a:solidFill>
              </a:rPr>
              <a:t>Exercise</a:t>
            </a:r>
            <a:r>
              <a:rPr lang="en-US">
                <a:solidFill>
                  <a:schemeClr val="bg1"/>
                </a:solidFill>
              </a:rPr>
              <a:t> - (aka.ms/</a:t>
            </a:r>
            <a:r>
              <a:rPr lang="en-US" err="1">
                <a:solidFill>
                  <a:schemeClr val="bg1"/>
                </a:solidFill>
              </a:rPr>
              <a:t>semgrep</a:t>
            </a:r>
            <a:r>
              <a:rPr lang="en-US">
                <a:solidFill>
                  <a:schemeClr val="bg1"/>
                </a:solidFill>
              </a:rPr>
              <a:t>-exercises)</a:t>
            </a:r>
          </a:p>
          <a:p>
            <a:pPr lvl="1"/>
            <a:r>
              <a:rPr lang="en-US">
                <a:solidFill>
                  <a:schemeClr val="bg1"/>
                </a:solidFill>
                <a:hlinkClick r:id="rId4"/>
              </a:rPr>
              <a:t>https://github.com/django/django/blob/main/django/http/request.py</a:t>
            </a:r>
            <a:endParaRPr lang="en-US">
              <a:solidFill>
                <a:schemeClr val="bg1"/>
              </a:solidFill>
            </a:endParaRPr>
          </a:p>
          <a:p>
            <a:pPr lvl="1"/>
            <a:r>
              <a:rPr lang="en-US">
                <a:solidFill>
                  <a:schemeClr val="bg1"/>
                </a:solidFill>
              </a:rPr>
              <a:t>Using 1 rule, flag and return</a:t>
            </a:r>
          </a:p>
          <a:p>
            <a:pPr lvl="2"/>
            <a:r>
              <a:rPr lang="en-US">
                <a:solidFill>
                  <a:schemeClr val="bg1"/>
                </a:solidFill>
              </a:rPr>
              <a:t>All function names that begin with </a:t>
            </a:r>
            <a:r>
              <a:rPr lang="en-US" i="1" err="1">
                <a:solidFill>
                  <a:schemeClr val="accent5"/>
                </a:solidFill>
              </a:rPr>
              <a:t>get_full_path</a:t>
            </a:r>
            <a:endParaRPr lang="en-US" i="1">
              <a:solidFill>
                <a:schemeClr val="accent5"/>
              </a:solidFill>
            </a:endParaRPr>
          </a:p>
        </p:txBody>
      </p:sp>
    </p:spTree>
    <p:extLst>
      <p:ext uri="{BB962C8B-B14F-4D97-AF65-F5344CB8AC3E}">
        <p14:creationId xmlns:p14="http://schemas.microsoft.com/office/powerpoint/2010/main" val="211922367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0C4FB13-A38A-EFDA-AA2B-D322234CD09B}"/>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37A710AF-0B4E-7B8C-935F-C40002F89F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53FD151-4EE1-92F0-0AD1-3F9586A3DFA1}"/>
              </a:ext>
            </a:extLst>
          </p:cNvPr>
          <p:cNvSpPr>
            <a:spLocks noGrp="1"/>
          </p:cNvSpPr>
          <p:nvPr>
            <p:ph type="title"/>
          </p:nvPr>
        </p:nvSpPr>
        <p:spPr>
          <a:xfrm>
            <a:off x="1391010" y="220020"/>
            <a:ext cx="10381003" cy="1070326"/>
          </a:xfrm>
        </p:spPr>
        <p:txBody>
          <a:bodyPr>
            <a:normAutofit/>
          </a:bodyPr>
          <a:lstStyle/>
          <a:p>
            <a:r>
              <a:rPr lang="en-US">
                <a:solidFill>
                  <a:schemeClr val="bg1"/>
                </a:solidFill>
              </a:rPr>
              <a:t>Metavariable-regex</a:t>
            </a:r>
          </a:p>
        </p:txBody>
      </p:sp>
      <p:sp>
        <p:nvSpPr>
          <p:cNvPr id="6" name="Freeform: Shape 9">
            <a:extLst>
              <a:ext uri="{FF2B5EF4-FFF2-40B4-BE49-F238E27FC236}">
                <a16:creationId xmlns:a16="http://schemas.microsoft.com/office/drawing/2014/main" id="{DFB7C27B-7128-183B-6E83-B04334A364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5E2A778D-C730-EDDC-EBAC-8FF238F0DB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660DC5D4-EE5D-E0DB-4FA0-E0255DBE9DA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76DA2AEB-6EF6-11EF-2A82-90B7189566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6774EB6D-DEE3-4651-1C6B-8CA5A14D91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9E3DB32A-557F-FAA3-0E6A-604CF2B3F18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D1DDEFB3-8645-82AC-7BDA-56C00E61EC5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4F01AADB-F8B6-4D4C-8740-6837E1FE4E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8B669AED-FDB9-C407-25AC-5C7F223E222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8A2E594F-3B34-D5F2-AC23-72C5E04AB60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EF04DDBA-A1B5-FDE9-A0ED-260F0BC301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4E14A1DB-EF0A-2878-AD31-D5DBA5649E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8FE6A9E7-C1C4-8BB2-157D-E3CAE635289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0156B806-5286-E690-807B-8AE419671C7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60AA2223-AE3E-04AF-468B-1C9C61A1DA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DFF614CA-7C4C-5F69-B59F-37C5362EB6D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8431B922-A145-4EC4-8BC9-8D9281ECD936}"/>
              </a:ext>
            </a:extLst>
          </p:cNvPr>
          <p:cNvSpPr txBox="1"/>
          <p:nvPr/>
        </p:nvSpPr>
        <p:spPr>
          <a:xfrm>
            <a:off x="9543850" y="6308209"/>
            <a:ext cx="6096000" cy="369332"/>
          </a:xfrm>
          <a:prstGeom prst="rect">
            <a:avLst/>
          </a:prstGeom>
          <a:noFill/>
        </p:spPr>
        <p:txBody>
          <a:bodyPr wrap="square">
            <a:spAutoFit/>
          </a:bodyPr>
          <a:lstStyle/>
          <a:p>
            <a:r>
              <a:rPr lang="en-US">
                <a:hlinkClick r:id="rId3"/>
              </a:rPr>
              <a:t>Rule syntax | Semgrep</a:t>
            </a:r>
            <a:endParaRPr lang="en-US"/>
          </a:p>
        </p:txBody>
      </p:sp>
      <p:sp>
        <p:nvSpPr>
          <p:cNvPr id="4" name="Content Placeholder 4">
            <a:extLst>
              <a:ext uri="{FF2B5EF4-FFF2-40B4-BE49-F238E27FC236}">
                <a16:creationId xmlns:a16="http://schemas.microsoft.com/office/drawing/2014/main" id="{35A70CB7-A0F7-790E-CCC4-64EFFF5FA1D2}"/>
              </a:ext>
            </a:extLst>
          </p:cNvPr>
          <p:cNvSpPr>
            <a:spLocks noGrp="1"/>
          </p:cNvSpPr>
          <p:nvPr>
            <p:ph idx="1"/>
          </p:nvPr>
        </p:nvSpPr>
        <p:spPr>
          <a:xfrm>
            <a:off x="838200" y="1825625"/>
            <a:ext cx="10515600" cy="4351338"/>
          </a:xfrm>
        </p:spPr>
        <p:txBody>
          <a:bodyPr>
            <a:normAutofit/>
          </a:bodyPr>
          <a:lstStyle/>
          <a:p>
            <a:r>
              <a:rPr lang="en-US" u="sng">
                <a:solidFill>
                  <a:schemeClr val="bg1"/>
                </a:solidFill>
              </a:rPr>
              <a:t>Answer</a:t>
            </a:r>
            <a:endParaRPr lang="en-US">
              <a:solidFill>
                <a:schemeClr val="bg1"/>
              </a:solidFill>
            </a:endParaRPr>
          </a:p>
          <a:p>
            <a:pPr lvl="1"/>
            <a:r>
              <a:rPr lang="en-US">
                <a:solidFill>
                  <a:schemeClr val="bg1"/>
                </a:solidFill>
              </a:rPr>
              <a:t>Using 1 rule, flag and return all function names that begin with </a:t>
            </a:r>
            <a:r>
              <a:rPr lang="en-US" i="1" err="1">
                <a:solidFill>
                  <a:schemeClr val="accent5"/>
                </a:solidFill>
              </a:rPr>
              <a:t>get_full_path</a:t>
            </a:r>
            <a:endParaRPr lang="en-US" i="1">
              <a:solidFill>
                <a:schemeClr val="accent5"/>
              </a:solidFill>
            </a:endParaRPr>
          </a:p>
        </p:txBody>
      </p:sp>
      <p:pic>
        <p:nvPicPr>
          <p:cNvPr id="8" name="Picture 7">
            <a:extLst>
              <a:ext uri="{FF2B5EF4-FFF2-40B4-BE49-F238E27FC236}">
                <a16:creationId xmlns:a16="http://schemas.microsoft.com/office/drawing/2014/main" id="{8BB7A795-9C46-A643-DC89-3500F33AAA9B}"/>
              </a:ext>
            </a:extLst>
          </p:cNvPr>
          <p:cNvPicPr>
            <a:picLocks noChangeAspect="1"/>
          </p:cNvPicPr>
          <p:nvPr/>
        </p:nvPicPr>
        <p:blipFill>
          <a:blip r:embed="rId4"/>
          <a:stretch>
            <a:fillRect/>
          </a:stretch>
        </p:blipFill>
        <p:spPr>
          <a:xfrm>
            <a:off x="1606481" y="3250473"/>
            <a:ext cx="3298250" cy="1938666"/>
          </a:xfrm>
          <a:prstGeom prst="rect">
            <a:avLst/>
          </a:prstGeom>
        </p:spPr>
      </p:pic>
    </p:spTree>
    <p:extLst>
      <p:ext uri="{BB962C8B-B14F-4D97-AF65-F5344CB8AC3E}">
        <p14:creationId xmlns:p14="http://schemas.microsoft.com/office/powerpoint/2010/main" val="219307731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3677BAFB-3BD3-41BB-9107-FAE224AE21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E6823A9B-C188-42D4-847C-3AD928DB14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42784" y="253140"/>
            <a:ext cx="6184555" cy="6184555"/>
          </a:xfrm>
          <a:prstGeom prst="ellipse">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34B557F3-1A0C-4749-A6DB-EAC082DF3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24848" y="253140"/>
            <a:ext cx="6184555" cy="6184555"/>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3"/>
              </a:solidFill>
            </a:endParaRPr>
          </a:p>
        </p:txBody>
      </p:sp>
      <p:sp>
        <p:nvSpPr>
          <p:cNvPr id="14" name="Oval 13">
            <a:extLst>
              <a:ext uri="{FF2B5EF4-FFF2-40B4-BE49-F238E27FC236}">
                <a16:creationId xmlns:a16="http://schemas.microsoft.com/office/drawing/2014/main" id="{55D55AA6-3751-494F-868A-DCEDC5CE82B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03723" y="136525"/>
            <a:ext cx="6184555" cy="6184555"/>
          </a:xfrm>
          <a:prstGeom prst="ellipse">
            <a:avLst/>
          </a:pr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FA7779B-5AF1-F721-6EE7-800C8BD4F1E1}"/>
              </a:ext>
            </a:extLst>
          </p:cNvPr>
          <p:cNvSpPr>
            <a:spLocks noGrp="1"/>
          </p:cNvSpPr>
          <p:nvPr>
            <p:ph type="title"/>
          </p:nvPr>
        </p:nvSpPr>
        <p:spPr>
          <a:xfrm>
            <a:off x="3581400" y="965580"/>
            <a:ext cx="5204489" cy="3160593"/>
          </a:xfrm>
        </p:spPr>
        <p:txBody>
          <a:bodyPr vert="horz" lIns="91440" tIns="45720" rIns="91440" bIns="45720" rtlCol="0" anchor="b">
            <a:normAutofit/>
          </a:bodyPr>
          <a:lstStyle/>
          <a:p>
            <a:pPr algn="ctr"/>
            <a:r>
              <a:rPr lang="en-US" sz="5400" kern="1200">
                <a:solidFill>
                  <a:schemeClr val="bg1"/>
                </a:solidFill>
                <a:latin typeface="+mj-lt"/>
                <a:ea typeface="+mj-ea"/>
                <a:cs typeface="+mj-cs"/>
              </a:rPr>
              <a:t>Advanced Semgrep Features </a:t>
            </a:r>
          </a:p>
        </p:txBody>
      </p:sp>
      <p:sp>
        <p:nvSpPr>
          <p:cNvPr id="3" name="Text Placeholder 2">
            <a:extLst>
              <a:ext uri="{FF2B5EF4-FFF2-40B4-BE49-F238E27FC236}">
                <a16:creationId xmlns:a16="http://schemas.microsoft.com/office/drawing/2014/main" id="{FE68E5EE-B015-6ACB-EFF5-F361A44C0CF4}"/>
              </a:ext>
            </a:extLst>
          </p:cNvPr>
          <p:cNvSpPr>
            <a:spLocks noGrp="1"/>
          </p:cNvSpPr>
          <p:nvPr>
            <p:ph type="body" idx="1"/>
          </p:nvPr>
        </p:nvSpPr>
        <p:spPr>
          <a:xfrm>
            <a:off x="3820817" y="4409960"/>
            <a:ext cx="4508641" cy="1116414"/>
          </a:xfrm>
        </p:spPr>
        <p:txBody>
          <a:bodyPr vert="horz" lIns="91440" tIns="45720" rIns="91440" bIns="45720" rtlCol="0">
            <a:normAutofit/>
          </a:bodyPr>
          <a:lstStyle/>
          <a:p>
            <a:pPr algn="ctr"/>
            <a:r>
              <a:rPr lang="en-US" sz="2000" kern="1200">
                <a:solidFill>
                  <a:schemeClr val="bg1"/>
                </a:solidFill>
                <a:latin typeface="+mn-lt"/>
                <a:ea typeface="+mn-ea"/>
                <a:cs typeface="+mn-cs"/>
              </a:rPr>
              <a:t>MODULE 4</a:t>
            </a:r>
          </a:p>
        </p:txBody>
      </p:sp>
      <p:sp>
        <p:nvSpPr>
          <p:cNvPr id="16" name="Graphic 212">
            <a:extLst>
              <a:ext uri="{FF2B5EF4-FFF2-40B4-BE49-F238E27FC236}">
                <a16:creationId xmlns:a16="http://schemas.microsoft.com/office/drawing/2014/main" id="{4D4C00DC-4DC6-4CD2-9E31-F17E6CEBC5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8" name="Graphic 212">
            <a:extLst>
              <a:ext uri="{FF2B5EF4-FFF2-40B4-BE49-F238E27FC236}">
                <a16:creationId xmlns:a16="http://schemas.microsoft.com/office/drawing/2014/main" id="{D82AB1B2-7970-42CF-8BF5-567C69E9FF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nvGrpSpPr>
          <p:cNvPr id="20" name="Graphic 190">
            <a:extLst>
              <a:ext uri="{FF2B5EF4-FFF2-40B4-BE49-F238E27FC236}">
                <a16:creationId xmlns:a16="http://schemas.microsoft.com/office/drawing/2014/main" id="{66FB5A75-BDE2-4F12-A95B-C48788A7685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80947" y="1755501"/>
            <a:ext cx="1598829" cy="531293"/>
            <a:chOff x="2504802" y="1755501"/>
            <a:chExt cx="1598829" cy="531293"/>
          </a:xfrm>
          <a:solidFill>
            <a:schemeClr val="bg1"/>
          </a:solidFill>
        </p:grpSpPr>
        <p:sp>
          <p:nvSpPr>
            <p:cNvPr id="21" name="Freeform: Shape 20">
              <a:extLst>
                <a:ext uri="{FF2B5EF4-FFF2-40B4-BE49-F238E27FC236}">
                  <a16:creationId xmlns:a16="http://schemas.microsoft.com/office/drawing/2014/main" id="{DC86CBC8-A814-4C0C-A287-7C549693D2E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2113855"/>
              <a:ext cx="1598614" cy="172939"/>
            </a:xfrm>
            <a:custGeom>
              <a:avLst/>
              <a:gdLst>
                <a:gd name="connsiteX0" fmla="*/ 1248648 w 1598614"/>
                <a:gd name="connsiteY0" fmla="*/ 172939 h 172939"/>
                <a:gd name="connsiteX1" fmla="*/ 1123031 w 1598614"/>
                <a:gd name="connsiteY1" fmla="*/ 92708 h 172939"/>
                <a:gd name="connsiteX2" fmla="*/ 1024085 w 1598614"/>
                <a:gd name="connsiteY2" fmla="*/ 29469 h 172939"/>
                <a:gd name="connsiteX3" fmla="*/ 925140 w 1598614"/>
                <a:gd name="connsiteY3" fmla="*/ 92708 h 172939"/>
                <a:gd name="connsiteX4" fmla="*/ 799522 w 1598614"/>
                <a:gd name="connsiteY4" fmla="*/ 172939 h 172939"/>
                <a:gd name="connsiteX5" fmla="*/ 799522 w 1598614"/>
                <a:gd name="connsiteY5" fmla="*/ 172939 h 172939"/>
                <a:gd name="connsiteX6" fmla="*/ 673905 w 1598614"/>
                <a:gd name="connsiteY6" fmla="*/ 92708 h 172939"/>
                <a:gd name="connsiteX7" fmla="*/ 574959 w 1598614"/>
                <a:gd name="connsiteY7" fmla="*/ 29469 h 172939"/>
                <a:gd name="connsiteX8" fmla="*/ 476014 w 1598614"/>
                <a:gd name="connsiteY8" fmla="*/ 92708 h 172939"/>
                <a:gd name="connsiteX9" fmla="*/ 350396 w 1598614"/>
                <a:gd name="connsiteY9" fmla="*/ 172939 h 172939"/>
                <a:gd name="connsiteX10" fmla="*/ 224778 w 1598614"/>
                <a:gd name="connsiteY10" fmla="*/ 92708 h 172939"/>
                <a:gd name="connsiteX11" fmla="*/ 125833 w 1598614"/>
                <a:gd name="connsiteY11" fmla="*/ 29469 h 172939"/>
                <a:gd name="connsiteX12" fmla="*/ 26887 w 1598614"/>
                <a:gd name="connsiteY12" fmla="*/ 92708 h 172939"/>
                <a:gd name="connsiteX13" fmla="*/ 0 w 1598614"/>
                <a:gd name="connsiteY13" fmla="*/ 80232 h 172939"/>
                <a:gd name="connsiteX14" fmla="*/ 125618 w 1598614"/>
                <a:gd name="connsiteY14" fmla="*/ 0 h 172939"/>
                <a:gd name="connsiteX15" fmla="*/ 251235 w 1598614"/>
                <a:gd name="connsiteY15" fmla="*/ 80232 h 172939"/>
                <a:gd name="connsiteX16" fmla="*/ 350181 w 1598614"/>
                <a:gd name="connsiteY16" fmla="*/ 143471 h 172939"/>
                <a:gd name="connsiteX17" fmla="*/ 449126 w 1598614"/>
                <a:gd name="connsiteY17" fmla="*/ 80232 h 172939"/>
                <a:gd name="connsiteX18" fmla="*/ 574744 w 1598614"/>
                <a:gd name="connsiteY18" fmla="*/ 0 h 172939"/>
                <a:gd name="connsiteX19" fmla="*/ 700362 w 1598614"/>
                <a:gd name="connsiteY19" fmla="*/ 80232 h 172939"/>
                <a:gd name="connsiteX20" fmla="*/ 799307 w 1598614"/>
                <a:gd name="connsiteY20" fmla="*/ 143471 h 172939"/>
                <a:gd name="connsiteX21" fmla="*/ 799307 w 1598614"/>
                <a:gd name="connsiteY21" fmla="*/ 143471 h 172939"/>
                <a:gd name="connsiteX22" fmla="*/ 898253 w 1598614"/>
                <a:gd name="connsiteY22" fmla="*/ 80232 h 172939"/>
                <a:gd name="connsiteX23" fmla="*/ 1023870 w 1598614"/>
                <a:gd name="connsiteY23" fmla="*/ 0 h 172939"/>
                <a:gd name="connsiteX24" fmla="*/ 1149488 w 1598614"/>
                <a:gd name="connsiteY24" fmla="*/ 80232 h 172939"/>
                <a:gd name="connsiteX25" fmla="*/ 1248433 w 1598614"/>
                <a:gd name="connsiteY25" fmla="*/ 143471 h 172939"/>
                <a:gd name="connsiteX26" fmla="*/ 1347379 w 1598614"/>
                <a:gd name="connsiteY26" fmla="*/ 80232 h 172939"/>
                <a:gd name="connsiteX27" fmla="*/ 1472997 w 1598614"/>
                <a:gd name="connsiteY27" fmla="*/ 0 h 172939"/>
                <a:gd name="connsiteX28" fmla="*/ 1598614 w 1598614"/>
                <a:gd name="connsiteY28" fmla="*/ 80232 h 172939"/>
                <a:gd name="connsiteX29" fmla="*/ 1571942 w 1598614"/>
                <a:gd name="connsiteY29" fmla="*/ 92708 h 172939"/>
                <a:gd name="connsiteX30" fmla="*/ 1472997 w 1598614"/>
                <a:gd name="connsiteY30" fmla="*/ 29469 h 172939"/>
                <a:gd name="connsiteX31" fmla="*/ 1374051 w 1598614"/>
                <a:gd name="connsiteY31" fmla="*/ 92708 h 172939"/>
                <a:gd name="connsiteX32" fmla="*/ 1248648 w 1598614"/>
                <a:gd name="connsiteY32" fmla="*/ 172939 h 1729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614" h="172939">
                  <a:moveTo>
                    <a:pt x="1248648" y="172939"/>
                  </a:moveTo>
                  <a:cubicBezTo>
                    <a:pt x="1194229" y="172939"/>
                    <a:pt x="1146046" y="142180"/>
                    <a:pt x="1123031" y="92708"/>
                  </a:cubicBezTo>
                  <a:cubicBezTo>
                    <a:pt x="1104962" y="53775"/>
                    <a:pt x="1067105" y="29469"/>
                    <a:pt x="1024085" y="29469"/>
                  </a:cubicBezTo>
                  <a:cubicBezTo>
                    <a:pt x="981066" y="29469"/>
                    <a:pt x="943208" y="53775"/>
                    <a:pt x="925140" y="92708"/>
                  </a:cubicBezTo>
                  <a:cubicBezTo>
                    <a:pt x="902124" y="142180"/>
                    <a:pt x="853942" y="172939"/>
                    <a:pt x="799522" y="172939"/>
                  </a:cubicBezTo>
                  <a:cubicBezTo>
                    <a:pt x="799522" y="172939"/>
                    <a:pt x="799522" y="172939"/>
                    <a:pt x="799522" y="172939"/>
                  </a:cubicBezTo>
                  <a:cubicBezTo>
                    <a:pt x="744887" y="172939"/>
                    <a:pt x="696920" y="142180"/>
                    <a:pt x="673905" y="92708"/>
                  </a:cubicBezTo>
                  <a:cubicBezTo>
                    <a:pt x="655836" y="53775"/>
                    <a:pt x="617979" y="29469"/>
                    <a:pt x="574959" y="29469"/>
                  </a:cubicBezTo>
                  <a:cubicBezTo>
                    <a:pt x="531939" y="29469"/>
                    <a:pt x="494082" y="53775"/>
                    <a:pt x="476014" y="92708"/>
                  </a:cubicBezTo>
                  <a:cubicBezTo>
                    <a:pt x="452998" y="142180"/>
                    <a:pt x="405031" y="172939"/>
                    <a:pt x="350396" y="172939"/>
                  </a:cubicBezTo>
                  <a:cubicBezTo>
                    <a:pt x="295976" y="172939"/>
                    <a:pt x="247794" y="142180"/>
                    <a:pt x="224778" y="92708"/>
                  </a:cubicBezTo>
                  <a:cubicBezTo>
                    <a:pt x="206710" y="53775"/>
                    <a:pt x="168853" y="29469"/>
                    <a:pt x="125833" y="29469"/>
                  </a:cubicBezTo>
                  <a:cubicBezTo>
                    <a:pt x="82813" y="29469"/>
                    <a:pt x="44956" y="53775"/>
                    <a:pt x="26887" y="92708"/>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268" y="30759"/>
                    <a:pt x="969235" y="0"/>
                    <a:pt x="1023870" y="0"/>
                  </a:cubicBezTo>
                  <a:cubicBezTo>
                    <a:pt x="1078505" y="0"/>
                    <a:pt x="1126472" y="30759"/>
                    <a:pt x="1149488" y="80232"/>
                  </a:cubicBezTo>
                  <a:cubicBezTo>
                    <a:pt x="1167556" y="119165"/>
                    <a:pt x="1205414" y="143471"/>
                    <a:pt x="1248433" y="143471"/>
                  </a:cubicBezTo>
                  <a:cubicBezTo>
                    <a:pt x="1291453" y="143471"/>
                    <a:pt x="1329311" y="119165"/>
                    <a:pt x="1347379" y="80232"/>
                  </a:cubicBezTo>
                  <a:cubicBezTo>
                    <a:pt x="1370394" y="30759"/>
                    <a:pt x="1418361" y="0"/>
                    <a:pt x="1472997" y="0"/>
                  </a:cubicBezTo>
                  <a:cubicBezTo>
                    <a:pt x="1527632" y="0"/>
                    <a:pt x="1575814" y="30759"/>
                    <a:pt x="1598614" y="80232"/>
                  </a:cubicBezTo>
                  <a:lnTo>
                    <a:pt x="1571942" y="92708"/>
                  </a:lnTo>
                  <a:cubicBezTo>
                    <a:pt x="1553874" y="53775"/>
                    <a:pt x="1515801" y="29469"/>
                    <a:pt x="1472997" y="29469"/>
                  </a:cubicBezTo>
                  <a:cubicBezTo>
                    <a:pt x="1429977" y="29469"/>
                    <a:pt x="1392119" y="53775"/>
                    <a:pt x="1374051" y="92708"/>
                  </a:cubicBezTo>
                  <a:cubicBezTo>
                    <a:pt x="1351251" y="142180"/>
                    <a:pt x="1303069" y="172939"/>
                    <a:pt x="1248648" y="172939"/>
                  </a:cubicBezTo>
                  <a:close/>
                </a:path>
              </a:pathLst>
            </a:custGeom>
            <a:grpFill/>
            <a:ln w="21496" cap="flat">
              <a:no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6AA52F4F-14E6-402F-A196-668B9CA9BC6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1755501"/>
              <a:ext cx="1598829" cy="172724"/>
            </a:xfrm>
            <a:custGeom>
              <a:avLst/>
              <a:gdLst>
                <a:gd name="connsiteX0" fmla="*/ 1248648 w 1598829"/>
                <a:gd name="connsiteY0" fmla="*/ 172724 h 172724"/>
                <a:gd name="connsiteX1" fmla="*/ 1123031 w 1598829"/>
                <a:gd name="connsiteY1" fmla="*/ 92492 h 172724"/>
                <a:gd name="connsiteX2" fmla="*/ 1024085 w 1598829"/>
                <a:gd name="connsiteY2" fmla="*/ 29253 h 172724"/>
                <a:gd name="connsiteX3" fmla="*/ 925140 w 1598829"/>
                <a:gd name="connsiteY3" fmla="*/ 92492 h 172724"/>
                <a:gd name="connsiteX4" fmla="*/ 799522 w 1598829"/>
                <a:gd name="connsiteY4" fmla="*/ 172724 h 172724"/>
                <a:gd name="connsiteX5" fmla="*/ 799522 w 1598829"/>
                <a:gd name="connsiteY5" fmla="*/ 172724 h 172724"/>
                <a:gd name="connsiteX6" fmla="*/ 673905 w 1598829"/>
                <a:gd name="connsiteY6" fmla="*/ 92492 h 172724"/>
                <a:gd name="connsiteX7" fmla="*/ 574959 w 1598829"/>
                <a:gd name="connsiteY7" fmla="*/ 29253 h 172724"/>
                <a:gd name="connsiteX8" fmla="*/ 476014 w 1598829"/>
                <a:gd name="connsiteY8" fmla="*/ 92492 h 172724"/>
                <a:gd name="connsiteX9" fmla="*/ 350396 w 1598829"/>
                <a:gd name="connsiteY9" fmla="*/ 172724 h 172724"/>
                <a:gd name="connsiteX10" fmla="*/ 224778 w 1598829"/>
                <a:gd name="connsiteY10" fmla="*/ 92492 h 172724"/>
                <a:gd name="connsiteX11" fmla="*/ 125833 w 1598829"/>
                <a:gd name="connsiteY11" fmla="*/ 29253 h 172724"/>
                <a:gd name="connsiteX12" fmla="*/ 26887 w 1598829"/>
                <a:gd name="connsiteY12" fmla="*/ 92492 h 172724"/>
                <a:gd name="connsiteX13" fmla="*/ 0 w 1598829"/>
                <a:gd name="connsiteY13" fmla="*/ 80232 h 172724"/>
                <a:gd name="connsiteX14" fmla="*/ 125618 w 1598829"/>
                <a:gd name="connsiteY14" fmla="*/ 0 h 172724"/>
                <a:gd name="connsiteX15" fmla="*/ 251235 w 1598829"/>
                <a:gd name="connsiteY15" fmla="*/ 80232 h 172724"/>
                <a:gd name="connsiteX16" fmla="*/ 350181 w 1598829"/>
                <a:gd name="connsiteY16" fmla="*/ 143471 h 172724"/>
                <a:gd name="connsiteX17" fmla="*/ 449126 w 1598829"/>
                <a:gd name="connsiteY17" fmla="*/ 80232 h 172724"/>
                <a:gd name="connsiteX18" fmla="*/ 574744 w 1598829"/>
                <a:gd name="connsiteY18" fmla="*/ 0 h 172724"/>
                <a:gd name="connsiteX19" fmla="*/ 700362 w 1598829"/>
                <a:gd name="connsiteY19" fmla="*/ 80232 h 172724"/>
                <a:gd name="connsiteX20" fmla="*/ 799307 w 1598829"/>
                <a:gd name="connsiteY20" fmla="*/ 143471 h 172724"/>
                <a:gd name="connsiteX21" fmla="*/ 799307 w 1598829"/>
                <a:gd name="connsiteY21" fmla="*/ 143471 h 172724"/>
                <a:gd name="connsiteX22" fmla="*/ 898253 w 1598829"/>
                <a:gd name="connsiteY22" fmla="*/ 80232 h 172724"/>
                <a:gd name="connsiteX23" fmla="*/ 1024085 w 1598829"/>
                <a:gd name="connsiteY23" fmla="*/ 0 h 172724"/>
                <a:gd name="connsiteX24" fmla="*/ 1149703 w 1598829"/>
                <a:gd name="connsiteY24" fmla="*/ 80232 h 172724"/>
                <a:gd name="connsiteX25" fmla="*/ 1248648 w 1598829"/>
                <a:gd name="connsiteY25" fmla="*/ 143471 h 172724"/>
                <a:gd name="connsiteX26" fmla="*/ 1347594 w 1598829"/>
                <a:gd name="connsiteY26" fmla="*/ 80232 h 172724"/>
                <a:gd name="connsiteX27" fmla="*/ 1473212 w 1598829"/>
                <a:gd name="connsiteY27" fmla="*/ 0 h 172724"/>
                <a:gd name="connsiteX28" fmla="*/ 1598829 w 1598829"/>
                <a:gd name="connsiteY28" fmla="*/ 80232 h 172724"/>
                <a:gd name="connsiteX29" fmla="*/ 1572157 w 1598829"/>
                <a:gd name="connsiteY29" fmla="*/ 92492 h 172724"/>
                <a:gd name="connsiteX30" fmla="*/ 1473212 w 1598829"/>
                <a:gd name="connsiteY30" fmla="*/ 29253 h 172724"/>
                <a:gd name="connsiteX31" fmla="*/ 1374266 w 1598829"/>
                <a:gd name="connsiteY31" fmla="*/ 92492 h 172724"/>
                <a:gd name="connsiteX32" fmla="*/ 1248648 w 1598829"/>
                <a:gd name="connsiteY32" fmla="*/ 172724 h 1727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829" h="172724">
                  <a:moveTo>
                    <a:pt x="1248648" y="172724"/>
                  </a:moveTo>
                  <a:cubicBezTo>
                    <a:pt x="1194229" y="172724"/>
                    <a:pt x="1146046" y="141965"/>
                    <a:pt x="1123031" y="92492"/>
                  </a:cubicBezTo>
                  <a:cubicBezTo>
                    <a:pt x="1104962" y="53560"/>
                    <a:pt x="1067105" y="29253"/>
                    <a:pt x="1024085" y="29253"/>
                  </a:cubicBezTo>
                  <a:cubicBezTo>
                    <a:pt x="981066" y="29253"/>
                    <a:pt x="943208" y="53560"/>
                    <a:pt x="925140" y="92492"/>
                  </a:cubicBezTo>
                  <a:cubicBezTo>
                    <a:pt x="902124" y="141965"/>
                    <a:pt x="853942" y="172724"/>
                    <a:pt x="799522" y="172724"/>
                  </a:cubicBezTo>
                  <a:cubicBezTo>
                    <a:pt x="799522" y="172724"/>
                    <a:pt x="799522" y="172724"/>
                    <a:pt x="799522" y="172724"/>
                  </a:cubicBezTo>
                  <a:cubicBezTo>
                    <a:pt x="744887" y="172724"/>
                    <a:pt x="696920" y="141965"/>
                    <a:pt x="673905" y="92492"/>
                  </a:cubicBezTo>
                  <a:cubicBezTo>
                    <a:pt x="655836" y="53560"/>
                    <a:pt x="617979" y="29253"/>
                    <a:pt x="574959" y="29253"/>
                  </a:cubicBezTo>
                  <a:cubicBezTo>
                    <a:pt x="531939" y="29253"/>
                    <a:pt x="494082" y="53560"/>
                    <a:pt x="476014" y="92492"/>
                  </a:cubicBezTo>
                  <a:cubicBezTo>
                    <a:pt x="452998" y="141965"/>
                    <a:pt x="405031" y="172724"/>
                    <a:pt x="350396" y="172724"/>
                  </a:cubicBezTo>
                  <a:cubicBezTo>
                    <a:pt x="295976" y="172724"/>
                    <a:pt x="247794" y="141965"/>
                    <a:pt x="224778" y="92492"/>
                  </a:cubicBezTo>
                  <a:cubicBezTo>
                    <a:pt x="206710" y="53560"/>
                    <a:pt x="168853" y="29253"/>
                    <a:pt x="125833" y="29253"/>
                  </a:cubicBezTo>
                  <a:cubicBezTo>
                    <a:pt x="82813" y="29253"/>
                    <a:pt x="44956" y="53560"/>
                    <a:pt x="26887" y="92492"/>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483" y="30759"/>
                    <a:pt x="969450" y="0"/>
                    <a:pt x="1024085" y="0"/>
                  </a:cubicBezTo>
                  <a:cubicBezTo>
                    <a:pt x="1078720" y="0"/>
                    <a:pt x="1126688" y="30759"/>
                    <a:pt x="1149703" y="80232"/>
                  </a:cubicBezTo>
                  <a:cubicBezTo>
                    <a:pt x="1167771" y="119165"/>
                    <a:pt x="1205629" y="143471"/>
                    <a:pt x="1248648" y="143471"/>
                  </a:cubicBezTo>
                  <a:cubicBezTo>
                    <a:pt x="1291668" y="143471"/>
                    <a:pt x="1329526" y="119165"/>
                    <a:pt x="1347594" y="80232"/>
                  </a:cubicBezTo>
                  <a:cubicBezTo>
                    <a:pt x="1370610" y="30759"/>
                    <a:pt x="1418792" y="0"/>
                    <a:pt x="1473212" y="0"/>
                  </a:cubicBezTo>
                  <a:cubicBezTo>
                    <a:pt x="1527847" y="0"/>
                    <a:pt x="1576029" y="30759"/>
                    <a:pt x="1598829" y="80232"/>
                  </a:cubicBezTo>
                  <a:lnTo>
                    <a:pt x="1572157" y="92492"/>
                  </a:lnTo>
                  <a:cubicBezTo>
                    <a:pt x="1554089" y="53560"/>
                    <a:pt x="1516016" y="29253"/>
                    <a:pt x="1473212" y="29253"/>
                  </a:cubicBezTo>
                  <a:cubicBezTo>
                    <a:pt x="1430192" y="29253"/>
                    <a:pt x="1392335" y="53560"/>
                    <a:pt x="1374266" y="92492"/>
                  </a:cubicBezTo>
                  <a:cubicBezTo>
                    <a:pt x="1351251" y="141965"/>
                    <a:pt x="1303069" y="172724"/>
                    <a:pt x="1248648" y="172724"/>
                  </a:cubicBezTo>
                  <a:close/>
                </a:path>
              </a:pathLst>
            </a:custGeom>
            <a:grpFill/>
            <a:ln w="21496" cap="flat">
              <a:noFill/>
              <a:prstDash val="solid"/>
              <a:miter/>
            </a:ln>
          </p:spPr>
          <p:txBody>
            <a:bodyPr rtlCol="0" anchor="ctr"/>
            <a:lstStyle/>
            <a:p>
              <a:endParaRPr lang="en-US"/>
            </a:p>
          </p:txBody>
        </p:sp>
      </p:grpSp>
      <p:sp>
        <p:nvSpPr>
          <p:cNvPr id="24" name="Oval 23">
            <a:extLst>
              <a:ext uri="{FF2B5EF4-FFF2-40B4-BE49-F238E27FC236}">
                <a16:creationId xmlns:a16="http://schemas.microsoft.com/office/drawing/2014/main" id="{C10FB9CA-E7FA-462C-B537-F1224ED1ACF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6" name="Oval 25">
            <a:extLst>
              <a:ext uri="{FF2B5EF4-FFF2-40B4-BE49-F238E27FC236}">
                <a16:creationId xmlns:a16="http://schemas.microsoft.com/office/drawing/2014/main" id="{D8469AE7-A75B-4F37-850B-EF5974ABED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28" name="Graphic 4">
            <a:extLst>
              <a:ext uri="{FF2B5EF4-FFF2-40B4-BE49-F238E27FC236}">
                <a16:creationId xmlns:a16="http://schemas.microsoft.com/office/drawing/2014/main" id="{63301095-70B2-49AA-8DA9-A35629AD621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8597506" y="4175798"/>
            <a:ext cx="1861486" cy="1861665"/>
            <a:chOff x="5734053" y="3067000"/>
            <a:chExt cx="724484" cy="724549"/>
          </a:xfrm>
          <a:solidFill>
            <a:schemeClr val="bg1"/>
          </a:solidFill>
        </p:grpSpPr>
        <p:sp>
          <p:nvSpPr>
            <p:cNvPr id="29" name="Freeform: Shape 28">
              <a:extLst>
                <a:ext uri="{FF2B5EF4-FFF2-40B4-BE49-F238E27FC236}">
                  <a16:creationId xmlns:a16="http://schemas.microsoft.com/office/drawing/2014/main" id="{D218E08C-0BEA-45C2-8C09-4141DDDA001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067000"/>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232F6090-14E0-44C6-B9FC-C91047BCDC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FDB9402B-335C-4892-9E7C-C400E95BE0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E7A4371D-4448-409A-93F3-0C92E3EBDCF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780149CB-4B8F-4FD1-AC5E-25670C9EA0A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92D49A1A-35B0-4620-9D1E-A782A0E978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AFF46F08-B1E4-44C1-BD4A-4191D6EAD9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6" name="Freeform: Shape 35">
              <a:extLst>
                <a:ext uri="{FF2B5EF4-FFF2-40B4-BE49-F238E27FC236}">
                  <a16:creationId xmlns:a16="http://schemas.microsoft.com/office/drawing/2014/main" id="{8DB16610-3D81-4E5C-850D-5D1245C0DC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26244"/>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7" name="Freeform: Shape 36">
              <a:extLst>
                <a:ext uri="{FF2B5EF4-FFF2-40B4-BE49-F238E27FC236}">
                  <a16:creationId xmlns:a16="http://schemas.microsoft.com/office/drawing/2014/main" id="{E05501B2-83AC-4299-BE5A-8CA16B4089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26242"/>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8" name="Freeform: Shape 37">
              <a:extLst>
                <a:ext uri="{FF2B5EF4-FFF2-40B4-BE49-F238E27FC236}">
                  <a16:creationId xmlns:a16="http://schemas.microsoft.com/office/drawing/2014/main" id="{07CF1B90-3B3A-403E-A94F-8B82945D07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9" name="Freeform: Shape 38">
              <a:extLst>
                <a:ext uri="{FF2B5EF4-FFF2-40B4-BE49-F238E27FC236}">
                  <a16:creationId xmlns:a16="http://schemas.microsoft.com/office/drawing/2014/main" id="{56A1CBA9-4AC1-4C42-9429-3FF31DF282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0" name="Freeform: Shape 39">
              <a:extLst>
                <a:ext uri="{FF2B5EF4-FFF2-40B4-BE49-F238E27FC236}">
                  <a16:creationId xmlns:a16="http://schemas.microsoft.com/office/drawing/2014/main" id="{21318D9B-FD39-402A-ADFA-0E6CC789A7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1" name="Freeform: Shape 40">
              <a:extLst>
                <a:ext uri="{FF2B5EF4-FFF2-40B4-BE49-F238E27FC236}">
                  <a16:creationId xmlns:a16="http://schemas.microsoft.com/office/drawing/2014/main" id="{333FB08F-B346-47C0-A7CD-1DE53E6C0D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126244"/>
              <a:ext cx="14097" cy="14097"/>
            </a:xfrm>
            <a:custGeom>
              <a:avLst/>
              <a:gdLst>
                <a:gd name="connsiteX0" fmla="*/ 14097 w 14097"/>
                <a:gd name="connsiteY0" fmla="*/ 7049 h 14097"/>
                <a:gd name="connsiteX1" fmla="*/ 7048 w 14097"/>
                <a:gd name="connsiteY1" fmla="*/ 14097 h 14097"/>
                <a:gd name="connsiteX2" fmla="*/ 0 w 14097"/>
                <a:gd name="connsiteY2" fmla="*/ 7049 h 14097"/>
                <a:gd name="connsiteX3" fmla="*/ 7048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42" name="Freeform: Shape 41">
              <a:extLst>
                <a:ext uri="{FF2B5EF4-FFF2-40B4-BE49-F238E27FC236}">
                  <a16:creationId xmlns:a16="http://schemas.microsoft.com/office/drawing/2014/main" id="{893AD6F2-6408-4A8E-9749-CB7388EF3D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3" name="Freeform: Shape 42">
              <a:extLst>
                <a:ext uri="{FF2B5EF4-FFF2-40B4-BE49-F238E27FC236}">
                  <a16:creationId xmlns:a16="http://schemas.microsoft.com/office/drawing/2014/main" id="{715D9D2F-1568-4BE3-A54A-69F52492B0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85393"/>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9AB547A7-0D80-491F-98B4-C6B7CC4FC4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7E2693CD-DAF5-4B26-9A2F-17673BF318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A96EEE12-952A-4693-B161-D7071D6010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F4228DCC-1611-4BDC-90AA-231F67EB11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A163C3C-D3DF-461F-B6A8-90C7C227D1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4D021D29-2980-41C3-AB83-DA93C105BCE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AC09C1FA-1A9D-49A7-9D73-8B777140A30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244637"/>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1" name="Freeform: Shape 50">
              <a:extLst>
                <a:ext uri="{FF2B5EF4-FFF2-40B4-BE49-F238E27FC236}">
                  <a16:creationId xmlns:a16="http://schemas.microsoft.com/office/drawing/2014/main" id="{0B8D8CD4-7B9B-48A5-BC59-0CB859354F7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24463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2" name="Freeform: Shape 51">
              <a:extLst>
                <a:ext uri="{FF2B5EF4-FFF2-40B4-BE49-F238E27FC236}">
                  <a16:creationId xmlns:a16="http://schemas.microsoft.com/office/drawing/2014/main" id="{224D0A27-A8B0-4020-9399-24127726E6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3" name="Freeform: Shape 52">
              <a:extLst>
                <a:ext uri="{FF2B5EF4-FFF2-40B4-BE49-F238E27FC236}">
                  <a16:creationId xmlns:a16="http://schemas.microsoft.com/office/drawing/2014/main" id="{168E8EBA-9F8C-4650-B9BE-38A0A56BCF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4" name="Freeform: Shape 53">
              <a:extLst>
                <a:ext uri="{FF2B5EF4-FFF2-40B4-BE49-F238E27FC236}">
                  <a16:creationId xmlns:a16="http://schemas.microsoft.com/office/drawing/2014/main" id="{6A460BB3-2605-4AA2-AE1D-B9FB61EBF2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5" name="Freeform: Shape 54">
              <a:extLst>
                <a:ext uri="{FF2B5EF4-FFF2-40B4-BE49-F238E27FC236}">
                  <a16:creationId xmlns:a16="http://schemas.microsoft.com/office/drawing/2014/main" id="{1E2E38EE-DBBE-4CC1-9498-E7193E1B28B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244637"/>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6" name="Freeform: Shape 55">
              <a:extLst>
                <a:ext uri="{FF2B5EF4-FFF2-40B4-BE49-F238E27FC236}">
                  <a16:creationId xmlns:a16="http://schemas.microsoft.com/office/drawing/2014/main" id="{BF191D5C-7D2A-4408-A8F2-389D2360F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08F7193B-B379-4921-9F17-1841D50611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03786"/>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8" name="Freeform: Shape 57">
              <a:extLst>
                <a:ext uri="{FF2B5EF4-FFF2-40B4-BE49-F238E27FC236}">
                  <a16:creationId xmlns:a16="http://schemas.microsoft.com/office/drawing/2014/main" id="{B4C5E53C-6003-4F74-B1CA-C7EA1E49930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9" name="Freeform: Shape 58">
              <a:extLst>
                <a:ext uri="{FF2B5EF4-FFF2-40B4-BE49-F238E27FC236}">
                  <a16:creationId xmlns:a16="http://schemas.microsoft.com/office/drawing/2014/main" id="{CB97B2B1-1CF5-46A5-940D-AB8F57F590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0" name="Freeform: Shape 59">
              <a:extLst>
                <a:ext uri="{FF2B5EF4-FFF2-40B4-BE49-F238E27FC236}">
                  <a16:creationId xmlns:a16="http://schemas.microsoft.com/office/drawing/2014/main" id="{0783F4F1-D8CE-4453-B79B-AD976E272C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06A7A4C9-F24F-4F00-A2FA-29E788A091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EB694A32-59D6-46E3-8CE4-E4C485C2CB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03786"/>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983EBB4C-28FF-41C6-90D6-5F30FC0868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0707659D-8AE9-49B5-AB29-ECC099F495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63031"/>
              <a:ext cx="14192" cy="14097"/>
            </a:xfrm>
            <a:custGeom>
              <a:avLst/>
              <a:gdLst>
                <a:gd name="connsiteX0" fmla="*/ 14192 w 14192"/>
                <a:gd name="connsiteY0" fmla="*/ 7048 h 14097"/>
                <a:gd name="connsiteX1" fmla="*/ 7144 w 14192"/>
                <a:gd name="connsiteY1" fmla="*/ 14097 h 14097"/>
                <a:gd name="connsiteX2" fmla="*/ 0 w 14192"/>
                <a:gd name="connsiteY2" fmla="*/ 7048 h 14097"/>
                <a:gd name="connsiteX3" fmla="*/ 7049 w 14192"/>
                <a:gd name="connsiteY3" fmla="*/ 0 h 14097"/>
                <a:gd name="connsiteX4" fmla="*/ 14192 w 14192"/>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5C987ECC-9573-46EA-9C4A-7C3CAE39380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63029"/>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4DAF6708-18C2-4082-B024-6CEA32AE01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7" name="Freeform: Shape 66">
              <a:extLst>
                <a:ext uri="{FF2B5EF4-FFF2-40B4-BE49-F238E27FC236}">
                  <a16:creationId xmlns:a16="http://schemas.microsoft.com/office/drawing/2014/main" id="{72CBB5AE-39E2-4D9B-A834-64D31B00327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8" name="Freeform: Shape 67">
              <a:extLst>
                <a:ext uri="{FF2B5EF4-FFF2-40B4-BE49-F238E27FC236}">
                  <a16:creationId xmlns:a16="http://schemas.microsoft.com/office/drawing/2014/main" id="{4592DE98-77BF-4E8E-AEB4-1934207BAE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9" name="Freeform: Shape 68">
              <a:extLst>
                <a:ext uri="{FF2B5EF4-FFF2-40B4-BE49-F238E27FC236}">
                  <a16:creationId xmlns:a16="http://schemas.microsoft.com/office/drawing/2014/main" id="{5AF5D9A0-BA94-4D2B-8479-26C55355B6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63031"/>
              <a:ext cx="14097" cy="14097"/>
            </a:xfrm>
            <a:custGeom>
              <a:avLst/>
              <a:gdLst>
                <a:gd name="connsiteX0" fmla="*/ 14097 w 14097"/>
                <a:gd name="connsiteY0" fmla="*/ 7048 h 14097"/>
                <a:gd name="connsiteX1" fmla="*/ 7048 w 14097"/>
                <a:gd name="connsiteY1" fmla="*/ 14097 h 14097"/>
                <a:gd name="connsiteX2" fmla="*/ 0 w 14097"/>
                <a:gd name="connsiteY2" fmla="*/ 7048 h 14097"/>
                <a:gd name="connsiteX3" fmla="*/ 7048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0" name="Freeform: Shape 69">
              <a:extLst>
                <a:ext uri="{FF2B5EF4-FFF2-40B4-BE49-F238E27FC236}">
                  <a16:creationId xmlns:a16="http://schemas.microsoft.com/office/drawing/2014/main" id="{2CAA6A8E-7ACF-4EF7-AAD6-734A009DCF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71" name="Freeform: Shape 70">
              <a:extLst>
                <a:ext uri="{FF2B5EF4-FFF2-40B4-BE49-F238E27FC236}">
                  <a16:creationId xmlns:a16="http://schemas.microsoft.com/office/drawing/2014/main" id="{D3DD3695-F212-4BAD-BBB3-EC1F624740B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22181"/>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72" name="Freeform: Shape 71">
              <a:extLst>
                <a:ext uri="{FF2B5EF4-FFF2-40B4-BE49-F238E27FC236}">
                  <a16:creationId xmlns:a16="http://schemas.microsoft.com/office/drawing/2014/main" id="{AB1B3ECB-7594-4C5C-B62B-E686C0A89E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221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3" name="Freeform: Shape 72">
              <a:extLst>
                <a:ext uri="{FF2B5EF4-FFF2-40B4-BE49-F238E27FC236}">
                  <a16:creationId xmlns:a16="http://schemas.microsoft.com/office/drawing/2014/main" id="{5EE54C3C-D9E5-4782-B8F6-058EB2D63E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4" name="Freeform: Shape 73">
              <a:extLst>
                <a:ext uri="{FF2B5EF4-FFF2-40B4-BE49-F238E27FC236}">
                  <a16:creationId xmlns:a16="http://schemas.microsoft.com/office/drawing/2014/main" id="{EAE78EEE-DC43-44E1-AB47-ACB80F94B1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5" name="Freeform: Shape 74">
              <a:extLst>
                <a:ext uri="{FF2B5EF4-FFF2-40B4-BE49-F238E27FC236}">
                  <a16:creationId xmlns:a16="http://schemas.microsoft.com/office/drawing/2014/main" id="{847D67EF-1141-4582-866E-FE02FB2360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6" name="Freeform: Shape 75">
              <a:extLst>
                <a:ext uri="{FF2B5EF4-FFF2-40B4-BE49-F238E27FC236}">
                  <a16:creationId xmlns:a16="http://schemas.microsoft.com/office/drawing/2014/main" id="{99ECC931-60A1-4628-A34B-4B68DA3CC26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422181"/>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7" name="Freeform: Shape 76">
              <a:extLst>
                <a:ext uri="{FF2B5EF4-FFF2-40B4-BE49-F238E27FC236}">
                  <a16:creationId xmlns:a16="http://schemas.microsoft.com/office/drawing/2014/main" id="{A587D2BE-3417-44AE-BEEF-57F88CECB4D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8" name="Freeform: Shape 77">
              <a:extLst>
                <a:ext uri="{FF2B5EF4-FFF2-40B4-BE49-F238E27FC236}">
                  <a16:creationId xmlns:a16="http://schemas.microsoft.com/office/drawing/2014/main" id="{FCEB2ED3-A08D-4286-B75D-893289F3F3D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6953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9" y="14097"/>
                  </a:cubicBezTo>
                  <a:cubicBezTo>
                    <a:pt x="3143" y="14097"/>
                    <a:pt x="0" y="10954"/>
                    <a:pt x="0" y="7049"/>
                  </a:cubicBezTo>
                  <a:cubicBezTo>
                    <a:pt x="0" y="3143"/>
                    <a:pt x="3048" y="0"/>
                    <a:pt x="6953"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79" name="Freeform: Shape 78">
              <a:extLst>
                <a:ext uri="{FF2B5EF4-FFF2-40B4-BE49-F238E27FC236}">
                  <a16:creationId xmlns:a16="http://schemas.microsoft.com/office/drawing/2014/main" id="{7C7DB7BB-8173-4377-85B0-032B7BDAB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80" name="Freeform: Shape 79">
              <a:extLst>
                <a:ext uri="{FF2B5EF4-FFF2-40B4-BE49-F238E27FC236}">
                  <a16:creationId xmlns:a16="http://schemas.microsoft.com/office/drawing/2014/main" id="{93EF69B4-3F48-4509-8BF8-926E23BC1D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067000"/>
              <a:ext cx="14096" cy="14097"/>
            </a:xfrm>
            <a:custGeom>
              <a:avLst/>
              <a:gdLst>
                <a:gd name="connsiteX0" fmla="*/ 14097 w 14096"/>
                <a:gd name="connsiteY0" fmla="*/ 7049 h 14097"/>
                <a:gd name="connsiteX1" fmla="*/ 7049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9" y="14097"/>
                  </a:cubicBezTo>
                  <a:cubicBezTo>
                    <a:pt x="3143" y="14097"/>
                    <a:pt x="0" y="10954"/>
                    <a:pt x="0" y="7049"/>
                  </a:cubicBezTo>
                  <a:cubicBezTo>
                    <a:pt x="0" y="3143"/>
                    <a:pt x="3048" y="0"/>
                    <a:pt x="6953"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81" name="Freeform: Shape 80">
              <a:extLst>
                <a:ext uri="{FF2B5EF4-FFF2-40B4-BE49-F238E27FC236}">
                  <a16:creationId xmlns:a16="http://schemas.microsoft.com/office/drawing/2014/main" id="{C1A86650-1EF5-46E3-885D-96985105A8B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82" name="Freeform: Shape 81">
              <a:extLst>
                <a:ext uri="{FF2B5EF4-FFF2-40B4-BE49-F238E27FC236}">
                  <a16:creationId xmlns:a16="http://schemas.microsoft.com/office/drawing/2014/main" id="{47EBBDE2-BD90-481F-A671-34E2186FB0E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048" y="0"/>
                    <a:pt x="6953"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83" name="Freeform: Shape 82">
              <a:extLst>
                <a:ext uri="{FF2B5EF4-FFF2-40B4-BE49-F238E27FC236}">
                  <a16:creationId xmlns:a16="http://schemas.microsoft.com/office/drawing/2014/main" id="{87DAF1CB-838D-4C5C-8FB7-76BF677FEB0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84" name="Freeform: Shape 83">
              <a:extLst>
                <a:ext uri="{FF2B5EF4-FFF2-40B4-BE49-F238E27FC236}">
                  <a16:creationId xmlns:a16="http://schemas.microsoft.com/office/drawing/2014/main" id="{64573DA8-D2F3-4644-AC79-83843615C43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26241"/>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5" name="Freeform: Shape 84">
              <a:extLst>
                <a:ext uri="{FF2B5EF4-FFF2-40B4-BE49-F238E27FC236}">
                  <a16:creationId xmlns:a16="http://schemas.microsoft.com/office/drawing/2014/main" id="{41AB53B8-0D5C-44BD-A2A9-ABBF659E1F9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6" name="Freeform: Shape 85">
              <a:extLst>
                <a:ext uri="{FF2B5EF4-FFF2-40B4-BE49-F238E27FC236}">
                  <a16:creationId xmlns:a16="http://schemas.microsoft.com/office/drawing/2014/main" id="{29B7FA60-B453-4877-8D47-CA1209DF91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26241"/>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87" name="Freeform: Shape 86">
              <a:extLst>
                <a:ext uri="{FF2B5EF4-FFF2-40B4-BE49-F238E27FC236}">
                  <a16:creationId xmlns:a16="http://schemas.microsoft.com/office/drawing/2014/main" id="{7A6D2414-BCCC-40E8-B990-47642EFE96E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8" name="Freeform: Shape 87">
              <a:extLst>
                <a:ext uri="{FF2B5EF4-FFF2-40B4-BE49-F238E27FC236}">
                  <a16:creationId xmlns:a16="http://schemas.microsoft.com/office/drawing/2014/main" id="{B0F37C2B-B7E6-420D-AD39-3AE4A2FBE9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2624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89" name="Freeform: Shape 88">
              <a:extLst>
                <a:ext uri="{FF2B5EF4-FFF2-40B4-BE49-F238E27FC236}">
                  <a16:creationId xmlns:a16="http://schemas.microsoft.com/office/drawing/2014/main" id="{F6417E45-D7FC-40B8-AD49-941B28D18C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26242"/>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90" name="Freeform: Shape 89">
              <a:extLst>
                <a:ext uri="{FF2B5EF4-FFF2-40B4-BE49-F238E27FC236}">
                  <a16:creationId xmlns:a16="http://schemas.microsoft.com/office/drawing/2014/main" id="{2A8D1963-0C59-476C-AAFA-A7AF4FF508F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8539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1" name="Freeform: Shape 90">
              <a:extLst>
                <a:ext uri="{FF2B5EF4-FFF2-40B4-BE49-F238E27FC236}">
                  <a16:creationId xmlns:a16="http://schemas.microsoft.com/office/drawing/2014/main" id="{6BE777A9-EC29-46FC-AD21-AC7FD89B13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2" name="Freeform: Shape 91">
              <a:extLst>
                <a:ext uri="{FF2B5EF4-FFF2-40B4-BE49-F238E27FC236}">
                  <a16:creationId xmlns:a16="http://schemas.microsoft.com/office/drawing/2014/main" id="{C63BA1CE-93FB-42C7-8381-765E500232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8539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93" name="Freeform: Shape 92">
              <a:extLst>
                <a:ext uri="{FF2B5EF4-FFF2-40B4-BE49-F238E27FC236}">
                  <a16:creationId xmlns:a16="http://schemas.microsoft.com/office/drawing/2014/main" id="{7F30F275-ADC8-4FD1-8B4B-673B37517B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4" name="Freeform: Shape 93">
              <a:extLst>
                <a:ext uri="{FF2B5EF4-FFF2-40B4-BE49-F238E27FC236}">
                  <a16:creationId xmlns:a16="http://schemas.microsoft.com/office/drawing/2014/main" id="{DB20529C-F2DD-4607-8DEE-19A9329686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95" name="Freeform: Shape 94">
              <a:extLst>
                <a:ext uri="{FF2B5EF4-FFF2-40B4-BE49-F238E27FC236}">
                  <a16:creationId xmlns:a16="http://schemas.microsoft.com/office/drawing/2014/main" id="{B8029A9A-DFF9-49CE-8CEE-95A6695F39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85391"/>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96" name="Freeform: Shape 95">
              <a:extLst>
                <a:ext uri="{FF2B5EF4-FFF2-40B4-BE49-F238E27FC236}">
                  <a16:creationId xmlns:a16="http://schemas.microsoft.com/office/drawing/2014/main" id="{6822C2EC-B05D-4CE6-9D59-164769D0ED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244634"/>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7" name="Freeform: Shape 96">
              <a:extLst>
                <a:ext uri="{FF2B5EF4-FFF2-40B4-BE49-F238E27FC236}">
                  <a16:creationId xmlns:a16="http://schemas.microsoft.com/office/drawing/2014/main" id="{53A0760F-F576-4A97-94AF-8BBE590844E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8" name="Freeform: Shape 97">
              <a:extLst>
                <a:ext uri="{FF2B5EF4-FFF2-40B4-BE49-F238E27FC236}">
                  <a16:creationId xmlns:a16="http://schemas.microsoft.com/office/drawing/2014/main" id="{CA76721C-646A-4910-AD1A-BE6B67767C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244634"/>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99" name="Freeform: Shape 98">
              <a:extLst>
                <a:ext uri="{FF2B5EF4-FFF2-40B4-BE49-F238E27FC236}">
                  <a16:creationId xmlns:a16="http://schemas.microsoft.com/office/drawing/2014/main" id="{065D4766-CAEC-4074-A9E2-6110A12389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0" name="Freeform: Shape 99">
              <a:extLst>
                <a:ext uri="{FF2B5EF4-FFF2-40B4-BE49-F238E27FC236}">
                  <a16:creationId xmlns:a16="http://schemas.microsoft.com/office/drawing/2014/main" id="{4F1A0AC6-319D-49D8-A4FB-17A70E8E89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01" name="Freeform: Shape 100">
              <a:extLst>
                <a:ext uri="{FF2B5EF4-FFF2-40B4-BE49-F238E27FC236}">
                  <a16:creationId xmlns:a16="http://schemas.microsoft.com/office/drawing/2014/main" id="{79502B48-2B92-45BF-B9AC-1102B38078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24463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2" name="Freeform: Shape 101">
              <a:extLst>
                <a:ext uri="{FF2B5EF4-FFF2-40B4-BE49-F238E27FC236}">
                  <a16:creationId xmlns:a16="http://schemas.microsoft.com/office/drawing/2014/main" id="{6363AFA7-321F-431C-B2FD-ADCB4D24BD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3" name="Freeform: Shape 102">
              <a:extLst>
                <a:ext uri="{FF2B5EF4-FFF2-40B4-BE49-F238E27FC236}">
                  <a16:creationId xmlns:a16="http://schemas.microsoft.com/office/drawing/2014/main" id="{33EDDE1B-7379-4973-8CFD-F3C737104D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4" name="Freeform: Shape 103">
              <a:extLst>
                <a:ext uri="{FF2B5EF4-FFF2-40B4-BE49-F238E27FC236}">
                  <a16:creationId xmlns:a16="http://schemas.microsoft.com/office/drawing/2014/main" id="{1F20B58A-2DB8-46B2-9E93-9C8C817DCD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03786"/>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05" name="Freeform: Shape 104">
              <a:extLst>
                <a:ext uri="{FF2B5EF4-FFF2-40B4-BE49-F238E27FC236}">
                  <a16:creationId xmlns:a16="http://schemas.microsoft.com/office/drawing/2014/main" id="{A5A3EF12-3DA1-4505-A44B-1B96348873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6" name="Freeform: Shape 105">
              <a:extLst>
                <a:ext uri="{FF2B5EF4-FFF2-40B4-BE49-F238E27FC236}">
                  <a16:creationId xmlns:a16="http://schemas.microsoft.com/office/drawing/2014/main" id="{5B08812B-9264-47E7-8EC8-1233869F6B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07" name="Freeform: Shape 106">
              <a:extLst>
                <a:ext uri="{FF2B5EF4-FFF2-40B4-BE49-F238E27FC236}">
                  <a16:creationId xmlns:a16="http://schemas.microsoft.com/office/drawing/2014/main" id="{2A29F226-A243-410B-BEE4-EBA9DD76F8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0378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8" name="Freeform: Shape 107">
              <a:extLst>
                <a:ext uri="{FF2B5EF4-FFF2-40B4-BE49-F238E27FC236}">
                  <a16:creationId xmlns:a16="http://schemas.microsoft.com/office/drawing/2014/main" id="{9DF57348-F837-475C-A7AA-3C7210041E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63028"/>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9" name="Freeform: Shape 108">
              <a:extLst>
                <a:ext uri="{FF2B5EF4-FFF2-40B4-BE49-F238E27FC236}">
                  <a16:creationId xmlns:a16="http://schemas.microsoft.com/office/drawing/2014/main" id="{1E41B89A-9A45-4947-ADB0-9400400498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0" name="Freeform: Shape 109">
              <a:extLst>
                <a:ext uri="{FF2B5EF4-FFF2-40B4-BE49-F238E27FC236}">
                  <a16:creationId xmlns:a16="http://schemas.microsoft.com/office/drawing/2014/main" id="{6C1F1525-32BC-46E1-84E6-C2BB88730B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63028"/>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11" name="Freeform: Shape 110">
              <a:extLst>
                <a:ext uri="{FF2B5EF4-FFF2-40B4-BE49-F238E27FC236}">
                  <a16:creationId xmlns:a16="http://schemas.microsoft.com/office/drawing/2014/main" id="{C73A8972-BA44-40C6-B045-83E78C4D4A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2" name="Freeform: Shape 111">
              <a:extLst>
                <a:ext uri="{FF2B5EF4-FFF2-40B4-BE49-F238E27FC236}">
                  <a16:creationId xmlns:a16="http://schemas.microsoft.com/office/drawing/2014/main" id="{C196E956-03D1-4F79-826A-A2F5E3DEF1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6302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13" name="Freeform: Shape 112">
              <a:extLst>
                <a:ext uri="{FF2B5EF4-FFF2-40B4-BE49-F238E27FC236}">
                  <a16:creationId xmlns:a16="http://schemas.microsoft.com/office/drawing/2014/main" id="{ADA7B07B-EAC8-4FA5-B14F-3ABF8BA7A2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63029"/>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4" name="Freeform: Shape 113">
              <a:extLst>
                <a:ext uri="{FF2B5EF4-FFF2-40B4-BE49-F238E27FC236}">
                  <a16:creationId xmlns:a16="http://schemas.microsoft.com/office/drawing/2014/main" id="{93C28672-FF9E-4FE0-AC47-2FDD26CD75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422179"/>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5" name="Freeform: Shape 114">
              <a:extLst>
                <a:ext uri="{FF2B5EF4-FFF2-40B4-BE49-F238E27FC236}">
                  <a16:creationId xmlns:a16="http://schemas.microsoft.com/office/drawing/2014/main" id="{E347BAB3-EA9C-4ADD-AE5E-28F2E3C538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4221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6" name="Freeform: Shape 115">
              <a:extLst>
                <a:ext uri="{FF2B5EF4-FFF2-40B4-BE49-F238E27FC236}">
                  <a16:creationId xmlns:a16="http://schemas.microsoft.com/office/drawing/2014/main" id="{321920C4-EE31-4F03-A0D5-A280D3F4B1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422179"/>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17" name="Freeform: Shape 116">
              <a:extLst>
                <a:ext uri="{FF2B5EF4-FFF2-40B4-BE49-F238E27FC236}">
                  <a16:creationId xmlns:a16="http://schemas.microsoft.com/office/drawing/2014/main" id="{6EBB3D05-4C78-4F10-8D03-8909DBCFB3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42217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8" name="Freeform: Shape 117">
              <a:extLst>
                <a:ext uri="{FF2B5EF4-FFF2-40B4-BE49-F238E27FC236}">
                  <a16:creationId xmlns:a16="http://schemas.microsoft.com/office/drawing/2014/main" id="{FC65F531-84E4-463F-8791-EB6EDFA63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42218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19" name="Freeform: Shape 118">
              <a:extLst>
                <a:ext uri="{FF2B5EF4-FFF2-40B4-BE49-F238E27FC236}">
                  <a16:creationId xmlns:a16="http://schemas.microsoft.com/office/drawing/2014/main" id="{A63BB6A3-D482-43F2-9F5F-20E163CC441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20" name="Freeform: Shape 119">
              <a:extLst>
                <a:ext uri="{FF2B5EF4-FFF2-40B4-BE49-F238E27FC236}">
                  <a16:creationId xmlns:a16="http://schemas.microsoft.com/office/drawing/2014/main" id="{ABDCCD34-EB5D-4194-8A28-1424E98AE4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81330"/>
              <a:ext cx="14192" cy="14096"/>
            </a:xfrm>
            <a:custGeom>
              <a:avLst/>
              <a:gdLst>
                <a:gd name="connsiteX0" fmla="*/ 14192 w 14192"/>
                <a:gd name="connsiteY0" fmla="*/ 7049 h 14096"/>
                <a:gd name="connsiteX1" fmla="*/ 7144 w 14192"/>
                <a:gd name="connsiteY1" fmla="*/ 14097 h 14096"/>
                <a:gd name="connsiteX2" fmla="*/ 0 w 14192"/>
                <a:gd name="connsiteY2" fmla="*/ 7049 h 14096"/>
                <a:gd name="connsiteX3" fmla="*/ 7049 w 14192"/>
                <a:gd name="connsiteY3" fmla="*/ 0 h 14096"/>
                <a:gd name="connsiteX4" fmla="*/ 14192 w 14192"/>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9"/>
                  </a:moveTo>
                  <a:cubicBezTo>
                    <a:pt x="14192" y="10954"/>
                    <a:pt x="11049" y="14097"/>
                    <a:pt x="7144" y="14097"/>
                  </a:cubicBezTo>
                  <a:cubicBezTo>
                    <a:pt x="3239" y="14097"/>
                    <a:pt x="0" y="11049"/>
                    <a:pt x="0" y="7049"/>
                  </a:cubicBezTo>
                  <a:cubicBezTo>
                    <a:pt x="0" y="3048"/>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121" name="Freeform: Shape 120">
              <a:extLst>
                <a:ext uri="{FF2B5EF4-FFF2-40B4-BE49-F238E27FC236}">
                  <a16:creationId xmlns:a16="http://schemas.microsoft.com/office/drawing/2014/main" id="{F058544E-163D-4FFF-9A69-0B3A3F2D66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22" name="Freeform: Shape 121">
              <a:extLst>
                <a:ext uri="{FF2B5EF4-FFF2-40B4-BE49-F238E27FC236}">
                  <a16:creationId xmlns:a16="http://schemas.microsoft.com/office/drawing/2014/main" id="{11041486-0577-4F0E-8DD5-5E20E26729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3" name="Freeform: Shape 122">
              <a:extLst>
                <a:ext uri="{FF2B5EF4-FFF2-40B4-BE49-F238E27FC236}">
                  <a16:creationId xmlns:a16="http://schemas.microsoft.com/office/drawing/2014/main" id="{71D11099-C84E-43AC-9F20-92460E1708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4" name="Freeform: Shape 123">
              <a:extLst>
                <a:ext uri="{FF2B5EF4-FFF2-40B4-BE49-F238E27FC236}">
                  <a16:creationId xmlns:a16="http://schemas.microsoft.com/office/drawing/2014/main" id="{E598FB87-8AFF-4C56-9E2C-776F4641E9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5" name="Freeform: Shape 124">
              <a:extLst>
                <a:ext uri="{FF2B5EF4-FFF2-40B4-BE49-F238E27FC236}">
                  <a16:creationId xmlns:a16="http://schemas.microsoft.com/office/drawing/2014/main" id="{7701E761-16DE-4350-9718-DD81B37FB9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26" name="Freeform: Shape 125">
              <a:extLst>
                <a:ext uri="{FF2B5EF4-FFF2-40B4-BE49-F238E27FC236}">
                  <a16:creationId xmlns:a16="http://schemas.microsoft.com/office/drawing/2014/main" id="{552E747F-E415-4348-A11A-4CABCB64B5F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7" name="Freeform: Shape 126">
              <a:extLst>
                <a:ext uri="{FF2B5EF4-FFF2-40B4-BE49-F238E27FC236}">
                  <a16:creationId xmlns:a16="http://schemas.microsoft.com/office/drawing/2014/main" id="{C6472F13-E6DE-4469-9563-F478261B6E6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4057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28" name="Freeform: Shape 127">
              <a:extLst>
                <a:ext uri="{FF2B5EF4-FFF2-40B4-BE49-F238E27FC236}">
                  <a16:creationId xmlns:a16="http://schemas.microsoft.com/office/drawing/2014/main" id="{5C72FE15-910B-4622-A14C-AFA2DFCC02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29" name="Freeform: Shape 128">
              <a:extLst>
                <a:ext uri="{FF2B5EF4-FFF2-40B4-BE49-F238E27FC236}">
                  <a16:creationId xmlns:a16="http://schemas.microsoft.com/office/drawing/2014/main" id="{BAB8F759-DEFA-4D35-B76E-6D3034FB77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0" name="Freeform: Shape 129">
              <a:extLst>
                <a:ext uri="{FF2B5EF4-FFF2-40B4-BE49-F238E27FC236}">
                  <a16:creationId xmlns:a16="http://schemas.microsoft.com/office/drawing/2014/main" id="{A1BBCEBD-DCE2-4354-B878-49ABEC367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1" name="Freeform: Shape 130">
              <a:extLst>
                <a:ext uri="{FF2B5EF4-FFF2-40B4-BE49-F238E27FC236}">
                  <a16:creationId xmlns:a16="http://schemas.microsoft.com/office/drawing/2014/main" id="{2CBB3A18-0021-403F-8E24-8805829B42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2" name="Freeform: Shape 131">
              <a:extLst>
                <a:ext uri="{FF2B5EF4-FFF2-40B4-BE49-F238E27FC236}">
                  <a16:creationId xmlns:a16="http://schemas.microsoft.com/office/drawing/2014/main" id="{8FDF7AAC-1EC6-4409-90AB-DBB984883D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33" name="Freeform: Shape 132">
              <a:extLst>
                <a:ext uri="{FF2B5EF4-FFF2-40B4-BE49-F238E27FC236}">
                  <a16:creationId xmlns:a16="http://schemas.microsoft.com/office/drawing/2014/main" id="{5B9999E8-7D25-4049-8328-685B556DC6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4" name="Freeform: Shape 133">
              <a:extLst>
                <a:ext uri="{FF2B5EF4-FFF2-40B4-BE49-F238E27FC236}">
                  <a16:creationId xmlns:a16="http://schemas.microsoft.com/office/drawing/2014/main" id="{E77FC8A9-DEAE-424D-B460-12E0F3268DC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9972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35" name="Freeform: Shape 134">
              <a:extLst>
                <a:ext uri="{FF2B5EF4-FFF2-40B4-BE49-F238E27FC236}">
                  <a16:creationId xmlns:a16="http://schemas.microsoft.com/office/drawing/2014/main" id="{54F9C69A-0DCF-444A-B970-32B4120483D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99725"/>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6" name="Freeform: Shape 135">
              <a:extLst>
                <a:ext uri="{FF2B5EF4-FFF2-40B4-BE49-F238E27FC236}">
                  <a16:creationId xmlns:a16="http://schemas.microsoft.com/office/drawing/2014/main" id="{8BD94DDA-54FF-48EE-9DAC-C0EA6F91D4A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7" name="Freeform: Shape 136">
              <a:extLst>
                <a:ext uri="{FF2B5EF4-FFF2-40B4-BE49-F238E27FC236}">
                  <a16:creationId xmlns:a16="http://schemas.microsoft.com/office/drawing/2014/main" id="{E18A6989-0132-4CB7-BB68-EEBC4E0806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8" name="Freeform: Shape 137">
              <a:extLst>
                <a:ext uri="{FF2B5EF4-FFF2-40B4-BE49-F238E27FC236}">
                  <a16:creationId xmlns:a16="http://schemas.microsoft.com/office/drawing/2014/main" id="{A1357332-D19F-4C2B-B474-21D5539B90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9" name="Freeform: Shape 138">
              <a:extLst>
                <a:ext uri="{FF2B5EF4-FFF2-40B4-BE49-F238E27FC236}">
                  <a16:creationId xmlns:a16="http://schemas.microsoft.com/office/drawing/2014/main" id="{295C7590-8B80-428C-95A9-638B265425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599725"/>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0" name="Freeform: Shape 139">
              <a:extLst>
                <a:ext uri="{FF2B5EF4-FFF2-40B4-BE49-F238E27FC236}">
                  <a16:creationId xmlns:a16="http://schemas.microsoft.com/office/drawing/2014/main" id="{CA0E8A31-7520-4726-9D96-43BA87407E0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1" name="Freeform: Shape 140">
              <a:extLst>
                <a:ext uri="{FF2B5EF4-FFF2-40B4-BE49-F238E27FC236}">
                  <a16:creationId xmlns:a16="http://schemas.microsoft.com/office/drawing/2014/main" id="{9407EEE0-5D8E-4CCC-A91B-0CB523227CF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3" y="365896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2" name="Freeform: Shape 141">
              <a:extLst>
                <a:ext uri="{FF2B5EF4-FFF2-40B4-BE49-F238E27FC236}">
                  <a16:creationId xmlns:a16="http://schemas.microsoft.com/office/drawing/2014/main" id="{3799DFCC-868B-4257-B530-8E8D616CC5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99" y="365896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3" name="Freeform: Shape 142">
              <a:extLst>
                <a:ext uri="{FF2B5EF4-FFF2-40B4-BE49-F238E27FC236}">
                  <a16:creationId xmlns:a16="http://schemas.microsoft.com/office/drawing/2014/main" id="{F7F5EEB5-FE82-45A8-97C4-88460ABAFB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49"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4" name="Freeform: Shape 143">
              <a:extLst>
                <a:ext uri="{FF2B5EF4-FFF2-40B4-BE49-F238E27FC236}">
                  <a16:creationId xmlns:a16="http://schemas.microsoft.com/office/drawing/2014/main" id="{CD76E4C7-EB07-499D-9BC3-FF39C8B613F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5" name="Freeform: Shape 144">
              <a:extLst>
                <a:ext uri="{FF2B5EF4-FFF2-40B4-BE49-F238E27FC236}">
                  <a16:creationId xmlns:a16="http://schemas.microsoft.com/office/drawing/2014/main" id="{86EFDF8D-E5F7-4EB8-B8DA-3CC7E21D88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6" name="Freeform: Shape 145">
              <a:extLst>
                <a:ext uri="{FF2B5EF4-FFF2-40B4-BE49-F238E27FC236}">
                  <a16:creationId xmlns:a16="http://schemas.microsoft.com/office/drawing/2014/main" id="{2CA6506B-EACA-4FB2-81AB-E028F44786F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0" y="365896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7" name="Freeform: Shape 146">
              <a:extLst>
                <a:ext uri="{FF2B5EF4-FFF2-40B4-BE49-F238E27FC236}">
                  <a16:creationId xmlns:a16="http://schemas.microsoft.com/office/drawing/2014/main" id="{193E4771-2787-4901-93D8-7E90F3F479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8" name="Freeform: Shape 147">
              <a:extLst>
                <a:ext uri="{FF2B5EF4-FFF2-40B4-BE49-F238E27FC236}">
                  <a16:creationId xmlns:a16="http://schemas.microsoft.com/office/drawing/2014/main" id="{0EA31773-15F1-4605-8787-6891ABB2118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71811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9" name="Freeform: Shape 148">
              <a:extLst>
                <a:ext uri="{FF2B5EF4-FFF2-40B4-BE49-F238E27FC236}">
                  <a16:creationId xmlns:a16="http://schemas.microsoft.com/office/drawing/2014/main" id="{1302C213-2CD5-4168-9534-111E6E81A8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71811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0" name="Freeform: Shape 149">
              <a:extLst>
                <a:ext uri="{FF2B5EF4-FFF2-40B4-BE49-F238E27FC236}">
                  <a16:creationId xmlns:a16="http://schemas.microsoft.com/office/drawing/2014/main" id="{B9B36C24-2336-41FD-BAC4-6CD69DFD55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1" name="Freeform: Shape 150">
              <a:extLst>
                <a:ext uri="{FF2B5EF4-FFF2-40B4-BE49-F238E27FC236}">
                  <a16:creationId xmlns:a16="http://schemas.microsoft.com/office/drawing/2014/main" id="{CA3AFAFE-D376-4A7B-928B-833531472D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2" name="Freeform: Shape 151">
              <a:extLst>
                <a:ext uri="{FF2B5EF4-FFF2-40B4-BE49-F238E27FC236}">
                  <a16:creationId xmlns:a16="http://schemas.microsoft.com/office/drawing/2014/main" id="{7C685A00-A4F7-4250-BAAA-70978DADE4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3" name="Freeform: Shape 152">
              <a:extLst>
                <a:ext uri="{FF2B5EF4-FFF2-40B4-BE49-F238E27FC236}">
                  <a16:creationId xmlns:a16="http://schemas.microsoft.com/office/drawing/2014/main" id="{E52682F3-EDD5-4BDC-BB19-A4540873A8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71811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4" name="Freeform: Shape 153">
              <a:extLst>
                <a:ext uri="{FF2B5EF4-FFF2-40B4-BE49-F238E27FC236}">
                  <a16:creationId xmlns:a16="http://schemas.microsoft.com/office/drawing/2014/main" id="{2C5E1880-CFBA-4547-9C23-6D2C433048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5" name="Freeform: Shape 154">
              <a:extLst>
                <a:ext uri="{FF2B5EF4-FFF2-40B4-BE49-F238E27FC236}">
                  <a16:creationId xmlns:a16="http://schemas.microsoft.com/office/drawing/2014/main" id="{439AAF4F-2AAD-4A02-A7FA-FE28D52869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7" y="3777362"/>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56" name="Freeform: Shape 155">
              <a:extLst>
                <a:ext uri="{FF2B5EF4-FFF2-40B4-BE49-F238E27FC236}">
                  <a16:creationId xmlns:a16="http://schemas.microsoft.com/office/drawing/2014/main" id="{05614144-9309-41ED-8E05-839A6EEFF8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1"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57" name="Freeform: Shape 156">
              <a:extLst>
                <a:ext uri="{FF2B5EF4-FFF2-40B4-BE49-F238E27FC236}">
                  <a16:creationId xmlns:a16="http://schemas.microsoft.com/office/drawing/2014/main" id="{24324D6F-A81D-45F2-BA36-C53F1AB0C6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3"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8" name="Freeform: Shape 157">
              <a:extLst>
                <a:ext uri="{FF2B5EF4-FFF2-40B4-BE49-F238E27FC236}">
                  <a16:creationId xmlns:a16="http://schemas.microsoft.com/office/drawing/2014/main" id="{6B00668D-07BC-47CF-9D1E-F94EC7C56F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701"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9" name="Freeform: Shape 158">
              <a:extLst>
                <a:ext uri="{FF2B5EF4-FFF2-40B4-BE49-F238E27FC236}">
                  <a16:creationId xmlns:a16="http://schemas.microsoft.com/office/drawing/2014/main" id="{BCF78A89-29F2-4973-8463-DF3C57EFB4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54"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60" name="Freeform: Shape 159">
              <a:extLst>
                <a:ext uri="{FF2B5EF4-FFF2-40B4-BE49-F238E27FC236}">
                  <a16:creationId xmlns:a16="http://schemas.microsoft.com/office/drawing/2014/main" id="{F5BCB645-FB02-40FC-99A4-06CA3F1B28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102"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61" name="Freeform: Shape 160">
              <a:extLst>
                <a:ext uri="{FF2B5EF4-FFF2-40B4-BE49-F238E27FC236}">
                  <a16:creationId xmlns:a16="http://schemas.microsoft.com/office/drawing/2014/main" id="{F6115A3A-2FBE-4633-A426-37D05BC071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50"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62" name="Freeform: Shape 161">
              <a:extLst>
                <a:ext uri="{FF2B5EF4-FFF2-40B4-BE49-F238E27FC236}">
                  <a16:creationId xmlns:a16="http://schemas.microsoft.com/office/drawing/2014/main" id="{AEFD8D2F-B95A-4C0A-AE85-53171B29F5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481330"/>
              <a:ext cx="14097" cy="14096"/>
            </a:xfrm>
            <a:custGeom>
              <a:avLst/>
              <a:gdLst>
                <a:gd name="connsiteX0" fmla="*/ 14097 w 14097"/>
                <a:gd name="connsiteY0" fmla="*/ 7049 h 14096"/>
                <a:gd name="connsiteX1" fmla="*/ 7049 w 14097"/>
                <a:gd name="connsiteY1" fmla="*/ 14097 h 14096"/>
                <a:gd name="connsiteX2" fmla="*/ 0 w 14097"/>
                <a:gd name="connsiteY2" fmla="*/ 7049 h 14096"/>
                <a:gd name="connsiteX3" fmla="*/ 7049 w 14097"/>
                <a:gd name="connsiteY3" fmla="*/ 0 h 14096"/>
                <a:gd name="connsiteX4" fmla="*/ 14097 w 14097"/>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9"/>
                  </a:moveTo>
                  <a:cubicBezTo>
                    <a:pt x="14097" y="10954"/>
                    <a:pt x="10954" y="14097"/>
                    <a:pt x="7049" y="14097"/>
                  </a:cubicBezTo>
                  <a:cubicBezTo>
                    <a:pt x="3143" y="14097"/>
                    <a:pt x="0" y="10954"/>
                    <a:pt x="0" y="7049"/>
                  </a:cubicBezTo>
                  <a:cubicBezTo>
                    <a:pt x="0" y="3143"/>
                    <a:pt x="3143" y="0"/>
                    <a:pt x="7049"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3" name="Freeform: Shape 162">
              <a:extLst>
                <a:ext uri="{FF2B5EF4-FFF2-40B4-BE49-F238E27FC236}">
                  <a16:creationId xmlns:a16="http://schemas.microsoft.com/office/drawing/2014/main" id="{4DD4F397-1F35-4E06-8EC1-8F58C51912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4" name="Freeform: Shape 163">
              <a:extLst>
                <a:ext uri="{FF2B5EF4-FFF2-40B4-BE49-F238E27FC236}">
                  <a16:creationId xmlns:a16="http://schemas.microsoft.com/office/drawing/2014/main" id="{B031E5E0-C77D-49F7-ADF2-258D23052D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481330"/>
              <a:ext cx="14096" cy="14096"/>
            </a:xfrm>
            <a:custGeom>
              <a:avLst/>
              <a:gdLst>
                <a:gd name="connsiteX0" fmla="*/ 14097 w 14096"/>
                <a:gd name="connsiteY0" fmla="*/ 7049 h 14096"/>
                <a:gd name="connsiteX1" fmla="*/ 7049 w 14096"/>
                <a:gd name="connsiteY1" fmla="*/ 14097 h 14096"/>
                <a:gd name="connsiteX2" fmla="*/ 0 w 14096"/>
                <a:gd name="connsiteY2" fmla="*/ 7049 h 14096"/>
                <a:gd name="connsiteX3" fmla="*/ 7049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9" y="14097"/>
                  </a:cubicBezTo>
                  <a:cubicBezTo>
                    <a:pt x="3143" y="14097"/>
                    <a:pt x="0" y="10954"/>
                    <a:pt x="0" y="7049"/>
                  </a:cubicBezTo>
                  <a:cubicBezTo>
                    <a:pt x="0" y="3143"/>
                    <a:pt x="3143" y="0"/>
                    <a:pt x="7049"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165" name="Freeform: Shape 164">
              <a:extLst>
                <a:ext uri="{FF2B5EF4-FFF2-40B4-BE49-F238E27FC236}">
                  <a16:creationId xmlns:a16="http://schemas.microsoft.com/office/drawing/2014/main" id="{3F044DE9-FE64-4C30-8191-7E1547880C4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6" name="Freeform: Shape 165">
              <a:extLst>
                <a:ext uri="{FF2B5EF4-FFF2-40B4-BE49-F238E27FC236}">
                  <a16:creationId xmlns:a16="http://schemas.microsoft.com/office/drawing/2014/main" id="{9B18BCEB-85ED-4077-ACB7-FEB2F6443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167" name="Freeform: Shape 166">
              <a:extLst>
                <a:ext uri="{FF2B5EF4-FFF2-40B4-BE49-F238E27FC236}">
                  <a16:creationId xmlns:a16="http://schemas.microsoft.com/office/drawing/2014/main" id="{00C0927E-2CCF-4F8E-8A54-22B8A93C97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48132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68" name="Freeform: Shape 167">
              <a:extLst>
                <a:ext uri="{FF2B5EF4-FFF2-40B4-BE49-F238E27FC236}">
                  <a16:creationId xmlns:a16="http://schemas.microsoft.com/office/drawing/2014/main" id="{D0C3350E-04F5-4FED-9991-4DD964E099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4057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69" name="Freeform: Shape 168">
              <a:extLst>
                <a:ext uri="{FF2B5EF4-FFF2-40B4-BE49-F238E27FC236}">
                  <a16:creationId xmlns:a16="http://schemas.microsoft.com/office/drawing/2014/main" id="{F43D0338-A6C9-4866-8D0C-072664518E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405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0" name="Freeform: Shape 169">
              <a:extLst>
                <a:ext uri="{FF2B5EF4-FFF2-40B4-BE49-F238E27FC236}">
                  <a16:creationId xmlns:a16="http://schemas.microsoft.com/office/drawing/2014/main" id="{40EA171B-27E2-4100-9D5F-123CF6E7F9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40584"/>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1" name="Freeform: Shape 170">
              <a:extLst>
                <a:ext uri="{FF2B5EF4-FFF2-40B4-BE49-F238E27FC236}">
                  <a16:creationId xmlns:a16="http://schemas.microsoft.com/office/drawing/2014/main" id="{22FD540C-F3DF-40F5-B2BE-BBD113EF4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4058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2" name="Freeform: Shape 171">
              <a:extLst>
                <a:ext uri="{FF2B5EF4-FFF2-40B4-BE49-F238E27FC236}">
                  <a16:creationId xmlns:a16="http://schemas.microsoft.com/office/drawing/2014/main" id="{57768D93-FAD4-4236-969B-B8EE8E88F3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405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3" name="Freeform: Shape 172">
              <a:extLst>
                <a:ext uri="{FF2B5EF4-FFF2-40B4-BE49-F238E27FC236}">
                  <a16:creationId xmlns:a16="http://schemas.microsoft.com/office/drawing/2014/main" id="{0F5E0490-21C2-4EF6-950D-38814F32C2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40588"/>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74" name="Freeform: Shape 173">
              <a:extLst>
                <a:ext uri="{FF2B5EF4-FFF2-40B4-BE49-F238E27FC236}">
                  <a16:creationId xmlns:a16="http://schemas.microsoft.com/office/drawing/2014/main" id="{8E981C9B-710F-4034-AE82-28B1B07245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99737"/>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5" name="Freeform: Shape 174">
              <a:extLst>
                <a:ext uri="{FF2B5EF4-FFF2-40B4-BE49-F238E27FC236}">
                  <a16:creationId xmlns:a16="http://schemas.microsoft.com/office/drawing/2014/main" id="{CC62C2CC-DBAE-4877-8F55-02FE00AE811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6" name="Freeform: Shape 175">
              <a:extLst>
                <a:ext uri="{FF2B5EF4-FFF2-40B4-BE49-F238E27FC236}">
                  <a16:creationId xmlns:a16="http://schemas.microsoft.com/office/drawing/2014/main" id="{D8F57D8B-1988-441F-9DAE-A525DA5E9D9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99737"/>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7" name="Freeform: Shape 176">
              <a:extLst>
                <a:ext uri="{FF2B5EF4-FFF2-40B4-BE49-F238E27FC236}">
                  <a16:creationId xmlns:a16="http://schemas.microsoft.com/office/drawing/2014/main" id="{6715F028-3A13-4D5F-86C4-74C0AD81D6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8" name="Freeform: Shape 177">
              <a:extLst>
                <a:ext uri="{FF2B5EF4-FFF2-40B4-BE49-F238E27FC236}">
                  <a16:creationId xmlns:a16="http://schemas.microsoft.com/office/drawing/2014/main" id="{DC6C9B50-47B3-44E7-B897-43D010A189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9973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9" name="Freeform: Shape 178">
              <a:extLst>
                <a:ext uri="{FF2B5EF4-FFF2-40B4-BE49-F238E27FC236}">
                  <a16:creationId xmlns:a16="http://schemas.microsoft.com/office/drawing/2014/main" id="{F3F602F0-702E-4D5F-A4FC-0E602C02B9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0" name="Freeform: Shape 179">
              <a:extLst>
                <a:ext uri="{FF2B5EF4-FFF2-40B4-BE49-F238E27FC236}">
                  <a16:creationId xmlns:a16="http://schemas.microsoft.com/office/drawing/2014/main" id="{9F379870-B34C-4DFC-9F0A-BDAB8C89FE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6589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1" name="Freeform: Shape 180">
              <a:extLst>
                <a:ext uri="{FF2B5EF4-FFF2-40B4-BE49-F238E27FC236}">
                  <a16:creationId xmlns:a16="http://schemas.microsoft.com/office/drawing/2014/main" id="{641092AC-FED1-4D1D-B57C-0AC883CA95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2" name="Freeform: Shape 181">
              <a:extLst>
                <a:ext uri="{FF2B5EF4-FFF2-40B4-BE49-F238E27FC236}">
                  <a16:creationId xmlns:a16="http://schemas.microsoft.com/office/drawing/2014/main" id="{EA8A0B5E-5BB1-46AF-AC31-7D3756F354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65898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3" name="Freeform: Shape 182">
              <a:extLst>
                <a:ext uri="{FF2B5EF4-FFF2-40B4-BE49-F238E27FC236}">
                  <a16:creationId xmlns:a16="http://schemas.microsoft.com/office/drawing/2014/main" id="{1C519384-2192-432B-B768-64B4BC2DA98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4" name="Freeform: Shape 183">
              <a:extLst>
                <a:ext uri="{FF2B5EF4-FFF2-40B4-BE49-F238E27FC236}">
                  <a16:creationId xmlns:a16="http://schemas.microsoft.com/office/drawing/2014/main" id="{13C77A9D-44F0-4289-A611-D8AF813570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85" name="Freeform: Shape 184">
              <a:extLst>
                <a:ext uri="{FF2B5EF4-FFF2-40B4-BE49-F238E27FC236}">
                  <a16:creationId xmlns:a16="http://schemas.microsoft.com/office/drawing/2014/main" id="{0A54AEDC-E418-4E02-A713-6CE30C0CDD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1" y="36589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6" name="Freeform: Shape 185">
              <a:extLst>
                <a:ext uri="{FF2B5EF4-FFF2-40B4-BE49-F238E27FC236}">
                  <a16:creationId xmlns:a16="http://schemas.microsoft.com/office/drawing/2014/main" id="{24FECFE3-9F31-47B0-B17F-CF2A1CEE85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9" y="3718130"/>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7" name="Freeform: Shape 186">
              <a:extLst>
                <a:ext uri="{FF2B5EF4-FFF2-40B4-BE49-F238E27FC236}">
                  <a16:creationId xmlns:a16="http://schemas.microsoft.com/office/drawing/2014/main" id="{68167DF4-8B16-419B-B7BA-2FD5FF6CC8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8" name="Freeform: Shape 187">
              <a:extLst>
                <a:ext uri="{FF2B5EF4-FFF2-40B4-BE49-F238E27FC236}">
                  <a16:creationId xmlns:a16="http://schemas.microsoft.com/office/drawing/2014/main" id="{A543D24F-44C0-4DDF-A30E-8C8407548F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5" y="3718130"/>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9" name="Freeform: Shape 188">
              <a:extLst>
                <a:ext uri="{FF2B5EF4-FFF2-40B4-BE49-F238E27FC236}">
                  <a16:creationId xmlns:a16="http://schemas.microsoft.com/office/drawing/2014/main" id="{63DEAE3C-3931-41EE-B4A1-F9385602BE1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5"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0" name="Freeform: Shape 189">
              <a:extLst>
                <a:ext uri="{FF2B5EF4-FFF2-40B4-BE49-F238E27FC236}">
                  <a16:creationId xmlns:a16="http://schemas.microsoft.com/office/drawing/2014/main" id="{B11945CD-32F6-4C09-82AF-5510512312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92" y="371812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91" name="Freeform: Shape 190">
              <a:extLst>
                <a:ext uri="{FF2B5EF4-FFF2-40B4-BE49-F238E27FC236}">
                  <a16:creationId xmlns:a16="http://schemas.microsoft.com/office/drawing/2014/main" id="{9109F44F-512F-4792-AED2-ECA80DDE16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0" y="371813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2" name="Freeform: Shape 191">
              <a:extLst>
                <a:ext uri="{FF2B5EF4-FFF2-40B4-BE49-F238E27FC236}">
                  <a16:creationId xmlns:a16="http://schemas.microsoft.com/office/drawing/2014/main" id="{29B9E19B-BC56-46F2-BFFF-1688CEA55A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77737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3" name="Freeform: Shape 192">
              <a:extLst>
                <a:ext uri="{FF2B5EF4-FFF2-40B4-BE49-F238E27FC236}">
                  <a16:creationId xmlns:a16="http://schemas.microsoft.com/office/drawing/2014/main" id="{F573BDDE-4AED-43FB-B8D1-B5F3708931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7737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4" name="Freeform: Shape 193">
              <a:extLst>
                <a:ext uri="{FF2B5EF4-FFF2-40B4-BE49-F238E27FC236}">
                  <a16:creationId xmlns:a16="http://schemas.microsoft.com/office/drawing/2014/main" id="{EFFDA684-6DFF-4629-830E-6F2ACAB8C3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6" y="3777375"/>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95" name="Freeform: Shape 194">
              <a:extLst>
                <a:ext uri="{FF2B5EF4-FFF2-40B4-BE49-F238E27FC236}">
                  <a16:creationId xmlns:a16="http://schemas.microsoft.com/office/drawing/2014/main" id="{92E23250-6349-4726-AF61-08A57B3A2E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55" y="377735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6" name="Freeform: Shape 195">
              <a:extLst>
                <a:ext uri="{FF2B5EF4-FFF2-40B4-BE49-F238E27FC236}">
                  <a16:creationId xmlns:a16="http://schemas.microsoft.com/office/drawing/2014/main" id="{8536AAE6-5497-4B0A-9C9F-4EAA1BB322B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314" y="377745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97" name="Freeform: Shape 196">
              <a:extLst>
                <a:ext uri="{FF2B5EF4-FFF2-40B4-BE49-F238E27FC236}">
                  <a16:creationId xmlns:a16="http://schemas.microsoft.com/office/drawing/2014/main" id="{52B72898-B9DE-4574-BB20-0C317954D4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4" y="377742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43892454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052A322-75B5-F9A5-606D-CDCDE2A1D190}"/>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E592FB47-9D3B-98C2-77D0-D791B2893B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CAB44B3-72D2-194E-0475-F578D8E07D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890596"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093CA7C-78FC-7ED8-CDF5-55582DF01341}"/>
              </a:ext>
            </a:extLst>
          </p:cNvPr>
          <p:cNvSpPr>
            <a:spLocks noGrp="1"/>
          </p:cNvSpPr>
          <p:nvPr>
            <p:ph type="title"/>
          </p:nvPr>
        </p:nvSpPr>
        <p:spPr>
          <a:xfrm>
            <a:off x="838200" y="1195697"/>
            <a:ext cx="3200400" cy="4238118"/>
          </a:xfrm>
        </p:spPr>
        <p:txBody>
          <a:bodyPr>
            <a:normAutofit/>
          </a:bodyPr>
          <a:lstStyle/>
          <a:p>
            <a:r>
              <a:rPr lang="en-US">
                <a:solidFill>
                  <a:schemeClr val="bg1"/>
                </a:solidFill>
              </a:rPr>
              <a:t>Advanced Semgrep Features</a:t>
            </a:r>
          </a:p>
        </p:txBody>
      </p:sp>
      <p:grpSp>
        <p:nvGrpSpPr>
          <p:cNvPr id="13" name="Graphic 38">
            <a:extLst>
              <a:ext uri="{FF2B5EF4-FFF2-40B4-BE49-F238E27FC236}">
                <a16:creationId xmlns:a16="http://schemas.microsoft.com/office/drawing/2014/main" id="{A3F42000-59CC-827E-7F77-531B0B58FC5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02912"/>
            <a:ext cx="1910252" cy="709660"/>
            <a:chOff x="2267504" y="2540250"/>
            <a:chExt cx="1990951" cy="739640"/>
          </a:xfrm>
          <a:solidFill>
            <a:schemeClr val="bg1"/>
          </a:solidFill>
        </p:grpSpPr>
        <p:sp>
          <p:nvSpPr>
            <p:cNvPr id="14" name="Freeform: Shape 13">
              <a:extLst>
                <a:ext uri="{FF2B5EF4-FFF2-40B4-BE49-F238E27FC236}">
                  <a16:creationId xmlns:a16="http://schemas.microsoft.com/office/drawing/2014/main" id="{B3211686-B779-4303-9795-2FC40874B4B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54025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5835 h 286230"/>
                <a:gd name="connsiteX8" fmla="*/ 255835 w 1990951"/>
                <a:gd name="connsiteY8" fmla="*/ 0 h 286230"/>
                <a:gd name="connsiteX9" fmla="*/ 504071 w 1990951"/>
                <a:gd name="connsiteY9" fmla="*/ 245703 h 286230"/>
                <a:gd name="connsiteX10" fmla="*/ 749773 w 1990951"/>
                <a:gd name="connsiteY10" fmla="*/ 0 h 286230"/>
                <a:gd name="connsiteX11" fmla="*/ 995476 w 1990951"/>
                <a:gd name="connsiteY11" fmla="*/ 245703 h 286230"/>
                <a:gd name="connsiteX12" fmla="*/ 1243712 w 1990951"/>
                <a:gd name="connsiteY12" fmla="*/ 0 h 286230"/>
                <a:gd name="connsiteX13" fmla="*/ 1489414 w 1990951"/>
                <a:gd name="connsiteY13" fmla="*/ 245703 h 286230"/>
                <a:gd name="connsiteX14" fmla="*/ 1735117 w 1990951"/>
                <a:gd name="connsiteY14" fmla="*/ 0 h 286230"/>
                <a:gd name="connsiteX15" fmla="*/ 1990952 w 1990951"/>
                <a:gd name="connsiteY15" fmla="*/ 255835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5835"/>
                  </a:lnTo>
                  <a:lnTo>
                    <a:pt x="255835" y="0"/>
                  </a:lnTo>
                  <a:lnTo>
                    <a:pt x="504071" y="245703"/>
                  </a:lnTo>
                  <a:lnTo>
                    <a:pt x="749773" y="0"/>
                  </a:lnTo>
                  <a:lnTo>
                    <a:pt x="995476" y="245703"/>
                  </a:lnTo>
                  <a:lnTo>
                    <a:pt x="1243712" y="0"/>
                  </a:lnTo>
                  <a:lnTo>
                    <a:pt x="1489414" y="245703"/>
                  </a:lnTo>
                  <a:lnTo>
                    <a:pt x="1735117" y="0"/>
                  </a:lnTo>
                  <a:lnTo>
                    <a:pt x="1990952" y="255835"/>
                  </a:lnTo>
                  <a:lnTo>
                    <a:pt x="1973221" y="276099"/>
                  </a:lnTo>
                  <a:lnTo>
                    <a:pt x="1735117" y="40528"/>
                  </a:lnTo>
                  <a:close/>
                </a:path>
              </a:pathLst>
            </a:custGeom>
            <a:grpFill/>
            <a:ln w="25320" cap="flat">
              <a:noFill/>
              <a:prstDash val="solid"/>
              <a:miter/>
            </a:ln>
          </p:spPr>
          <p:txBody>
            <a:bodyPr rtlCol="0" anchor="ctr"/>
            <a:lstStyle/>
            <a:p>
              <a:endParaRPr lang="en-US"/>
            </a:p>
          </p:txBody>
        </p:sp>
        <p:sp>
          <p:nvSpPr>
            <p:cNvPr id="15" name="Freeform: Shape 14">
              <a:extLst>
                <a:ext uri="{FF2B5EF4-FFF2-40B4-BE49-F238E27FC236}">
                  <a16:creationId xmlns:a16="http://schemas.microsoft.com/office/drawing/2014/main" id="{19B609B6-D2AF-7C68-5CE7-ACD6ADB0D2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99366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8368 h 286230"/>
                <a:gd name="connsiteX8" fmla="*/ 255835 w 1990951"/>
                <a:gd name="connsiteY8" fmla="*/ 0 h 286230"/>
                <a:gd name="connsiteX9" fmla="*/ 504071 w 1990951"/>
                <a:gd name="connsiteY9" fmla="*/ 248236 h 286230"/>
                <a:gd name="connsiteX10" fmla="*/ 749773 w 1990951"/>
                <a:gd name="connsiteY10" fmla="*/ 0 h 286230"/>
                <a:gd name="connsiteX11" fmla="*/ 995476 w 1990951"/>
                <a:gd name="connsiteY11" fmla="*/ 248236 h 286230"/>
                <a:gd name="connsiteX12" fmla="*/ 1243712 w 1990951"/>
                <a:gd name="connsiteY12" fmla="*/ 0 h 286230"/>
                <a:gd name="connsiteX13" fmla="*/ 1489414 w 1990951"/>
                <a:gd name="connsiteY13" fmla="*/ 248236 h 286230"/>
                <a:gd name="connsiteX14" fmla="*/ 1735117 w 1990951"/>
                <a:gd name="connsiteY14" fmla="*/ 0 h 286230"/>
                <a:gd name="connsiteX15" fmla="*/ 1990952 w 1990951"/>
                <a:gd name="connsiteY15" fmla="*/ 258368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8368"/>
                  </a:lnTo>
                  <a:lnTo>
                    <a:pt x="255835" y="0"/>
                  </a:lnTo>
                  <a:lnTo>
                    <a:pt x="504071" y="248236"/>
                  </a:lnTo>
                  <a:lnTo>
                    <a:pt x="749773" y="0"/>
                  </a:lnTo>
                  <a:lnTo>
                    <a:pt x="995476" y="248236"/>
                  </a:lnTo>
                  <a:lnTo>
                    <a:pt x="1243712" y="0"/>
                  </a:lnTo>
                  <a:lnTo>
                    <a:pt x="1489414" y="248236"/>
                  </a:lnTo>
                  <a:lnTo>
                    <a:pt x="1735117" y="0"/>
                  </a:lnTo>
                  <a:lnTo>
                    <a:pt x="1990952" y="258368"/>
                  </a:lnTo>
                  <a:lnTo>
                    <a:pt x="1973221" y="276099"/>
                  </a:lnTo>
                  <a:lnTo>
                    <a:pt x="1735117" y="40528"/>
                  </a:lnTo>
                  <a:close/>
                </a:path>
              </a:pathLst>
            </a:custGeom>
            <a:grpFill/>
            <a:ln w="25320" cap="flat">
              <a:noFill/>
              <a:prstDash val="solid"/>
              <a:miter/>
            </a:ln>
          </p:spPr>
          <p:txBody>
            <a:bodyPr rtlCol="0" anchor="ctr"/>
            <a:lstStyle/>
            <a:p>
              <a:endParaRPr lang="en-US"/>
            </a:p>
          </p:txBody>
        </p:sp>
      </p:grpSp>
      <p:sp>
        <p:nvSpPr>
          <p:cNvPr id="17" name="Oval 16">
            <a:extLst>
              <a:ext uri="{FF2B5EF4-FFF2-40B4-BE49-F238E27FC236}">
                <a16:creationId xmlns:a16="http://schemas.microsoft.com/office/drawing/2014/main" id="{E1C161EF-24F5-69C2-3EAA-B916581B90F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260" y="4752208"/>
            <a:ext cx="365021" cy="365021"/>
          </a:xfrm>
          <a:prstGeom prst="ellipse">
            <a:avLst/>
          </a:prstGeom>
          <a:solidFill>
            <a:srgbClr val="FFFFFF"/>
          </a:solidFill>
          <a:ln w="28575">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9" name="Oval 18">
            <a:extLst>
              <a:ext uri="{FF2B5EF4-FFF2-40B4-BE49-F238E27FC236}">
                <a16:creationId xmlns:a16="http://schemas.microsoft.com/office/drawing/2014/main" id="{F42FE1B1-8116-CF52-4C91-D961BFD7E9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260" y="4752208"/>
            <a:ext cx="365021" cy="365021"/>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21" name="Graphic 4">
            <a:extLst>
              <a:ext uri="{FF2B5EF4-FFF2-40B4-BE49-F238E27FC236}">
                <a16:creationId xmlns:a16="http://schemas.microsoft.com/office/drawing/2014/main" id="{16B84FE4-4448-206D-6904-A1080017EC9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109667" y="5539934"/>
            <a:ext cx="975169" cy="975171"/>
            <a:chOff x="5829300" y="3162300"/>
            <a:chExt cx="532256" cy="532257"/>
          </a:xfrm>
          <a:solidFill>
            <a:schemeClr val="bg1"/>
          </a:solidFill>
        </p:grpSpPr>
        <p:sp>
          <p:nvSpPr>
            <p:cNvPr id="22" name="Freeform: Shape 21">
              <a:extLst>
                <a:ext uri="{FF2B5EF4-FFF2-40B4-BE49-F238E27FC236}">
                  <a16:creationId xmlns:a16="http://schemas.microsoft.com/office/drawing/2014/main" id="{0539FBAC-AD57-2F33-3505-71AFB6DB5C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9208" y="3192208"/>
              <a:ext cx="112966" cy="11296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9525" cap="flat">
              <a:no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915C044B-D948-ABA7-06BE-585B8665C84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1205" y="3164205"/>
              <a:ext cx="230314" cy="230314"/>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9525" cap="flat">
              <a:no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F84035F0-0143-8547-E3C7-616242354B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29300" y="3162300"/>
              <a:ext cx="294131" cy="294131"/>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9525" cap="flat">
              <a:no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66F601D0-2A63-6293-EBD5-67D7E5B981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7205" y="3170110"/>
              <a:ext cx="337184" cy="337280"/>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9525" cap="flat">
              <a:noFill/>
              <a:prstDash val="solid"/>
              <a:miter/>
            </a:ln>
          </p:spPr>
          <p:txBody>
            <a:bodyPr rtlCol="0" anchor="ctr"/>
            <a:lstStyle/>
            <a:p>
              <a:endParaRPr lang="en-US"/>
            </a:p>
          </p:txBody>
        </p:sp>
        <p:sp>
          <p:nvSpPr>
            <p:cNvPr id="26" name="Freeform: Shape 25">
              <a:extLst>
                <a:ext uri="{FF2B5EF4-FFF2-40B4-BE49-F238E27FC236}">
                  <a16:creationId xmlns:a16="http://schemas.microsoft.com/office/drawing/2014/main" id="{8F76F1C0-F713-DEFC-EC22-4B0994CACF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3207" y="3186207"/>
              <a:ext cx="364617" cy="364617"/>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9525" cap="flat">
              <a:no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76689271-A555-97F8-58E8-2F7BFC861B0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5305" y="3208305"/>
              <a:ext cx="380238" cy="380238"/>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9525" cap="flat">
              <a:noFill/>
              <a:prstDash val="solid"/>
              <a:miter/>
            </a:ln>
          </p:spPr>
          <p:txBody>
            <a:bodyPr rtlCol="0" anchor="ctr"/>
            <a:lstStyle/>
            <a:p>
              <a:endParaRPr lang="en-US"/>
            </a:p>
          </p:txBody>
        </p:sp>
        <p:sp>
          <p:nvSpPr>
            <p:cNvPr id="28" name="Freeform: Shape 27">
              <a:extLst>
                <a:ext uri="{FF2B5EF4-FFF2-40B4-BE49-F238E27FC236}">
                  <a16:creationId xmlns:a16="http://schemas.microsoft.com/office/drawing/2014/main" id="{29977A10-190A-E7C7-AEC5-BEB97F8F424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02832" y="3235832"/>
              <a:ext cx="385191" cy="385191"/>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9525" cap="flat">
              <a:noFill/>
              <a:prstDash val="solid"/>
              <a:miter/>
            </a:ln>
          </p:spPr>
          <p:txBody>
            <a:bodyPr rtlCol="0" anchor="ctr"/>
            <a:lstStyle/>
            <a:p>
              <a:endParaRPr lang="en-US"/>
            </a:p>
          </p:txBody>
        </p:sp>
        <p:sp>
          <p:nvSpPr>
            <p:cNvPr id="29" name="Freeform: Shape 28">
              <a:extLst>
                <a:ext uri="{FF2B5EF4-FFF2-40B4-BE49-F238E27FC236}">
                  <a16:creationId xmlns:a16="http://schemas.microsoft.com/office/drawing/2014/main" id="{F8EF86B4-725B-4ED5-70E3-EAFB38609F4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35789" y="3268313"/>
              <a:ext cx="379761" cy="380237"/>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298F7C7B-492B-E7EA-7046-52B0FA0DE95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2841" y="3305841"/>
              <a:ext cx="364807" cy="364807"/>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60017D3D-52B4-93C9-5E18-CEF2C7451A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16370" y="3349466"/>
              <a:ext cx="337280" cy="337280"/>
            </a:xfrm>
            <a:custGeom>
              <a:avLst/>
              <a:gdLst>
                <a:gd name="connsiteX0" fmla="*/ 333470 w 337280"/>
                <a:gd name="connsiteY0" fmla="*/ 0 h 337280"/>
                <a:gd name="connsiteX1" fmla="*/ 337280 w 337280"/>
                <a:gd name="connsiteY1" fmla="*/ 13430 h 337280"/>
                <a:gd name="connsiteX2" fmla="*/ 13430 w 337280"/>
                <a:gd name="connsiteY2" fmla="*/ 337280 h 337280"/>
                <a:gd name="connsiteX3" fmla="*/ 0 w 337280"/>
                <a:gd name="connsiteY3" fmla="*/ 333470 h 337280"/>
              </a:gdLst>
              <a:ahLst/>
              <a:cxnLst>
                <a:cxn ang="0">
                  <a:pos x="connsiteX0" y="connsiteY0"/>
                </a:cxn>
                <a:cxn ang="0">
                  <a:pos x="connsiteX1" y="connsiteY1"/>
                </a:cxn>
                <a:cxn ang="0">
                  <a:pos x="connsiteX2" y="connsiteY2"/>
                </a:cxn>
                <a:cxn ang="0">
                  <a:pos x="connsiteX3" y="connsiteY3"/>
                </a:cxn>
              </a:cxnLst>
              <a:rect l="l" t="t" r="r" b="b"/>
              <a:pathLst>
                <a:path w="337280" h="337280">
                  <a:moveTo>
                    <a:pt x="333470" y="0"/>
                  </a:moveTo>
                  <a:cubicBezTo>
                    <a:pt x="334899" y="4382"/>
                    <a:pt x="336137" y="8858"/>
                    <a:pt x="337280" y="13430"/>
                  </a:cubicBezTo>
                  <a:lnTo>
                    <a:pt x="13430" y="337280"/>
                  </a:lnTo>
                  <a:cubicBezTo>
                    <a:pt x="8858" y="336137"/>
                    <a:pt x="4382" y="334899"/>
                    <a:pt x="0" y="333470"/>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A3E88AFB-88BF-4B0A-ACE2-D707077C4C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67329" y="3400425"/>
              <a:ext cx="294227" cy="294132"/>
            </a:xfrm>
            <a:custGeom>
              <a:avLst/>
              <a:gdLst>
                <a:gd name="connsiteX0" fmla="*/ 292989 w 294227"/>
                <a:gd name="connsiteY0" fmla="*/ 0 h 294132"/>
                <a:gd name="connsiteX1" fmla="*/ 294227 w 294227"/>
                <a:gd name="connsiteY1" fmla="*/ 15907 h 294132"/>
                <a:gd name="connsiteX2" fmla="*/ 15907 w 294227"/>
                <a:gd name="connsiteY2" fmla="*/ 294132 h 294132"/>
                <a:gd name="connsiteX3" fmla="*/ 0 w 294227"/>
                <a:gd name="connsiteY3" fmla="*/ 292894 h 294132"/>
              </a:gdLst>
              <a:ahLst/>
              <a:cxnLst>
                <a:cxn ang="0">
                  <a:pos x="connsiteX0" y="connsiteY0"/>
                </a:cxn>
                <a:cxn ang="0">
                  <a:pos x="connsiteX1" y="connsiteY1"/>
                </a:cxn>
                <a:cxn ang="0">
                  <a:pos x="connsiteX2" y="connsiteY2"/>
                </a:cxn>
                <a:cxn ang="0">
                  <a:pos x="connsiteX3" y="connsiteY3"/>
                </a:cxn>
              </a:cxnLst>
              <a:rect l="l" t="t" r="r" b="b"/>
              <a:pathLst>
                <a:path w="294227" h="294132">
                  <a:moveTo>
                    <a:pt x="292989" y="0"/>
                  </a:moveTo>
                  <a:cubicBezTo>
                    <a:pt x="293561" y="5334"/>
                    <a:pt x="293942" y="10668"/>
                    <a:pt x="294227" y="15907"/>
                  </a:cubicBezTo>
                  <a:lnTo>
                    <a:pt x="15907" y="294132"/>
                  </a:lnTo>
                  <a:cubicBezTo>
                    <a:pt x="10668" y="294132"/>
                    <a:pt x="5334" y="293465"/>
                    <a:pt x="0" y="292894"/>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5B094DD7-2674-6CFD-AB4C-49F01154B80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29337" y="3462337"/>
              <a:ext cx="230314" cy="230314"/>
            </a:xfrm>
            <a:custGeom>
              <a:avLst/>
              <a:gdLst>
                <a:gd name="connsiteX0" fmla="*/ 230315 w 230314"/>
                <a:gd name="connsiteY0" fmla="*/ 0 h 230314"/>
                <a:gd name="connsiteX1" fmla="*/ 226886 w 230314"/>
                <a:gd name="connsiteY1" fmla="*/ 20574 h 230314"/>
                <a:gd name="connsiteX2" fmla="*/ 20669 w 230314"/>
                <a:gd name="connsiteY2" fmla="*/ 226790 h 230314"/>
                <a:gd name="connsiteX3" fmla="*/ 0 w 230314"/>
                <a:gd name="connsiteY3" fmla="*/ 230315 h 230314"/>
              </a:gdLst>
              <a:ahLst/>
              <a:cxnLst>
                <a:cxn ang="0">
                  <a:pos x="connsiteX0" y="connsiteY0"/>
                </a:cxn>
                <a:cxn ang="0">
                  <a:pos x="connsiteX1" y="connsiteY1"/>
                </a:cxn>
                <a:cxn ang="0">
                  <a:pos x="connsiteX2" y="connsiteY2"/>
                </a:cxn>
                <a:cxn ang="0">
                  <a:pos x="connsiteX3" y="connsiteY3"/>
                </a:cxn>
              </a:cxnLst>
              <a:rect l="l" t="t" r="r" b="b"/>
              <a:pathLst>
                <a:path w="230314" h="230314">
                  <a:moveTo>
                    <a:pt x="230315" y="0"/>
                  </a:moveTo>
                  <a:cubicBezTo>
                    <a:pt x="229457" y="6953"/>
                    <a:pt x="228314" y="13716"/>
                    <a:pt x="226886" y="20574"/>
                  </a:cubicBezTo>
                  <a:lnTo>
                    <a:pt x="20669" y="226790"/>
                  </a:lnTo>
                  <a:cubicBezTo>
                    <a:pt x="13811" y="228314"/>
                    <a:pt x="6953" y="229457"/>
                    <a:pt x="0" y="230315"/>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4CC083EA-9E78-65D1-6AFA-4BF39EFB4EF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18682" y="3551682"/>
              <a:ext cx="112871" cy="112871"/>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9525" cap="flat">
              <a:noFill/>
              <a:prstDash val="solid"/>
              <a:miter/>
            </a:ln>
          </p:spPr>
          <p:txBody>
            <a:bodyPr rtlCol="0" anchor="ctr"/>
            <a:lstStyle/>
            <a:p>
              <a:endParaRPr lang="en-US"/>
            </a:p>
          </p:txBody>
        </p:sp>
      </p:grpSp>
      <p:graphicFrame>
        <p:nvGraphicFramePr>
          <p:cNvPr id="5" name="Content Placeholder 2">
            <a:extLst>
              <a:ext uri="{FF2B5EF4-FFF2-40B4-BE49-F238E27FC236}">
                <a16:creationId xmlns:a16="http://schemas.microsoft.com/office/drawing/2014/main" id="{5DB431E6-6971-C0DE-0104-177671B3D29C}"/>
              </a:ext>
            </a:extLst>
          </p:cNvPr>
          <p:cNvGraphicFramePr>
            <a:graphicFrameLocks noGrp="1"/>
          </p:cNvGraphicFramePr>
          <p:nvPr>
            <p:ph idx="1"/>
            <p:extLst>
              <p:ext uri="{D42A27DB-BD31-4B8C-83A1-F6EECF244321}">
                <p14:modId xmlns:p14="http://schemas.microsoft.com/office/powerpoint/2010/main" val="3242129443"/>
              </p:ext>
            </p:extLst>
          </p:nvPr>
        </p:nvGraphicFramePr>
        <p:xfrm>
          <a:off x="5484139" y="477540"/>
          <a:ext cx="6301601" cy="587880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423849682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CB33106-9543-E927-2C33-8046278DD61E}"/>
              </a:ext>
            </a:extLst>
          </p:cNvPr>
          <p:cNvSpPr>
            <a:spLocks noGrp="1"/>
          </p:cNvSpPr>
          <p:nvPr>
            <p:ph type="title"/>
          </p:nvPr>
        </p:nvSpPr>
        <p:spPr>
          <a:xfrm>
            <a:off x="1391010" y="220020"/>
            <a:ext cx="10381003" cy="1070326"/>
          </a:xfrm>
        </p:spPr>
        <p:txBody>
          <a:bodyPr>
            <a:normAutofit/>
          </a:bodyPr>
          <a:lstStyle/>
          <a:p>
            <a:r>
              <a:rPr lang="en-US">
                <a:solidFill>
                  <a:schemeClr val="bg1"/>
                </a:solidFill>
              </a:rPr>
              <a:t>Taint Mode</a:t>
            </a:r>
          </a:p>
        </p:txBody>
      </p:sp>
      <p:sp>
        <p:nvSpPr>
          <p:cNvPr id="6" name="Freeform: Shape 9">
            <a:extLst>
              <a:ext uri="{FF2B5EF4-FFF2-40B4-BE49-F238E27FC236}">
                <a16:creationId xmlns:a16="http://schemas.microsoft.com/office/drawing/2014/main" id="{D0A98BBA-D3EA-45DC-B8A1-9C61397D4C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2E4C95AB-2BD7-4E38-BDD5-1E41F3A9BC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5836128-58DE-4E5A-B27E-DFE747CA0B2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9"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A92DF49A-063A-4F60-BE30-D268264925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70DCBBE0-7DEE-43ED-BEE3-ABB179CFC1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539FE8DF-D1B2-4074-9BDF-C458EA0123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1C143B5-6E24-417D-A035-65747A8E9D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0331ED8C-8819-4FFB-BF3C-FDA6A90D4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A39574D-5ECC-4A94-9CB6-646D90DA5A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A73D6F7-977D-4026-8F68-CA63C162C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6348370-4FD9-4A99-BB05-944D5B0B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1146D46-43DB-4487-A191-0970511C3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DA0090F-4FBF-434D-83B1-B274F83A91F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C8DF6032-C07A-45C6-8A4F-04EF4EDC04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5B89F44-A096-479D-AD1F-120561C28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5547DC8-8B87-4446-9CC9-65AF04A5FE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
        <p:nvSpPr>
          <p:cNvPr id="3" name="TextBox 2">
            <a:extLst>
              <a:ext uri="{FF2B5EF4-FFF2-40B4-BE49-F238E27FC236}">
                <a16:creationId xmlns:a16="http://schemas.microsoft.com/office/drawing/2014/main" id="{80A350F9-B493-5B48-2059-EBF67B7B15D5}"/>
              </a:ext>
            </a:extLst>
          </p:cNvPr>
          <p:cNvSpPr txBox="1"/>
          <p:nvPr/>
        </p:nvSpPr>
        <p:spPr>
          <a:xfrm>
            <a:off x="9543850" y="6308209"/>
            <a:ext cx="6096000" cy="369332"/>
          </a:xfrm>
          <a:prstGeom prst="rect">
            <a:avLst/>
          </a:prstGeom>
          <a:noFill/>
        </p:spPr>
        <p:txBody>
          <a:bodyPr wrap="square">
            <a:spAutoFit/>
          </a:bodyPr>
          <a:lstStyle/>
          <a:p>
            <a:r>
              <a:rPr lang="en-US">
                <a:hlinkClick r:id="rId3"/>
              </a:rPr>
              <a:t>Taint Mode | Semgrep</a:t>
            </a:r>
            <a:endParaRPr lang="en-US"/>
          </a:p>
        </p:txBody>
      </p:sp>
      <p:sp>
        <p:nvSpPr>
          <p:cNvPr id="4" name="Content Placeholder 4">
            <a:extLst>
              <a:ext uri="{FF2B5EF4-FFF2-40B4-BE49-F238E27FC236}">
                <a16:creationId xmlns:a16="http://schemas.microsoft.com/office/drawing/2014/main" id="{0A154DCE-569E-BD35-F487-AE9C125D7549}"/>
              </a:ext>
            </a:extLst>
          </p:cNvPr>
          <p:cNvSpPr>
            <a:spLocks noGrp="1"/>
          </p:cNvSpPr>
          <p:nvPr>
            <p:ph idx="1"/>
          </p:nvPr>
        </p:nvSpPr>
        <p:spPr>
          <a:xfrm>
            <a:off x="743502" y="1401293"/>
            <a:ext cx="10515600" cy="4351338"/>
          </a:xfrm>
        </p:spPr>
        <p:txBody>
          <a:bodyPr>
            <a:normAutofit/>
          </a:bodyPr>
          <a:lstStyle/>
          <a:p>
            <a:r>
              <a:rPr lang="en-US" b="0" i="0">
                <a:solidFill>
                  <a:schemeClr val="bg1"/>
                </a:solidFill>
                <a:effectLst/>
                <a:latin typeface="Inter"/>
              </a:rPr>
              <a:t>Tracks the flow of untrusted, or </a:t>
            </a:r>
            <a:r>
              <a:rPr lang="en-US" b="1" i="0">
                <a:solidFill>
                  <a:schemeClr val="bg1"/>
                </a:solidFill>
                <a:effectLst/>
                <a:latin typeface="Inter"/>
              </a:rPr>
              <a:t>tainted</a:t>
            </a:r>
            <a:r>
              <a:rPr lang="en-US" b="0" i="0">
                <a:solidFill>
                  <a:schemeClr val="bg1"/>
                </a:solidFill>
                <a:effectLst/>
                <a:latin typeface="Inter"/>
              </a:rPr>
              <a:t> data throughout the body of a function or method</a:t>
            </a:r>
          </a:p>
          <a:p>
            <a:endParaRPr lang="en-US" i="1">
              <a:solidFill>
                <a:schemeClr val="bg1"/>
              </a:solidFill>
            </a:endParaRPr>
          </a:p>
          <a:p>
            <a:endParaRPr lang="en-US" i="1">
              <a:solidFill>
                <a:schemeClr val="bg1"/>
              </a:solidFill>
            </a:endParaRPr>
          </a:p>
          <a:p>
            <a:pPr marL="0" indent="0">
              <a:buNone/>
            </a:pPr>
            <a:endParaRPr lang="en-US">
              <a:solidFill>
                <a:schemeClr val="bg1"/>
              </a:solidFill>
            </a:endParaRPr>
          </a:p>
        </p:txBody>
      </p:sp>
      <p:pic>
        <p:nvPicPr>
          <p:cNvPr id="8" name="Picture 7">
            <a:extLst>
              <a:ext uri="{FF2B5EF4-FFF2-40B4-BE49-F238E27FC236}">
                <a16:creationId xmlns:a16="http://schemas.microsoft.com/office/drawing/2014/main" id="{ECD1826D-7D28-DAE5-99CC-B74C19B390F6}"/>
              </a:ext>
            </a:extLst>
          </p:cNvPr>
          <p:cNvPicPr>
            <a:picLocks noChangeAspect="1"/>
          </p:cNvPicPr>
          <p:nvPr/>
        </p:nvPicPr>
        <p:blipFill>
          <a:blip r:embed="rId4"/>
          <a:srcRect/>
          <a:stretch/>
        </p:blipFill>
        <p:spPr>
          <a:xfrm>
            <a:off x="696989" y="2671373"/>
            <a:ext cx="5354249" cy="3323867"/>
          </a:xfrm>
          <a:prstGeom prst="rect">
            <a:avLst/>
          </a:prstGeom>
          <a:ln>
            <a:solidFill>
              <a:schemeClr val="tx1"/>
            </a:solidFill>
          </a:ln>
          <a:effectLst>
            <a:outerShdw blurRad="292100" dist="139700" dir="2700000" algn="tl" rotWithShape="0">
              <a:srgbClr val="333333">
                <a:alpha val="65000"/>
              </a:srgbClr>
            </a:outerShdw>
          </a:effectLst>
        </p:spPr>
      </p:pic>
      <p:pic>
        <p:nvPicPr>
          <p:cNvPr id="10" name="Picture 9">
            <a:extLst>
              <a:ext uri="{FF2B5EF4-FFF2-40B4-BE49-F238E27FC236}">
                <a16:creationId xmlns:a16="http://schemas.microsoft.com/office/drawing/2014/main" id="{11BBCC9C-CA29-BC66-46CC-252D88A17A72}"/>
              </a:ext>
            </a:extLst>
          </p:cNvPr>
          <p:cNvPicPr>
            <a:picLocks noChangeAspect="1"/>
          </p:cNvPicPr>
          <p:nvPr/>
        </p:nvPicPr>
        <p:blipFill>
          <a:blip r:embed="rId5"/>
          <a:stretch>
            <a:fillRect/>
          </a:stretch>
        </p:blipFill>
        <p:spPr>
          <a:xfrm>
            <a:off x="6609814" y="2661178"/>
            <a:ext cx="4959917" cy="3185401"/>
          </a:xfrm>
          <a:prstGeom prst="rect">
            <a:avLst/>
          </a:prstGeom>
          <a:ln>
            <a:solidFill>
              <a:schemeClr val="tx1"/>
            </a:solidFill>
          </a:ln>
          <a:effectLst>
            <a:outerShdw blurRad="292100" dist="139700" dir="2700000" algn="tl" rotWithShape="0">
              <a:srgbClr val="333333">
                <a:alpha val="65000"/>
              </a:srgbClr>
            </a:outerShdw>
          </a:effectLst>
        </p:spPr>
      </p:pic>
      <p:grpSp>
        <p:nvGrpSpPr>
          <p:cNvPr id="14" name="Group 13">
            <a:extLst>
              <a:ext uri="{FF2B5EF4-FFF2-40B4-BE49-F238E27FC236}">
                <a16:creationId xmlns:a16="http://schemas.microsoft.com/office/drawing/2014/main" id="{FAB45282-5EA4-5BC6-BD79-E687BFF52852}"/>
              </a:ext>
            </a:extLst>
          </p:cNvPr>
          <p:cNvGrpSpPr/>
          <p:nvPr/>
        </p:nvGrpSpPr>
        <p:grpSpPr>
          <a:xfrm>
            <a:off x="1016710" y="2986188"/>
            <a:ext cx="2711228" cy="1822405"/>
            <a:chOff x="1016710" y="2161309"/>
            <a:chExt cx="2711228" cy="1822405"/>
          </a:xfrm>
        </p:grpSpPr>
        <p:sp>
          <p:nvSpPr>
            <p:cNvPr id="15" name="Rectangle 14">
              <a:extLst>
                <a:ext uri="{FF2B5EF4-FFF2-40B4-BE49-F238E27FC236}">
                  <a16:creationId xmlns:a16="http://schemas.microsoft.com/office/drawing/2014/main" id="{B5DD2E9B-2B7E-FCA3-3914-1D81134F2896}"/>
                </a:ext>
              </a:extLst>
            </p:cNvPr>
            <p:cNvSpPr/>
            <p:nvPr/>
          </p:nvSpPr>
          <p:spPr>
            <a:xfrm>
              <a:off x="1016710" y="2161309"/>
              <a:ext cx="2385114" cy="1822405"/>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Arrow: Left 15">
              <a:extLst>
                <a:ext uri="{FF2B5EF4-FFF2-40B4-BE49-F238E27FC236}">
                  <a16:creationId xmlns:a16="http://schemas.microsoft.com/office/drawing/2014/main" id="{109A43E0-4547-27A2-1E6D-F4994840011C}"/>
                </a:ext>
              </a:extLst>
            </p:cNvPr>
            <p:cNvSpPr/>
            <p:nvPr/>
          </p:nvSpPr>
          <p:spPr>
            <a:xfrm>
              <a:off x="3568078" y="2436269"/>
              <a:ext cx="159860" cy="166254"/>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5624019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6C57543-1C4D-86CF-1FC2-477477E1DBD4}"/>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B752113B-1596-1BF8-A4EA-9C50C9F1B4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AECB3C7-200E-7035-825A-E1339988D3C0}"/>
              </a:ext>
            </a:extLst>
          </p:cNvPr>
          <p:cNvSpPr>
            <a:spLocks noGrp="1"/>
          </p:cNvSpPr>
          <p:nvPr>
            <p:ph type="title"/>
          </p:nvPr>
        </p:nvSpPr>
        <p:spPr>
          <a:xfrm>
            <a:off x="1170294" y="146885"/>
            <a:ext cx="10381004" cy="1070326"/>
          </a:xfrm>
        </p:spPr>
        <p:txBody>
          <a:bodyPr>
            <a:normAutofit/>
          </a:bodyPr>
          <a:lstStyle/>
          <a:p>
            <a:r>
              <a:rPr lang="en-US">
                <a:solidFill>
                  <a:schemeClr val="bg1"/>
                </a:solidFill>
              </a:rPr>
              <a:t>LLM-based Code Analysis</a:t>
            </a:r>
          </a:p>
        </p:txBody>
      </p:sp>
      <p:sp>
        <p:nvSpPr>
          <p:cNvPr id="6" name="Freeform: Shape 9">
            <a:extLst>
              <a:ext uri="{FF2B5EF4-FFF2-40B4-BE49-F238E27FC236}">
                <a16:creationId xmlns:a16="http://schemas.microsoft.com/office/drawing/2014/main" id="{3F70D04E-2C97-93F8-F24F-34FB60846A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D7D84B7A-1BB4-83D8-B6F9-0628DC68F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5F99978A-DDB2-3AF0-7DB6-2B1F4E9595B2}"/>
              </a:ext>
            </a:extLst>
          </p:cNvPr>
          <p:cNvSpPr>
            <a:spLocks noGrp="1"/>
          </p:cNvSpPr>
          <p:nvPr>
            <p:ph idx="1"/>
          </p:nvPr>
        </p:nvSpPr>
        <p:spPr>
          <a:xfrm>
            <a:off x="905498" y="1336986"/>
            <a:ext cx="10381004" cy="3831168"/>
          </a:xfrm>
        </p:spPr>
        <p:txBody>
          <a:bodyPr>
            <a:noAutofit/>
          </a:bodyPr>
          <a:lstStyle/>
          <a:p>
            <a:r>
              <a:rPr lang="en-US" sz="2400">
                <a:solidFill>
                  <a:schemeClr val="bg1"/>
                </a:solidFill>
              </a:rPr>
              <a:t>SAST triage can be painful</a:t>
            </a:r>
          </a:p>
          <a:p>
            <a:pPr lvl="1"/>
            <a:r>
              <a:rPr lang="en-US" sz="2000">
                <a:solidFill>
                  <a:schemeClr val="bg1"/>
                </a:solidFill>
              </a:rPr>
              <a:t>Scale</a:t>
            </a:r>
          </a:p>
          <a:p>
            <a:pPr lvl="1"/>
            <a:r>
              <a:rPr lang="en-US" sz="2000">
                <a:solidFill>
                  <a:schemeClr val="bg1"/>
                </a:solidFill>
              </a:rPr>
              <a:t>Context</a:t>
            </a:r>
          </a:p>
          <a:p>
            <a:pPr lvl="1"/>
            <a:r>
              <a:rPr lang="en-US" sz="2000">
                <a:solidFill>
                  <a:schemeClr val="bg1"/>
                </a:solidFill>
              </a:rPr>
              <a:t>Confidence</a:t>
            </a:r>
          </a:p>
          <a:p>
            <a:endParaRPr lang="en-US" sz="2400">
              <a:solidFill>
                <a:schemeClr val="bg1"/>
              </a:solidFill>
            </a:endParaRPr>
          </a:p>
          <a:p>
            <a:r>
              <a:rPr lang="en-US" sz="2400">
                <a:solidFill>
                  <a:schemeClr val="bg1"/>
                </a:solidFill>
              </a:rPr>
              <a:t>Leverage LLM capabilities</a:t>
            </a:r>
          </a:p>
          <a:p>
            <a:pPr lvl="1"/>
            <a:r>
              <a:rPr lang="en-US" sz="2000">
                <a:solidFill>
                  <a:schemeClr val="bg1"/>
                </a:solidFill>
              </a:rPr>
              <a:t>At scale</a:t>
            </a:r>
          </a:p>
          <a:p>
            <a:pPr lvl="1"/>
            <a:r>
              <a:rPr lang="en-US" sz="2000">
                <a:solidFill>
                  <a:schemeClr val="bg1"/>
                </a:solidFill>
              </a:rPr>
              <a:t>With context</a:t>
            </a:r>
          </a:p>
          <a:p>
            <a:pPr lvl="1"/>
            <a:r>
              <a:rPr lang="en-US" sz="2000">
                <a:solidFill>
                  <a:schemeClr val="bg1"/>
                </a:solidFill>
              </a:rPr>
              <a:t>Increased confidence</a:t>
            </a:r>
          </a:p>
        </p:txBody>
      </p:sp>
      <p:grpSp>
        <p:nvGrpSpPr>
          <p:cNvPr id="9" name="Group 8">
            <a:extLst>
              <a:ext uri="{FF2B5EF4-FFF2-40B4-BE49-F238E27FC236}">
                <a16:creationId xmlns:a16="http://schemas.microsoft.com/office/drawing/2014/main" id="{E15EF506-CB52-DD82-F515-58B990BC408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0803A6B4-7DBC-3062-8E45-E5C959B187E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47D48622-1222-3B2C-FA91-EE8734AB36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62BE9F14-7E75-D8A0-E12D-B851BB5699D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B1DC85DE-BA57-88BA-1CAA-5D3DD32283A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DCB5393E-AD07-7871-837B-A8D4AFE9606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9789DFFA-15D3-512E-7627-505AB302E4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84A6EF65-4C22-D32C-C186-22C3BB4D85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9968336D-FD3D-49EF-7845-87465EC4218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A85E2B12-9CBB-E82D-3D38-D2878845041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96CEB40A-458C-BD71-0EFE-D3587CE3A8D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70839017-B464-752D-0421-655C357896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BAFC648F-2EFD-3314-74C2-D328EF1302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0584F529-5789-A623-3F17-A026F9A0B19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Tree>
    <p:extLst>
      <p:ext uri="{BB962C8B-B14F-4D97-AF65-F5344CB8AC3E}">
        <p14:creationId xmlns:p14="http://schemas.microsoft.com/office/powerpoint/2010/main" val="251866128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C262C86-DFC7-CB7F-8D7F-1903DB3D8E31}"/>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26A6133B-CD9F-FD09-1741-5EC4D92F3F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10DD92D-D05F-1486-E359-ED7FD4BDEB5C}"/>
              </a:ext>
            </a:extLst>
          </p:cNvPr>
          <p:cNvSpPr>
            <a:spLocks noGrp="1"/>
          </p:cNvSpPr>
          <p:nvPr>
            <p:ph type="title"/>
          </p:nvPr>
        </p:nvSpPr>
        <p:spPr>
          <a:xfrm>
            <a:off x="1170294" y="146885"/>
            <a:ext cx="10381004" cy="1070326"/>
          </a:xfrm>
        </p:spPr>
        <p:txBody>
          <a:bodyPr>
            <a:normAutofit/>
          </a:bodyPr>
          <a:lstStyle/>
          <a:p>
            <a:r>
              <a:rPr lang="en-US">
                <a:solidFill>
                  <a:schemeClr val="bg1"/>
                </a:solidFill>
              </a:rPr>
              <a:t>LLM-based Code Analysis</a:t>
            </a:r>
          </a:p>
        </p:txBody>
      </p:sp>
      <p:sp>
        <p:nvSpPr>
          <p:cNvPr id="6" name="Freeform: Shape 9">
            <a:extLst>
              <a:ext uri="{FF2B5EF4-FFF2-40B4-BE49-F238E27FC236}">
                <a16:creationId xmlns:a16="http://schemas.microsoft.com/office/drawing/2014/main" id="{0ABAB687-ABA8-DAE8-A221-8FD0149C38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D61D66D2-601F-E12F-0E3D-A1CEB340E6A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4C8B3DFB-95C3-E893-4020-D357461E806F}"/>
              </a:ext>
            </a:extLst>
          </p:cNvPr>
          <p:cNvSpPr>
            <a:spLocks noGrp="1"/>
          </p:cNvSpPr>
          <p:nvPr>
            <p:ph idx="1"/>
          </p:nvPr>
        </p:nvSpPr>
        <p:spPr>
          <a:xfrm>
            <a:off x="905498" y="1336986"/>
            <a:ext cx="10381004" cy="3831168"/>
          </a:xfrm>
        </p:spPr>
        <p:txBody>
          <a:bodyPr>
            <a:noAutofit/>
          </a:bodyPr>
          <a:lstStyle/>
          <a:p>
            <a:r>
              <a:rPr lang="en-US" sz="2400">
                <a:solidFill>
                  <a:schemeClr val="bg1"/>
                </a:solidFill>
              </a:rPr>
              <a:t>SAST results can be exported via SARIF</a:t>
            </a:r>
          </a:p>
          <a:p>
            <a:endParaRPr lang="en-US" sz="2400">
              <a:solidFill>
                <a:schemeClr val="bg1"/>
              </a:solidFill>
            </a:endParaRPr>
          </a:p>
          <a:p>
            <a:r>
              <a:rPr lang="en-US" sz="2400">
                <a:solidFill>
                  <a:schemeClr val="bg1"/>
                </a:solidFill>
              </a:rPr>
              <a:t>LLMs excel at (code) summarization</a:t>
            </a:r>
          </a:p>
          <a:p>
            <a:pPr marL="0" indent="0">
              <a:buNone/>
            </a:pPr>
            <a:endParaRPr lang="en-US" sz="2400">
              <a:solidFill>
                <a:schemeClr val="bg1"/>
              </a:solidFill>
            </a:endParaRPr>
          </a:p>
          <a:p>
            <a:r>
              <a:rPr lang="en-US" sz="2400">
                <a:solidFill>
                  <a:schemeClr val="bg1"/>
                </a:solidFill>
              </a:rPr>
              <a:t>Some LLMs have a ”JSON constrained” output guarantee</a:t>
            </a:r>
          </a:p>
          <a:p>
            <a:pPr marL="0" indent="0">
              <a:buNone/>
            </a:pPr>
            <a:endParaRPr lang="en-US" sz="2400">
              <a:solidFill>
                <a:schemeClr val="bg1"/>
              </a:solidFill>
            </a:endParaRPr>
          </a:p>
          <a:p>
            <a:r>
              <a:rPr lang="en-US" sz="2400">
                <a:solidFill>
                  <a:schemeClr val="bg1"/>
                </a:solidFill>
              </a:rPr>
              <a:t>LLMs exhibit understanding the JSON spec</a:t>
            </a:r>
          </a:p>
        </p:txBody>
      </p:sp>
      <p:grpSp>
        <p:nvGrpSpPr>
          <p:cNvPr id="9" name="Group 8">
            <a:extLst>
              <a:ext uri="{FF2B5EF4-FFF2-40B4-BE49-F238E27FC236}">
                <a16:creationId xmlns:a16="http://schemas.microsoft.com/office/drawing/2014/main" id="{56BDA72D-6A29-D888-C39E-F47D694576D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C407474E-ADCD-33DF-8CE8-3110451FAC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452C6052-E4DF-0009-B9FA-E14E45B7D9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EF69F92C-3073-3E4F-5CA8-CA7FD0F5B10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C5CAE440-7699-16D6-EAA0-6893565641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CC90ABCB-61BD-D427-2A39-CFEE1A99807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C97A09BD-CA62-266E-6ADC-8BFA0020FD0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E6E6377E-ADF7-329F-C4AA-1CC3707A755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3CABC32A-E32C-D495-B2FB-510AE9531B4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3826EBB9-98FF-8934-4381-C269B474136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E497CD3C-E794-0057-BEE7-4E0D871915B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34154553-E40B-0681-DB11-BD7F4F8C85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DA1DDB98-24E3-5580-FD72-B5B8DA44945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64BE3780-B897-AF07-5254-CCFB7869B21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Tree>
    <p:extLst>
      <p:ext uri="{BB962C8B-B14F-4D97-AF65-F5344CB8AC3E}">
        <p14:creationId xmlns:p14="http://schemas.microsoft.com/office/powerpoint/2010/main" val="428311041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CE7EF98-2946-2CFA-9167-0407AAA3CFB9}"/>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33A49AE7-F2B2-0CB1-6139-02E67AEEB03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A8FE743-4D04-53BC-8720-4F5515572BCD}"/>
              </a:ext>
            </a:extLst>
          </p:cNvPr>
          <p:cNvSpPr>
            <a:spLocks noGrp="1"/>
          </p:cNvSpPr>
          <p:nvPr>
            <p:ph type="title"/>
          </p:nvPr>
        </p:nvSpPr>
        <p:spPr>
          <a:xfrm>
            <a:off x="1170294" y="146885"/>
            <a:ext cx="10381004" cy="1070326"/>
          </a:xfrm>
        </p:spPr>
        <p:txBody>
          <a:bodyPr>
            <a:normAutofit/>
          </a:bodyPr>
          <a:lstStyle/>
          <a:p>
            <a:r>
              <a:rPr lang="en-US">
                <a:solidFill>
                  <a:schemeClr val="bg1"/>
                </a:solidFill>
              </a:rPr>
              <a:t>Building it up</a:t>
            </a:r>
          </a:p>
        </p:txBody>
      </p:sp>
      <p:sp>
        <p:nvSpPr>
          <p:cNvPr id="6" name="Freeform: Shape 9">
            <a:extLst>
              <a:ext uri="{FF2B5EF4-FFF2-40B4-BE49-F238E27FC236}">
                <a16:creationId xmlns:a16="http://schemas.microsoft.com/office/drawing/2014/main" id="{5F06BC8D-EE55-BB91-89BC-723326E175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FA020584-6CD0-3E2B-396C-ACBDF872684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A65B9D85-1325-C92C-BC76-6628D29DE1AA}"/>
              </a:ext>
            </a:extLst>
          </p:cNvPr>
          <p:cNvSpPr>
            <a:spLocks noGrp="1"/>
          </p:cNvSpPr>
          <p:nvPr>
            <p:ph idx="1"/>
          </p:nvPr>
        </p:nvSpPr>
        <p:spPr>
          <a:xfrm>
            <a:off x="905498" y="1336986"/>
            <a:ext cx="10381004" cy="3831168"/>
          </a:xfrm>
        </p:spPr>
        <p:txBody>
          <a:bodyPr>
            <a:noAutofit/>
          </a:bodyPr>
          <a:lstStyle/>
          <a:p>
            <a:r>
              <a:rPr lang="en-US" sz="2400">
                <a:solidFill>
                  <a:schemeClr val="bg1"/>
                </a:solidFill>
              </a:rPr>
              <a:t>SARIF offers interoperability between SAST tools</a:t>
            </a:r>
          </a:p>
          <a:p>
            <a:endParaRPr lang="en-US" sz="2400">
              <a:solidFill>
                <a:schemeClr val="bg1"/>
              </a:solidFill>
            </a:endParaRPr>
          </a:p>
          <a:p>
            <a:r>
              <a:rPr lang="en-US" sz="2400">
                <a:solidFill>
                  <a:schemeClr val="bg1"/>
                </a:solidFill>
              </a:rPr>
              <a:t>SARIF is JSON</a:t>
            </a:r>
          </a:p>
          <a:p>
            <a:endParaRPr lang="en-US" sz="2400">
              <a:solidFill>
                <a:schemeClr val="bg1"/>
              </a:solidFill>
            </a:endParaRPr>
          </a:p>
          <a:p>
            <a:r>
              <a:rPr lang="en-US" sz="2400">
                <a:solidFill>
                  <a:schemeClr val="bg1"/>
                </a:solidFill>
              </a:rPr>
              <a:t>Lots of language support to parse JSON</a:t>
            </a:r>
          </a:p>
          <a:p>
            <a:endParaRPr lang="en-US" sz="2400">
              <a:solidFill>
                <a:schemeClr val="bg1"/>
              </a:solidFill>
            </a:endParaRPr>
          </a:p>
        </p:txBody>
      </p:sp>
      <p:grpSp>
        <p:nvGrpSpPr>
          <p:cNvPr id="9" name="Group 8">
            <a:extLst>
              <a:ext uri="{FF2B5EF4-FFF2-40B4-BE49-F238E27FC236}">
                <a16:creationId xmlns:a16="http://schemas.microsoft.com/office/drawing/2014/main" id="{A46629AC-46C3-96EE-C7EA-4C49BC12FC3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5B6A875D-7533-1C87-73FA-B140F7479D1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2FBF23AB-83C7-FEE4-4F9A-561AD64EACA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9CB0E19C-FE4B-9479-A84A-CD3F281A343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53C0495D-5FE5-C49E-4D9C-89C7AA0267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BBC27765-9759-A1ED-BD64-EFD58C3366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B396683B-08F0-1CBF-D99F-E5873E77F17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86A7D2CF-E891-771B-A78A-7DEEA50F40F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F41CCD8B-DCE8-AAFE-2721-614DEDAF60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04558306-83E1-C857-C77A-2E64415E7F7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E356E261-C685-12F2-6341-8BCB23A1BBE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614CF074-0B7E-0065-3308-5FDAB6DF879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86920FC6-2790-861E-1C04-D509A282093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66E49B1F-9B05-C768-7DF7-E7857717D1B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Tree>
    <p:extLst>
      <p:ext uri="{BB962C8B-B14F-4D97-AF65-F5344CB8AC3E}">
        <p14:creationId xmlns:p14="http://schemas.microsoft.com/office/powerpoint/2010/main" val="12652597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5BE7F56-DC03-637D-0551-202CBA33AF6D}"/>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D576EE5-5111-F01B-D57C-52E1D4F4B9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CDF267D-1EC8-FDF6-58A7-9F659240BE34}"/>
              </a:ext>
            </a:extLst>
          </p:cNvPr>
          <p:cNvSpPr>
            <a:spLocks noGrp="1"/>
          </p:cNvSpPr>
          <p:nvPr>
            <p:ph type="title"/>
          </p:nvPr>
        </p:nvSpPr>
        <p:spPr>
          <a:xfrm>
            <a:off x="1170294" y="146885"/>
            <a:ext cx="10381004" cy="1070326"/>
          </a:xfrm>
        </p:spPr>
        <p:txBody>
          <a:bodyPr>
            <a:normAutofit/>
          </a:bodyPr>
          <a:lstStyle/>
          <a:p>
            <a:r>
              <a:rPr lang="en-US">
                <a:solidFill>
                  <a:schemeClr val="bg1"/>
                </a:solidFill>
              </a:rPr>
              <a:t>Building it up</a:t>
            </a:r>
          </a:p>
        </p:txBody>
      </p:sp>
      <p:sp>
        <p:nvSpPr>
          <p:cNvPr id="6" name="Freeform: Shape 9">
            <a:extLst>
              <a:ext uri="{FF2B5EF4-FFF2-40B4-BE49-F238E27FC236}">
                <a16:creationId xmlns:a16="http://schemas.microsoft.com/office/drawing/2014/main" id="{BF414773-2959-761C-774D-24EBB9C921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1A53FD4D-A683-A798-3946-EAF1ABF2FD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B72CBF73-91E1-CE39-0D48-CF6330B5CF30}"/>
              </a:ext>
            </a:extLst>
          </p:cNvPr>
          <p:cNvSpPr>
            <a:spLocks noGrp="1"/>
          </p:cNvSpPr>
          <p:nvPr>
            <p:ph idx="1"/>
          </p:nvPr>
        </p:nvSpPr>
        <p:spPr>
          <a:xfrm>
            <a:off x="905498" y="1336986"/>
            <a:ext cx="10381004" cy="3831168"/>
          </a:xfrm>
        </p:spPr>
        <p:txBody>
          <a:bodyPr>
            <a:noAutofit/>
          </a:bodyPr>
          <a:lstStyle/>
          <a:p>
            <a:r>
              <a:rPr lang="en-US" sz="2400">
                <a:solidFill>
                  <a:schemeClr val="bg1"/>
                </a:solidFill>
              </a:rPr>
              <a:t>LLMs excel at summarization</a:t>
            </a:r>
          </a:p>
          <a:p>
            <a:pPr marL="0" indent="0">
              <a:buNone/>
            </a:pPr>
            <a:endParaRPr lang="en-US" sz="2400">
              <a:solidFill>
                <a:schemeClr val="bg1"/>
              </a:solidFill>
            </a:endParaRPr>
          </a:p>
          <a:p>
            <a:r>
              <a:rPr lang="en-US" sz="2400">
                <a:solidFill>
                  <a:schemeClr val="bg1"/>
                </a:solidFill>
              </a:rPr>
              <a:t>LLMs are also good at code generation</a:t>
            </a:r>
          </a:p>
          <a:p>
            <a:endParaRPr lang="en-US" sz="2400">
              <a:solidFill>
                <a:schemeClr val="bg1"/>
              </a:solidFill>
            </a:endParaRPr>
          </a:p>
          <a:p>
            <a:r>
              <a:rPr lang="en-US" sz="2400">
                <a:solidFill>
                  <a:schemeClr val="bg1"/>
                </a:solidFill>
              </a:rPr>
              <a:t>LLMs need grounding and good prompts</a:t>
            </a:r>
          </a:p>
          <a:p>
            <a:pPr marL="0" indent="0">
              <a:buNone/>
            </a:pPr>
            <a:endParaRPr lang="en-US" sz="2400">
              <a:solidFill>
                <a:schemeClr val="bg1"/>
              </a:solidFill>
            </a:endParaRPr>
          </a:p>
        </p:txBody>
      </p:sp>
      <p:grpSp>
        <p:nvGrpSpPr>
          <p:cNvPr id="9" name="Group 8">
            <a:extLst>
              <a:ext uri="{FF2B5EF4-FFF2-40B4-BE49-F238E27FC236}">
                <a16:creationId xmlns:a16="http://schemas.microsoft.com/office/drawing/2014/main" id="{979F43AF-AF8B-6126-471F-BCB188EE406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FC46DD62-0600-EFD0-8AEE-B3AE3B4CE6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5FA1C77F-E5E8-9119-890E-45BD48DC493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2502FF1C-76C4-9FC6-9936-90256737AD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4EE94E9A-6E7F-5F7C-6AFC-A7C89656F6F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7A7B3950-5F2F-DD7D-0343-E29F1B89F8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E94185B3-DA3B-28AF-DC90-5E1DDB7ACF1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A0359D3F-9EC1-FD73-D952-A9BC5E5A038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ED001D38-FE26-2319-4767-252EE1C388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0C69B288-5544-1D6F-5618-85B090BBD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B00FCFBB-3552-9A1B-7982-B33D994FA5A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6B22033B-AA69-F9B4-AFC3-6A33AA96B38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B971F3EB-EA66-50BC-141F-68E09094613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0CF683CD-5F8E-E90F-4876-7F1A06E42E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Tree>
    <p:extLst>
      <p:ext uri="{BB962C8B-B14F-4D97-AF65-F5344CB8AC3E}">
        <p14:creationId xmlns:p14="http://schemas.microsoft.com/office/powerpoint/2010/main" val="313311358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1CA58DA-7983-613C-D8B7-3C8BF8C06ABC}"/>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14946B77-56B4-2CFE-D355-4DD0F8DAE12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57F274F-733F-9E0D-9AB0-CD764E17F6ED}"/>
              </a:ext>
            </a:extLst>
          </p:cNvPr>
          <p:cNvSpPr>
            <a:spLocks noGrp="1"/>
          </p:cNvSpPr>
          <p:nvPr>
            <p:ph type="title"/>
          </p:nvPr>
        </p:nvSpPr>
        <p:spPr>
          <a:xfrm>
            <a:off x="1170294" y="146885"/>
            <a:ext cx="10381004" cy="1070326"/>
          </a:xfrm>
        </p:spPr>
        <p:txBody>
          <a:bodyPr>
            <a:normAutofit/>
          </a:bodyPr>
          <a:lstStyle/>
          <a:p>
            <a:r>
              <a:rPr lang="en-US">
                <a:solidFill>
                  <a:schemeClr val="bg1"/>
                </a:solidFill>
              </a:rPr>
              <a:t>Building it up</a:t>
            </a:r>
          </a:p>
        </p:txBody>
      </p:sp>
      <p:sp>
        <p:nvSpPr>
          <p:cNvPr id="6" name="Freeform: Shape 9">
            <a:extLst>
              <a:ext uri="{FF2B5EF4-FFF2-40B4-BE49-F238E27FC236}">
                <a16:creationId xmlns:a16="http://schemas.microsoft.com/office/drawing/2014/main" id="{2EE4DF95-2B18-CDEC-F54D-FDAD1742B6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F2E338FC-89E1-74FF-5C74-5E0C2E51DD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AA1E3E5D-3FDB-78E8-FE12-6193470BCBCB}"/>
              </a:ext>
            </a:extLst>
          </p:cNvPr>
          <p:cNvSpPr>
            <a:spLocks noGrp="1"/>
          </p:cNvSpPr>
          <p:nvPr>
            <p:ph idx="1"/>
          </p:nvPr>
        </p:nvSpPr>
        <p:spPr>
          <a:xfrm>
            <a:off x="905498" y="1336986"/>
            <a:ext cx="5911862" cy="3831168"/>
          </a:xfrm>
        </p:spPr>
        <p:txBody>
          <a:bodyPr>
            <a:noAutofit/>
          </a:bodyPr>
          <a:lstStyle/>
          <a:p>
            <a:r>
              <a:rPr lang="en-US" sz="2400">
                <a:solidFill>
                  <a:schemeClr val="bg1"/>
                </a:solidFill>
              </a:rPr>
              <a:t>LLMs love to talk</a:t>
            </a:r>
          </a:p>
          <a:p>
            <a:pPr marL="0" indent="0">
              <a:buNone/>
            </a:pPr>
            <a:endParaRPr lang="en-US" sz="2400">
              <a:solidFill>
                <a:schemeClr val="bg1"/>
              </a:solidFill>
            </a:endParaRPr>
          </a:p>
          <a:p>
            <a:r>
              <a:rPr lang="en-US" sz="2400">
                <a:solidFill>
                  <a:schemeClr val="bg1"/>
                </a:solidFill>
              </a:rPr>
              <a:t>LLMs can also be constrained to respond in certain manner, but with minimal guarantee of compliance</a:t>
            </a:r>
          </a:p>
          <a:p>
            <a:endParaRPr lang="en-US" sz="2400">
              <a:solidFill>
                <a:schemeClr val="bg1"/>
              </a:solidFill>
            </a:endParaRPr>
          </a:p>
          <a:p>
            <a:r>
              <a:rPr lang="en-US" sz="2400">
                <a:solidFill>
                  <a:schemeClr val="bg1"/>
                </a:solidFill>
              </a:rPr>
              <a:t>Some LLMs have a “JSON constrained” output guarantee</a:t>
            </a:r>
          </a:p>
          <a:p>
            <a:pPr lvl="1"/>
            <a:r>
              <a:rPr lang="en-US">
                <a:solidFill>
                  <a:schemeClr val="bg1"/>
                </a:solidFill>
              </a:rPr>
              <a:t>Structured Output Mode</a:t>
            </a:r>
          </a:p>
          <a:p>
            <a:endParaRPr lang="en-US" sz="2400">
              <a:solidFill>
                <a:schemeClr val="bg1"/>
              </a:solidFill>
            </a:endParaRPr>
          </a:p>
        </p:txBody>
      </p:sp>
      <p:grpSp>
        <p:nvGrpSpPr>
          <p:cNvPr id="9" name="Group 8">
            <a:extLst>
              <a:ext uri="{FF2B5EF4-FFF2-40B4-BE49-F238E27FC236}">
                <a16:creationId xmlns:a16="http://schemas.microsoft.com/office/drawing/2014/main" id="{2BA4F487-674A-7C19-9F74-25324E70D7B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13B9F6DA-B7DD-01EE-9F5B-8EF84DF2F6D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51EF1203-6283-914B-85C3-3A95CE8D5E7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ADC8FDB0-574A-54C8-5BDC-F00824D5B9C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FF65B3F0-0291-4748-65E1-2E85EA9ABA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B3C97CAD-45FC-69B6-B928-3F0D26D23D5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A65476C6-97F0-9F65-28E3-2CE791D9CA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5A7D323-404C-8E14-C7D7-8609ECA5D79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E7B1CC4-E26A-77F8-14C7-844BBFF2F40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BEB9DE83-4BA8-0227-3E62-AA446CFC43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FDD648E-2BFF-D89D-30E7-55B44423FAC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8BA9B102-EE1F-6BCA-28E5-3392F3017D3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07FF8CF-5BA7-64D3-5FD6-6796BFD6CC2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24C33FCA-E8A5-7B50-60D6-C69D0586E52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pic>
        <p:nvPicPr>
          <p:cNvPr id="4" name="Picture 3">
            <a:extLst>
              <a:ext uri="{FF2B5EF4-FFF2-40B4-BE49-F238E27FC236}">
                <a16:creationId xmlns:a16="http://schemas.microsoft.com/office/drawing/2014/main" id="{1C9275E8-3F8F-AE1F-9FD1-3EBF25034512}"/>
              </a:ext>
            </a:extLst>
          </p:cNvPr>
          <p:cNvPicPr>
            <a:picLocks noChangeAspect="1"/>
          </p:cNvPicPr>
          <p:nvPr/>
        </p:nvPicPr>
        <p:blipFill>
          <a:blip r:embed="rId3"/>
          <a:stretch>
            <a:fillRect/>
          </a:stretch>
        </p:blipFill>
        <p:spPr>
          <a:xfrm>
            <a:off x="7076751" y="1892898"/>
            <a:ext cx="4855858" cy="3072203"/>
          </a:xfrm>
          <a:prstGeom prst="rect">
            <a:avLst/>
          </a:prstGeom>
        </p:spPr>
      </p:pic>
    </p:spTree>
    <p:extLst>
      <p:ext uri="{BB962C8B-B14F-4D97-AF65-F5344CB8AC3E}">
        <p14:creationId xmlns:p14="http://schemas.microsoft.com/office/powerpoint/2010/main" val="212665461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0F894DC-BEBD-442A-5507-B057F81A27EC}"/>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B312277D-843B-050F-5277-B9F78478EDA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2C190BD-FD74-67CE-175F-7779FCB10FA1}"/>
              </a:ext>
            </a:extLst>
          </p:cNvPr>
          <p:cNvSpPr>
            <a:spLocks noGrp="1"/>
          </p:cNvSpPr>
          <p:nvPr>
            <p:ph type="title"/>
          </p:nvPr>
        </p:nvSpPr>
        <p:spPr>
          <a:xfrm>
            <a:off x="1170294" y="146885"/>
            <a:ext cx="10381004" cy="1070326"/>
          </a:xfrm>
        </p:spPr>
        <p:txBody>
          <a:bodyPr>
            <a:normAutofit/>
          </a:bodyPr>
          <a:lstStyle/>
          <a:p>
            <a:r>
              <a:rPr lang="en-US">
                <a:solidFill>
                  <a:schemeClr val="bg1"/>
                </a:solidFill>
              </a:rPr>
              <a:t>Building it up</a:t>
            </a:r>
          </a:p>
        </p:txBody>
      </p:sp>
      <p:sp>
        <p:nvSpPr>
          <p:cNvPr id="6" name="Freeform: Shape 9">
            <a:extLst>
              <a:ext uri="{FF2B5EF4-FFF2-40B4-BE49-F238E27FC236}">
                <a16:creationId xmlns:a16="http://schemas.microsoft.com/office/drawing/2014/main" id="{0C9F32A6-B253-118E-B241-E1B927E867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D3809A2A-8490-4CF0-5D0D-6873D76477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AC4AC78E-405C-184F-1005-56AD2EB67C4C}"/>
              </a:ext>
            </a:extLst>
          </p:cNvPr>
          <p:cNvSpPr>
            <a:spLocks noGrp="1"/>
          </p:cNvSpPr>
          <p:nvPr>
            <p:ph idx="1"/>
          </p:nvPr>
        </p:nvSpPr>
        <p:spPr>
          <a:xfrm>
            <a:off x="905498" y="1336986"/>
            <a:ext cx="10381004" cy="3831168"/>
          </a:xfrm>
        </p:spPr>
        <p:txBody>
          <a:bodyPr>
            <a:noAutofit/>
          </a:bodyPr>
          <a:lstStyle/>
          <a:p>
            <a:r>
              <a:rPr lang="en-US" sz="2400">
                <a:solidFill>
                  <a:schemeClr val="bg1"/>
                </a:solidFill>
              </a:rPr>
              <a:t>LLMs exhibit understanding the JSON spec</a:t>
            </a:r>
          </a:p>
          <a:p>
            <a:endParaRPr lang="en-US" sz="2400">
              <a:solidFill>
                <a:schemeClr val="bg1"/>
              </a:solidFill>
            </a:endParaRPr>
          </a:p>
          <a:p>
            <a:r>
              <a:rPr lang="en-US" sz="2400">
                <a:solidFill>
                  <a:schemeClr val="bg1"/>
                </a:solidFill>
              </a:rPr>
              <a:t>Redux: JSON is great for parsing</a:t>
            </a:r>
          </a:p>
          <a:p>
            <a:endParaRPr lang="en-US" sz="2400">
              <a:solidFill>
                <a:schemeClr val="bg1"/>
              </a:solidFill>
            </a:endParaRPr>
          </a:p>
          <a:p>
            <a:r>
              <a:rPr lang="en-US" sz="2400">
                <a:solidFill>
                  <a:schemeClr val="bg1"/>
                </a:solidFill>
              </a:rPr>
              <a:t>Constraining output to JSON allows for structured summarization</a:t>
            </a:r>
          </a:p>
          <a:p>
            <a:endParaRPr lang="en-US" sz="2400">
              <a:solidFill>
                <a:schemeClr val="bg1"/>
              </a:solidFill>
            </a:endParaRPr>
          </a:p>
        </p:txBody>
      </p:sp>
      <p:grpSp>
        <p:nvGrpSpPr>
          <p:cNvPr id="9" name="Group 8">
            <a:extLst>
              <a:ext uri="{FF2B5EF4-FFF2-40B4-BE49-F238E27FC236}">
                <a16:creationId xmlns:a16="http://schemas.microsoft.com/office/drawing/2014/main" id="{829AB7F5-B660-52ED-5F36-02991D05B8A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01C97FA5-EF56-84A1-825A-7CC86EFAA2F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015DA2AF-1FB4-1D5E-428C-E604B7DF253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251982A7-6623-806A-4361-F2577A1109F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9FF66061-1F6D-BF97-DFCD-3E375F56028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A53E4B55-97A8-2F17-0277-C73AD22FAE9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64E7329B-271D-0E00-AEC7-0CA06D4F779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EAF7DCE7-9811-8F31-6EF9-808DA94024B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D176E35D-4D0E-3FDC-1917-5EBE0A2041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2BBFC6E6-F04E-5A37-A52F-6A5EA7AEAEE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96C1FB3C-9D76-BEFC-CBCC-945D2226EB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76210ED4-65DF-F08D-AD3C-26DA43CF7F6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34D4CDB7-CC8E-754F-B2F4-9C197577999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DF267B25-7CC0-E1D5-4B89-F64FE6EDAB1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Tree>
    <p:extLst>
      <p:ext uri="{BB962C8B-B14F-4D97-AF65-F5344CB8AC3E}">
        <p14:creationId xmlns:p14="http://schemas.microsoft.com/office/powerpoint/2010/main" val="210476121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1F1703A-B9A5-1814-E8A1-0835ABAE5A30}"/>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830AFAD-CFE5-94FA-881C-82018E0682B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6E56186-961F-E148-4A55-689C3E0213F2}"/>
              </a:ext>
            </a:extLst>
          </p:cNvPr>
          <p:cNvSpPr>
            <a:spLocks noGrp="1"/>
          </p:cNvSpPr>
          <p:nvPr>
            <p:ph type="title"/>
          </p:nvPr>
        </p:nvSpPr>
        <p:spPr>
          <a:xfrm>
            <a:off x="1170294" y="146885"/>
            <a:ext cx="10381004" cy="1070326"/>
          </a:xfrm>
        </p:spPr>
        <p:txBody>
          <a:bodyPr>
            <a:normAutofit/>
          </a:bodyPr>
          <a:lstStyle/>
          <a:p>
            <a:r>
              <a:rPr lang="en-US">
                <a:solidFill>
                  <a:schemeClr val="bg1"/>
                </a:solidFill>
              </a:rPr>
              <a:t>Building it up</a:t>
            </a:r>
          </a:p>
        </p:txBody>
      </p:sp>
      <p:sp>
        <p:nvSpPr>
          <p:cNvPr id="6" name="Freeform: Shape 9">
            <a:extLst>
              <a:ext uri="{FF2B5EF4-FFF2-40B4-BE49-F238E27FC236}">
                <a16:creationId xmlns:a16="http://schemas.microsoft.com/office/drawing/2014/main" id="{2565CA1A-AD91-1BEE-87A8-BFBBC77D9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72DC67C5-C267-0549-1913-D57DD26915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CD6790CC-1C0C-6D29-CB8E-E36924EA43FC}"/>
              </a:ext>
            </a:extLst>
          </p:cNvPr>
          <p:cNvSpPr>
            <a:spLocks noGrp="1"/>
          </p:cNvSpPr>
          <p:nvPr>
            <p:ph idx="1"/>
          </p:nvPr>
        </p:nvSpPr>
        <p:spPr>
          <a:xfrm>
            <a:off x="905498" y="1336986"/>
            <a:ext cx="10381004" cy="3831168"/>
          </a:xfrm>
        </p:spPr>
        <p:txBody>
          <a:bodyPr>
            <a:noAutofit/>
          </a:bodyPr>
          <a:lstStyle/>
          <a:p>
            <a:r>
              <a:rPr lang="en-US" sz="2400">
                <a:solidFill>
                  <a:schemeClr val="bg1"/>
                </a:solidFill>
              </a:rPr>
              <a:t>Prompting is part art/science</a:t>
            </a:r>
          </a:p>
          <a:p>
            <a:pPr marL="0" indent="0">
              <a:buNone/>
            </a:pPr>
            <a:endParaRPr lang="en-US" sz="2400">
              <a:solidFill>
                <a:schemeClr val="bg1"/>
              </a:solidFill>
            </a:endParaRPr>
          </a:p>
          <a:p>
            <a:r>
              <a:rPr lang="en-US" sz="2400">
                <a:solidFill>
                  <a:schemeClr val="bg1"/>
                </a:solidFill>
              </a:rPr>
              <a:t>Persona + Scenario + Output constraint + Input to analyze</a:t>
            </a:r>
          </a:p>
          <a:p>
            <a:endParaRPr lang="en-US" sz="2400">
              <a:solidFill>
                <a:schemeClr val="bg1"/>
              </a:solidFill>
            </a:endParaRPr>
          </a:p>
          <a:p>
            <a:r>
              <a:rPr lang="en-US" sz="2400">
                <a:solidFill>
                  <a:schemeClr val="bg1"/>
                </a:solidFill>
              </a:rPr>
              <a:t>More “context” increases accuracy of LLM output</a:t>
            </a:r>
          </a:p>
          <a:p>
            <a:pPr lvl="1"/>
            <a:r>
              <a:rPr lang="en-US">
                <a:solidFill>
                  <a:schemeClr val="bg1"/>
                </a:solidFill>
              </a:rPr>
              <a:t>Custom rules to output full class body</a:t>
            </a:r>
          </a:p>
          <a:p>
            <a:pPr lvl="1"/>
            <a:r>
              <a:rPr lang="en-US">
                <a:solidFill>
                  <a:schemeClr val="bg1"/>
                </a:solidFill>
              </a:rPr>
              <a:t>Fetch file content from URL</a:t>
            </a:r>
          </a:p>
          <a:p>
            <a:endParaRPr lang="en-US" sz="2400">
              <a:solidFill>
                <a:schemeClr val="bg1"/>
              </a:solidFill>
            </a:endParaRPr>
          </a:p>
        </p:txBody>
      </p:sp>
      <p:grpSp>
        <p:nvGrpSpPr>
          <p:cNvPr id="9" name="Group 8">
            <a:extLst>
              <a:ext uri="{FF2B5EF4-FFF2-40B4-BE49-F238E27FC236}">
                <a16:creationId xmlns:a16="http://schemas.microsoft.com/office/drawing/2014/main" id="{8A7006F9-9DF5-1E2A-2645-12F9CBAE84B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C1E37251-66D5-3E1A-BE4B-388D0708AC0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CFD9A6D1-38ED-563F-0E47-B43BD555A1E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948E9183-BA11-FA55-6C05-52B26416FAC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00058C82-4CC7-9CB3-A2AF-B3F55825644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8221CC4D-F0B5-900B-B9B2-F901925C76F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68FC8395-8812-539D-A205-35DD322F392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4F94FAF2-E8A9-17F2-C4E8-E04B3B128E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E21CA776-853F-EB0C-73A2-0124D2C39CB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1CE24E64-F727-5E88-ECD5-B776A0DAFF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E7BB57EF-28AD-E764-D7CF-DF1A6D3B59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D42AEE9C-DB49-D123-DD04-376A93503BF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E1E4697-A2C7-A725-4CD9-240DB00520C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AF460BBC-C804-B856-6682-E40ECEE32C4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Tree>
    <p:extLst>
      <p:ext uri="{BB962C8B-B14F-4D97-AF65-F5344CB8AC3E}">
        <p14:creationId xmlns:p14="http://schemas.microsoft.com/office/powerpoint/2010/main" val="223014132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57D3803-9851-808A-E6C3-01C6C973E249}"/>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A1B7BD7-640C-07BA-C4D0-3088750F8B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8409837-62DE-F1B1-BABA-3FD084081D51}"/>
              </a:ext>
            </a:extLst>
          </p:cNvPr>
          <p:cNvSpPr>
            <a:spLocks noGrp="1"/>
          </p:cNvSpPr>
          <p:nvPr>
            <p:ph type="title"/>
          </p:nvPr>
        </p:nvSpPr>
        <p:spPr>
          <a:xfrm>
            <a:off x="1170294" y="146885"/>
            <a:ext cx="10381004" cy="1070326"/>
          </a:xfrm>
        </p:spPr>
        <p:txBody>
          <a:bodyPr>
            <a:normAutofit/>
          </a:bodyPr>
          <a:lstStyle/>
          <a:p>
            <a:r>
              <a:rPr lang="en-US">
                <a:solidFill>
                  <a:schemeClr val="bg1"/>
                </a:solidFill>
              </a:rPr>
              <a:t>Putting it together</a:t>
            </a:r>
          </a:p>
        </p:txBody>
      </p:sp>
      <p:sp>
        <p:nvSpPr>
          <p:cNvPr id="6" name="Freeform: Shape 9">
            <a:extLst>
              <a:ext uri="{FF2B5EF4-FFF2-40B4-BE49-F238E27FC236}">
                <a16:creationId xmlns:a16="http://schemas.microsoft.com/office/drawing/2014/main" id="{FD37EB15-B132-F28B-F366-B9D87A8549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30523204-40EE-70B7-3D12-F990B86976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19D95322-C163-3AAD-6E62-E7CE3F2A046A}"/>
              </a:ext>
            </a:extLst>
          </p:cNvPr>
          <p:cNvSpPr>
            <a:spLocks noGrp="1"/>
          </p:cNvSpPr>
          <p:nvPr>
            <p:ph idx="1"/>
          </p:nvPr>
        </p:nvSpPr>
        <p:spPr>
          <a:xfrm>
            <a:off x="905498" y="1336986"/>
            <a:ext cx="10381004" cy="3831168"/>
          </a:xfrm>
        </p:spPr>
        <p:txBody>
          <a:bodyPr>
            <a:noAutofit/>
          </a:bodyPr>
          <a:lstStyle/>
          <a:p>
            <a:r>
              <a:rPr lang="en-US" sz="2400">
                <a:solidFill>
                  <a:schemeClr val="bg1"/>
                </a:solidFill>
              </a:rPr>
              <a:t>Semgrep scan</a:t>
            </a:r>
          </a:p>
          <a:p>
            <a:pPr lvl="1"/>
            <a:r>
              <a:rPr lang="en-US" sz="2000">
                <a:solidFill>
                  <a:schemeClr val="bg1"/>
                </a:solidFill>
              </a:rPr>
              <a:t>Outputs SARIF</a:t>
            </a:r>
          </a:p>
          <a:p>
            <a:endParaRPr lang="en-US" sz="2400">
              <a:solidFill>
                <a:schemeClr val="bg1"/>
              </a:solidFill>
            </a:endParaRPr>
          </a:p>
          <a:p>
            <a:r>
              <a:rPr lang="en-US" sz="2400">
                <a:solidFill>
                  <a:schemeClr val="bg1"/>
                </a:solidFill>
              </a:rPr>
              <a:t>SARIF (JSON) Parse</a:t>
            </a:r>
          </a:p>
          <a:p>
            <a:pPr lvl="1"/>
            <a:r>
              <a:rPr lang="en-US" sz="2000">
                <a:solidFill>
                  <a:schemeClr val="bg1"/>
                </a:solidFill>
              </a:rPr>
              <a:t>Extract code snippet</a:t>
            </a:r>
          </a:p>
          <a:p>
            <a:endParaRPr lang="en-US" sz="2400">
              <a:solidFill>
                <a:schemeClr val="bg1"/>
              </a:solidFill>
            </a:endParaRPr>
          </a:p>
          <a:p>
            <a:r>
              <a:rPr lang="en-US" sz="2400">
                <a:solidFill>
                  <a:schemeClr val="bg1"/>
                </a:solidFill>
              </a:rPr>
              <a:t>Prompt GPT</a:t>
            </a:r>
          </a:p>
          <a:p>
            <a:pPr lvl="1"/>
            <a:r>
              <a:rPr lang="en-US" sz="2000">
                <a:solidFill>
                  <a:schemeClr val="bg1"/>
                </a:solidFill>
              </a:rPr>
              <a:t>System Prompt + JSON constraint  on output + Code to analyze</a:t>
            </a:r>
          </a:p>
          <a:p>
            <a:pPr lvl="1"/>
            <a:endParaRPr lang="en-US" sz="2000">
              <a:solidFill>
                <a:schemeClr val="bg1"/>
              </a:solidFill>
            </a:endParaRPr>
          </a:p>
          <a:p>
            <a:r>
              <a:rPr lang="en-US" sz="2400">
                <a:solidFill>
                  <a:schemeClr val="bg1"/>
                </a:solidFill>
              </a:rPr>
              <a:t>GPT Response</a:t>
            </a:r>
          </a:p>
          <a:p>
            <a:pPr lvl="1"/>
            <a:r>
              <a:rPr lang="en-US" sz="2000">
                <a:solidFill>
                  <a:schemeClr val="bg1"/>
                </a:solidFill>
              </a:rPr>
              <a:t>JSON output</a:t>
            </a:r>
            <a:endParaRPr lang="en-US" sz="2400">
              <a:solidFill>
                <a:schemeClr val="bg1"/>
              </a:solidFill>
            </a:endParaRPr>
          </a:p>
        </p:txBody>
      </p:sp>
      <p:grpSp>
        <p:nvGrpSpPr>
          <p:cNvPr id="9" name="Group 8">
            <a:extLst>
              <a:ext uri="{FF2B5EF4-FFF2-40B4-BE49-F238E27FC236}">
                <a16:creationId xmlns:a16="http://schemas.microsoft.com/office/drawing/2014/main" id="{00DD61F0-7D3D-E439-ADAD-2F81D503F09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3F7BBEE6-9E09-7751-8A2B-D7021B10079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96B6111A-4B6C-0A26-D267-BF85550EB4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146706CC-D9EC-09B0-CC47-AA08DA5368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9922673F-8D0B-5FBE-7481-EB6F04DE65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520C70C1-8194-DABF-186A-5F145034F4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F9C7A758-96BF-1D60-95AC-2F99100694E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90C5056B-7336-D4E2-B21F-8901D373B4B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25E52BEC-3282-F47C-27B1-A6345D19386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B936C934-C88D-8F4F-40B5-103526063F7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1BF10156-E3F2-D28C-9FFA-8BDB5B94EF5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E39200CC-8CC8-F81D-B040-6F2A7928C7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3F73A2BF-B2EA-FA33-C30B-E81E6754924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7DD176D3-348C-956E-015F-2CA1FAB4A4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Tree>
    <p:extLst>
      <p:ext uri="{BB962C8B-B14F-4D97-AF65-F5344CB8AC3E}">
        <p14:creationId xmlns:p14="http://schemas.microsoft.com/office/powerpoint/2010/main" val="18442350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E7B66EC-64BC-2192-9265-14C2BDA51CA5}"/>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4589A0ED-3698-4DA8-A9A6-9FFCB0F0780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3236498-02C2-1265-7402-6634BACA2F36}"/>
              </a:ext>
            </a:extLst>
          </p:cNvPr>
          <p:cNvSpPr>
            <a:spLocks noGrp="1"/>
          </p:cNvSpPr>
          <p:nvPr>
            <p:ph type="title"/>
          </p:nvPr>
        </p:nvSpPr>
        <p:spPr>
          <a:xfrm>
            <a:off x="1170294" y="146885"/>
            <a:ext cx="10381004" cy="1070326"/>
          </a:xfrm>
        </p:spPr>
        <p:txBody>
          <a:bodyPr>
            <a:normAutofit/>
          </a:bodyPr>
          <a:lstStyle/>
          <a:p>
            <a:r>
              <a:rPr lang="en-US">
                <a:solidFill>
                  <a:schemeClr val="bg1"/>
                </a:solidFill>
              </a:rPr>
              <a:t>Putting it together</a:t>
            </a:r>
          </a:p>
        </p:txBody>
      </p:sp>
      <p:sp>
        <p:nvSpPr>
          <p:cNvPr id="6" name="Freeform: Shape 9">
            <a:extLst>
              <a:ext uri="{FF2B5EF4-FFF2-40B4-BE49-F238E27FC236}">
                <a16:creationId xmlns:a16="http://schemas.microsoft.com/office/drawing/2014/main" id="{447D94D5-289D-1362-B3F4-6AE35FD8FA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1F3D230B-B6B6-7425-D3A2-1F6B725E0A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DECC1CDC-8066-D813-6E24-8EE9DADFEEA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06EFCBAB-515A-1DBD-20A8-41A24D3AAA7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1D93D727-6CC9-0E33-89CB-42657F711E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0DAFCD9E-98E6-4AB7-8540-C8F3C9890F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F28F70A5-8BFB-1D4A-5891-FBB88F5F08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2AA37584-F2F3-7D2C-0427-3D7D7AAA89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9B0C2E47-9A89-9BC8-1A53-9DFECB0BF4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0024B9D0-8C4E-98D5-9DD2-EAADE8412D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852674BA-A3D8-953F-954B-E2093EA91B3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86F59070-09BE-DD10-BCF9-784CDB85D8C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B76C8010-81EA-7057-AC14-5F9B141CFA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01A8AE1E-E83A-7334-C081-B0CF9DC800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42C7408E-55AA-BEA1-C00C-080CEC611D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5E084364-337A-7F55-F1C8-5DDEDBDE8A0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pic>
        <p:nvPicPr>
          <p:cNvPr id="10" name="Picture 9">
            <a:extLst>
              <a:ext uri="{FF2B5EF4-FFF2-40B4-BE49-F238E27FC236}">
                <a16:creationId xmlns:a16="http://schemas.microsoft.com/office/drawing/2014/main" id="{CC6F8A74-8DFB-CD40-BBAE-393CF9D35170}"/>
              </a:ext>
            </a:extLst>
          </p:cNvPr>
          <p:cNvPicPr>
            <a:picLocks noChangeAspect="1"/>
          </p:cNvPicPr>
          <p:nvPr/>
        </p:nvPicPr>
        <p:blipFill>
          <a:blip r:embed="rId3"/>
          <a:stretch>
            <a:fillRect/>
          </a:stretch>
        </p:blipFill>
        <p:spPr>
          <a:xfrm>
            <a:off x="2209800" y="1211619"/>
            <a:ext cx="7772400" cy="4443538"/>
          </a:xfrm>
          <a:prstGeom prst="rect">
            <a:avLst/>
          </a:prstGeom>
        </p:spPr>
      </p:pic>
    </p:spTree>
    <p:extLst>
      <p:ext uri="{BB962C8B-B14F-4D97-AF65-F5344CB8AC3E}">
        <p14:creationId xmlns:p14="http://schemas.microsoft.com/office/powerpoint/2010/main" val="27154523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AD49A21-463B-F62B-E360-D66182260743}"/>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17E505D9-B762-48DC-5E92-054C4D21B02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08647BE-669F-2D09-B9A8-3F275641EE25}"/>
              </a:ext>
            </a:extLst>
          </p:cNvPr>
          <p:cNvSpPr>
            <a:spLocks noGrp="1"/>
          </p:cNvSpPr>
          <p:nvPr>
            <p:ph type="title"/>
          </p:nvPr>
        </p:nvSpPr>
        <p:spPr>
          <a:xfrm>
            <a:off x="1170294" y="146885"/>
            <a:ext cx="10381004" cy="1070326"/>
          </a:xfrm>
        </p:spPr>
        <p:txBody>
          <a:bodyPr>
            <a:normAutofit/>
          </a:bodyPr>
          <a:lstStyle/>
          <a:p>
            <a:r>
              <a:rPr lang="en-US">
                <a:solidFill>
                  <a:schemeClr val="bg1"/>
                </a:solidFill>
              </a:rPr>
              <a:t>Putting it together</a:t>
            </a:r>
          </a:p>
        </p:txBody>
      </p:sp>
      <p:sp>
        <p:nvSpPr>
          <p:cNvPr id="6" name="Freeform: Shape 9">
            <a:extLst>
              <a:ext uri="{FF2B5EF4-FFF2-40B4-BE49-F238E27FC236}">
                <a16:creationId xmlns:a16="http://schemas.microsoft.com/office/drawing/2014/main" id="{F493E12A-EC52-628D-871A-3E15EE1223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CC4D5DEC-505A-6F84-E339-8EE9FDBD7B2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0344F53D-DF2B-31C5-E319-254B5F9BA94D}"/>
              </a:ext>
            </a:extLst>
          </p:cNvPr>
          <p:cNvSpPr>
            <a:spLocks noGrp="1"/>
          </p:cNvSpPr>
          <p:nvPr>
            <p:ph idx="1"/>
          </p:nvPr>
        </p:nvSpPr>
        <p:spPr>
          <a:xfrm>
            <a:off x="905498" y="1336986"/>
            <a:ext cx="10381004" cy="3831168"/>
          </a:xfrm>
        </p:spPr>
        <p:txBody>
          <a:bodyPr>
            <a:noAutofit/>
          </a:bodyPr>
          <a:lstStyle/>
          <a:p>
            <a:r>
              <a:rPr lang="en-US" sz="2400">
                <a:solidFill>
                  <a:schemeClr val="bg1"/>
                </a:solidFill>
              </a:rPr>
              <a:t>Prompt</a:t>
            </a:r>
          </a:p>
          <a:p>
            <a:pPr lvl="1"/>
            <a:r>
              <a:rPr lang="en-US" sz="2000">
                <a:solidFill>
                  <a:schemeClr val="bg1"/>
                </a:solidFill>
              </a:rPr>
              <a:t>Basic</a:t>
            </a:r>
          </a:p>
          <a:p>
            <a:pPr lvl="1"/>
            <a:endParaRPr lang="en-US" sz="2000">
              <a:solidFill>
                <a:schemeClr val="bg1"/>
              </a:solidFill>
            </a:endParaRPr>
          </a:p>
          <a:p>
            <a:pPr lvl="1"/>
            <a:endParaRPr lang="en-US" sz="2000">
              <a:solidFill>
                <a:schemeClr val="bg1"/>
              </a:solidFill>
            </a:endParaRPr>
          </a:p>
        </p:txBody>
      </p:sp>
      <p:grpSp>
        <p:nvGrpSpPr>
          <p:cNvPr id="9" name="Group 8">
            <a:extLst>
              <a:ext uri="{FF2B5EF4-FFF2-40B4-BE49-F238E27FC236}">
                <a16:creationId xmlns:a16="http://schemas.microsoft.com/office/drawing/2014/main" id="{BD81B7EB-87F0-C258-029C-50F3B3680DB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BEE9235B-FCD3-CB84-44E3-B6B39AA0F4E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D8DA8803-0DBF-5E71-AF52-F835AF6C54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40B06403-DB1F-F1ED-351C-0C81C81DEAC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A12A393-598F-73F5-DCFF-3B4F4B22D42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ACF10E3C-CC6D-7684-D9CD-AA32895D19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099E5308-CFD2-CEEF-C1EC-CB4449458A1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650A7731-C94D-7C8D-0229-D36DE17A831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1036BEAD-4852-5D8E-6C02-BA20756562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DBC335F2-111C-4AAF-6792-AE3DC8ABB0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28AF4E37-EE36-E619-72A7-765F6C76B05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DE92726A-FAA1-A755-4504-6F6F9C1970D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C33E951D-C05A-D269-88D1-84B82294965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D84AA992-7E5C-4F0E-EC88-159B443B40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pic>
        <p:nvPicPr>
          <p:cNvPr id="4" name="Picture 3">
            <a:extLst>
              <a:ext uri="{FF2B5EF4-FFF2-40B4-BE49-F238E27FC236}">
                <a16:creationId xmlns:a16="http://schemas.microsoft.com/office/drawing/2014/main" id="{EB08DA95-F820-07AC-5845-2171EC2454C4}"/>
              </a:ext>
            </a:extLst>
          </p:cNvPr>
          <p:cNvPicPr>
            <a:picLocks noChangeAspect="1"/>
          </p:cNvPicPr>
          <p:nvPr/>
        </p:nvPicPr>
        <p:blipFill>
          <a:blip r:embed="rId3"/>
          <a:stretch>
            <a:fillRect/>
          </a:stretch>
        </p:blipFill>
        <p:spPr>
          <a:xfrm>
            <a:off x="1170294" y="2297260"/>
            <a:ext cx="7772400" cy="2805193"/>
          </a:xfrm>
          <a:prstGeom prst="rect">
            <a:avLst/>
          </a:prstGeom>
        </p:spPr>
      </p:pic>
    </p:spTree>
    <p:extLst>
      <p:ext uri="{BB962C8B-B14F-4D97-AF65-F5344CB8AC3E}">
        <p14:creationId xmlns:p14="http://schemas.microsoft.com/office/powerpoint/2010/main" val="23357350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9D4AB88-70BC-9A57-597F-E9E2428C1967}"/>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915CC091-0303-6FD7-9906-93F9E169FE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95448A3-6F96-BFB3-935D-F48F83CB90B9}"/>
              </a:ext>
            </a:extLst>
          </p:cNvPr>
          <p:cNvSpPr>
            <a:spLocks noGrp="1"/>
          </p:cNvSpPr>
          <p:nvPr>
            <p:ph type="title"/>
          </p:nvPr>
        </p:nvSpPr>
        <p:spPr>
          <a:xfrm>
            <a:off x="1170294" y="146885"/>
            <a:ext cx="10381004" cy="1070326"/>
          </a:xfrm>
        </p:spPr>
        <p:txBody>
          <a:bodyPr>
            <a:normAutofit/>
          </a:bodyPr>
          <a:lstStyle/>
          <a:p>
            <a:r>
              <a:rPr lang="en-US">
                <a:solidFill>
                  <a:schemeClr val="bg1"/>
                </a:solidFill>
              </a:rPr>
              <a:t>Putting it together</a:t>
            </a:r>
          </a:p>
        </p:txBody>
      </p:sp>
      <p:sp>
        <p:nvSpPr>
          <p:cNvPr id="6" name="Freeform: Shape 9">
            <a:extLst>
              <a:ext uri="{FF2B5EF4-FFF2-40B4-BE49-F238E27FC236}">
                <a16:creationId xmlns:a16="http://schemas.microsoft.com/office/drawing/2014/main" id="{543BA3A4-ACD6-9CE4-3361-29F656FF86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F75C138E-810A-53FF-A539-F8C38718D82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75C15CF9-5947-048C-106C-8995DF16D974}"/>
              </a:ext>
            </a:extLst>
          </p:cNvPr>
          <p:cNvSpPr>
            <a:spLocks noGrp="1"/>
          </p:cNvSpPr>
          <p:nvPr>
            <p:ph idx="1"/>
          </p:nvPr>
        </p:nvSpPr>
        <p:spPr>
          <a:xfrm>
            <a:off x="905498" y="1336986"/>
            <a:ext cx="10381004" cy="3831168"/>
          </a:xfrm>
        </p:spPr>
        <p:txBody>
          <a:bodyPr>
            <a:noAutofit/>
          </a:bodyPr>
          <a:lstStyle/>
          <a:p>
            <a:r>
              <a:rPr lang="en-US" sz="2400">
                <a:solidFill>
                  <a:schemeClr val="bg1"/>
                </a:solidFill>
              </a:rPr>
              <a:t>Prompt</a:t>
            </a:r>
          </a:p>
          <a:p>
            <a:pPr lvl="1"/>
            <a:r>
              <a:rPr lang="en-US" sz="2000">
                <a:solidFill>
                  <a:schemeClr val="bg1"/>
                </a:solidFill>
              </a:rPr>
              <a:t>Better</a:t>
            </a:r>
          </a:p>
          <a:p>
            <a:pPr lvl="1"/>
            <a:endParaRPr lang="en-US" sz="2000">
              <a:solidFill>
                <a:schemeClr val="bg1"/>
              </a:solidFill>
            </a:endParaRPr>
          </a:p>
          <a:p>
            <a:pPr lvl="1"/>
            <a:endParaRPr lang="en-US" sz="2000">
              <a:solidFill>
                <a:schemeClr val="bg1"/>
              </a:solidFill>
            </a:endParaRPr>
          </a:p>
        </p:txBody>
      </p:sp>
      <p:grpSp>
        <p:nvGrpSpPr>
          <p:cNvPr id="9" name="Group 8">
            <a:extLst>
              <a:ext uri="{FF2B5EF4-FFF2-40B4-BE49-F238E27FC236}">
                <a16:creationId xmlns:a16="http://schemas.microsoft.com/office/drawing/2014/main" id="{B5F6B617-578D-6267-5D49-97A4EAEC91E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E85B93F6-CA53-4646-FF77-80723F5AE1F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CD400108-A0A5-D114-7957-AD44E43353C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CD260D68-E644-A71F-133F-40DD3482BE3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7CB9F077-DF34-9F4B-A93D-45FDC546335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B019AC74-C76B-C0FE-273C-509E389424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74E371E3-3E53-0A84-CB07-75FEAB96ED3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04FB9290-97E8-41ED-8B6F-905DE251B9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573A9914-92DD-955A-E8AE-8554E57593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19A0E784-6903-CC65-CFB1-9C634843987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E3DE71C4-7C5E-8D5F-29B1-6AA2D8C22F5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929A96E0-55D9-22EA-EFC1-BA436F44FB7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4EB95F4A-A214-E9E6-731F-9398927CAD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882EFE3C-F556-820C-3A54-D75ADC1E71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pic>
        <p:nvPicPr>
          <p:cNvPr id="8" name="Picture 7">
            <a:extLst>
              <a:ext uri="{FF2B5EF4-FFF2-40B4-BE49-F238E27FC236}">
                <a16:creationId xmlns:a16="http://schemas.microsoft.com/office/drawing/2014/main" id="{2D822DA2-395F-DABD-291E-8E5A593C0C45}"/>
              </a:ext>
            </a:extLst>
          </p:cNvPr>
          <p:cNvPicPr>
            <a:picLocks noChangeAspect="1"/>
          </p:cNvPicPr>
          <p:nvPr/>
        </p:nvPicPr>
        <p:blipFill>
          <a:blip r:embed="rId3"/>
          <a:stretch>
            <a:fillRect/>
          </a:stretch>
        </p:blipFill>
        <p:spPr>
          <a:xfrm>
            <a:off x="1170294" y="2122085"/>
            <a:ext cx="7772400" cy="4012486"/>
          </a:xfrm>
          <a:prstGeom prst="rect">
            <a:avLst/>
          </a:prstGeom>
        </p:spPr>
      </p:pic>
    </p:spTree>
    <p:extLst>
      <p:ext uri="{BB962C8B-B14F-4D97-AF65-F5344CB8AC3E}">
        <p14:creationId xmlns:p14="http://schemas.microsoft.com/office/powerpoint/2010/main" val="221858176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1D272C5-72BE-CEAA-6053-EA4955090DC9}"/>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A2A582CA-F71D-1595-8439-166CD6F936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78DD1F9-9827-34BE-5915-12E5FA255278}"/>
              </a:ext>
            </a:extLst>
          </p:cNvPr>
          <p:cNvSpPr>
            <a:spLocks noGrp="1"/>
          </p:cNvSpPr>
          <p:nvPr>
            <p:ph type="title"/>
          </p:nvPr>
        </p:nvSpPr>
        <p:spPr>
          <a:xfrm>
            <a:off x="1170294" y="146885"/>
            <a:ext cx="10381004" cy="1070326"/>
          </a:xfrm>
        </p:spPr>
        <p:txBody>
          <a:bodyPr>
            <a:normAutofit/>
          </a:bodyPr>
          <a:lstStyle/>
          <a:p>
            <a:r>
              <a:rPr lang="en-US">
                <a:solidFill>
                  <a:schemeClr val="bg1"/>
                </a:solidFill>
              </a:rPr>
              <a:t>Putting it together</a:t>
            </a:r>
          </a:p>
        </p:txBody>
      </p:sp>
      <p:sp>
        <p:nvSpPr>
          <p:cNvPr id="6" name="Freeform: Shape 9">
            <a:extLst>
              <a:ext uri="{FF2B5EF4-FFF2-40B4-BE49-F238E27FC236}">
                <a16:creationId xmlns:a16="http://schemas.microsoft.com/office/drawing/2014/main" id="{127D24AB-C172-B365-5DA8-9CB1BFC388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B24BCD48-8E3F-73CC-4996-4991FC2E58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04E23A79-231E-455A-6676-899599FFC814}"/>
              </a:ext>
            </a:extLst>
          </p:cNvPr>
          <p:cNvSpPr>
            <a:spLocks noGrp="1"/>
          </p:cNvSpPr>
          <p:nvPr>
            <p:ph idx="1"/>
          </p:nvPr>
        </p:nvSpPr>
        <p:spPr>
          <a:xfrm>
            <a:off x="905498" y="1336986"/>
            <a:ext cx="10381004" cy="3831168"/>
          </a:xfrm>
        </p:spPr>
        <p:txBody>
          <a:bodyPr>
            <a:noAutofit/>
          </a:bodyPr>
          <a:lstStyle/>
          <a:p>
            <a:r>
              <a:rPr lang="en-US" sz="2400">
                <a:solidFill>
                  <a:schemeClr val="bg1"/>
                </a:solidFill>
              </a:rPr>
              <a:t>Prompt</a:t>
            </a:r>
          </a:p>
          <a:p>
            <a:pPr lvl="1"/>
            <a:r>
              <a:rPr lang="en-US" sz="2000">
                <a:solidFill>
                  <a:schemeClr val="bg1"/>
                </a:solidFill>
              </a:rPr>
              <a:t>Even better (conditional sub-schemas)</a:t>
            </a:r>
          </a:p>
          <a:p>
            <a:pPr lvl="1"/>
            <a:endParaRPr lang="en-US" sz="2000">
              <a:solidFill>
                <a:schemeClr val="bg1"/>
              </a:solidFill>
            </a:endParaRPr>
          </a:p>
          <a:p>
            <a:pPr lvl="1"/>
            <a:endParaRPr lang="en-US" sz="2000">
              <a:solidFill>
                <a:schemeClr val="bg1"/>
              </a:solidFill>
            </a:endParaRPr>
          </a:p>
        </p:txBody>
      </p:sp>
      <p:grpSp>
        <p:nvGrpSpPr>
          <p:cNvPr id="9" name="Group 8">
            <a:extLst>
              <a:ext uri="{FF2B5EF4-FFF2-40B4-BE49-F238E27FC236}">
                <a16:creationId xmlns:a16="http://schemas.microsoft.com/office/drawing/2014/main" id="{C1FEA003-5C4A-837E-6C7F-222832E06F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32BA7408-16AF-2601-6B68-E83DC93BBE6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EA61E5B6-E33C-EEB0-2462-70736C0B41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1A9392A6-5A88-A22A-AB8B-CFD0C782571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BF216A92-A20F-5268-4834-73081A45688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DFAFC6F6-6CD2-56F5-8A06-D050B49A99F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FD26E74F-8DF4-7547-DB69-28284B6BA51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53D98447-5A8E-0386-0359-9C69DB68831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6FDADD95-35D0-091B-92BA-7690C0FE4E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F4C7CEA0-C1BE-BDBE-0EC1-AFA84E4440B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3B9B0052-3974-0FC8-C8F0-3ECFD612EA2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526A24E7-5F8B-3A5A-62B2-117CD5E7EC5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089D1F14-FBFD-071C-3395-89AE0D95D3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7499B8A9-E613-F8B5-2B83-F12DCB465C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pic>
        <p:nvPicPr>
          <p:cNvPr id="4" name="Picture 3">
            <a:extLst>
              <a:ext uri="{FF2B5EF4-FFF2-40B4-BE49-F238E27FC236}">
                <a16:creationId xmlns:a16="http://schemas.microsoft.com/office/drawing/2014/main" id="{DEFB556A-AE32-CD3D-40E6-0ECEF49AE16E}"/>
              </a:ext>
            </a:extLst>
          </p:cNvPr>
          <p:cNvPicPr>
            <a:picLocks noChangeAspect="1"/>
          </p:cNvPicPr>
          <p:nvPr/>
        </p:nvPicPr>
        <p:blipFill>
          <a:blip r:embed="rId3"/>
          <a:stretch>
            <a:fillRect/>
          </a:stretch>
        </p:blipFill>
        <p:spPr>
          <a:xfrm>
            <a:off x="1170294" y="2439924"/>
            <a:ext cx="7772400" cy="2476918"/>
          </a:xfrm>
          <a:prstGeom prst="rect">
            <a:avLst/>
          </a:prstGeom>
        </p:spPr>
      </p:pic>
    </p:spTree>
    <p:extLst>
      <p:ext uri="{BB962C8B-B14F-4D97-AF65-F5344CB8AC3E}">
        <p14:creationId xmlns:p14="http://schemas.microsoft.com/office/powerpoint/2010/main" val="238065609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ED22128-AB89-2D91-CFE0-10CE0FC69803}"/>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B86F2FCB-8D62-0CA3-9FD3-619E8644D0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A36AB47-FF9B-B557-78E3-1451B2F577C0}"/>
              </a:ext>
            </a:extLst>
          </p:cNvPr>
          <p:cNvSpPr>
            <a:spLocks noGrp="1"/>
          </p:cNvSpPr>
          <p:nvPr>
            <p:ph type="title"/>
          </p:nvPr>
        </p:nvSpPr>
        <p:spPr>
          <a:xfrm>
            <a:off x="1170294" y="146885"/>
            <a:ext cx="10381004" cy="1070326"/>
          </a:xfrm>
        </p:spPr>
        <p:txBody>
          <a:bodyPr>
            <a:normAutofit/>
          </a:bodyPr>
          <a:lstStyle/>
          <a:p>
            <a:r>
              <a:rPr lang="en-US">
                <a:solidFill>
                  <a:schemeClr val="bg1"/>
                </a:solidFill>
              </a:rPr>
              <a:t>Putting it together</a:t>
            </a:r>
          </a:p>
        </p:txBody>
      </p:sp>
      <p:sp>
        <p:nvSpPr>
          <p:cNvPr id="6" name="Freeform: Shape 9">
            <a:extLst>
              <a:ext uri="{FF2B5EF4-FFF2-40B4-BE49-F238E27FC236}">
                <a16:creationId xmlns:a16="http://schemas.microsoft.com/office/drawing/2014/main" id="{7AAACD63-C0A6-68B2-4A58-F68168CAC9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3C5A91F4-9BB4-CE49-F991-015AD77CE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6BD7AD37-925B-D02F-F03B-2CF24DC0D1E5}"/>
              </a:ext>
            </a:extLst>
          </p:cNvPr>
          <p:cNvSpPr>
            <a:spLocks noGrp="1"/>
          </p:cNvSpPr>
          <p:nvPr>
            <p:ph idx="1"/>
          </p:nvPr>
        </p:nvSpPr>
        <p:spPr>
          <a:xfrm>
            <a:off x="905498" y="1336986"/>
            <a:ext cx="10381004" cy="3831168"/>
          </a:xfrm>
        </p:spPr>
        <p:txBody>
          <a:bodyPr>
            <a:noAutofit/>
          </a:bodyPr>
          <a:lstStyle/>
          <a:p>
            <a:r>
              <a:rPr lang="en-US" sz="2400">
                <a:solidFill>
                  <a:schemeClr val="bg1"/>
                </a:solidFill>
              </a:rPr>
              <a:t>Response</a:t>
            </a:r>
          </a:p>
        </p:txBody>
      </p:sp>
      <p:grpSp>
        <p:nvGrpSpPr>
          <p:cNvPr id="9" name="Group 8">
            <a:extLst>
              <a:ext uri="{FF2B5EF4-FFF2-40B4-BE49-F238E27FC236}">
                <a16:creationId xmlns:a16="http://schemas.microsoft.com/office/drawing/2014/main" id="{52B8B3AA-19C4-5E7C-5BC9-B2A57C0D1D0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9C1C35A5-03A6-F17F-59BE-FA596E279D2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2498EB76-9EC2-35F2-EA7C-AA4CC3F6E5B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1D6BC1B8-6D36-2D0E-ACEA-C3451369D32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8A5689CC-08E6-E2B6-6BF8-42119DC508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4B8DD693-7594-024B-2AB6-5071A60F57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2D10805F-6410-DBC9-0BFA-E9BBA721E0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BADE7122-01B2-A57B-F220-FF4DAD11BC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9705D8FC-FD5F-3C1E-7B2B-CB8FDE10E2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833A37D3-205A-B377-976E-2C3F180172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D7C6467A-FE1D-1C6B-734A-114D5BB1D2D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329D4373-FDA2-0E20-B224-B944F121756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BA4904BA-009D-8C61-C9B6-ADDEB8145E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CD8593F3-5B12-F5D9-E3BE-5A5674CD5F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pic>
        <p:nvPicPr>
          <p:cNvPr id="4" name="Picture 3">
            <a:extLst>
              <a:ext uri="{FF2B5EF4-FFF2-40B4-BE49-F238E27FC236}">
                <a16:creationId xmlns:a16="http://schemas.microsoft.com/office/drawing/2014/main" id="{284A4D3C-8581-A19F-7247-03BB0EB61A5D}"/>
              </a:ext>
            </a:extLst>
          </p:cNvPr>
          <p:cNvPicPr>
            <a:picLocks noChangeAspect="1"/>
          </p:cNvPicPr>
          <p:nvPr/>
        </p:nvPicPr>
        <p:blipFill>
          <a:blip r:embed="rId3"/>
          <a:stretch>
            <a:fillRect/>
          </a:stretch>
        </p:blipFill>
        <p:spPr>
          <a:xfrm>
            <a:off x="1170294" y="1976496"/>
            <a:ext cx="7772400" cy="2912638"/>
          </a:xfrm>
          <a:prstGeom prst="rect">
            <a:avLst/>
          </a:prstGeom>
        </p:spPr>
      </p:pic>
    </p:spTree>
    <p:extLst>
      <p:ext uri="{BB962C8B-B14F-4D97-AF65-F5344CB8AC3E}">
        <p14:creationId xmlns:p14="http://schemas.microsoft.com/office/powerpoint/2010/main" val="359219616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0E5810A-2CE0-BD20-34A6-284CB3D58047}"/>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A56C20D3-1038-BD45-0AD3-A755F8D3E3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0E2B52F-BFAD-39D2-4CE7-B0DD04E90E99}"/>
              </a:ext>
            </a:extLst>
          </p:cNvPr>
          <p:cNvSpPr>
            <a:spLocks noGrp="1"/>
          </p:cNvSpPr>
          <p:nvPr>
            <p:ph type="title"/>
          </p:nvPr>
        </p:nvSpPr>
        <p:spPr>
          <a:xfrm>
            <a:off x="1170294" y="146885"/>
            <a:ext cx="10381004" cy="1070326"/>
          </a:xfrm>
        </p:spPr>
        <p:txBody>
          <a:bodyPr>
            <a:normAutofit/>
          </a:bodyPr>
          <a:lstStyle/>
          <a:p>
            <a:r>
              <a:rPr lang="en-US">
                <a:solidFill>
                  <a:schemeClr val="bg1"/>
                </a:solidFill>
              </a:rPr>
              <a:t>Initial Results</a:t>
            </a:r>
          </a:p>
        </p:txBody>
      </p:sp>
      <p:sp>
        <p:nvSpPr>
          <p:cNvPr id="6" name="Freeform: Shape 9">
            <a:extLst>
              <a:ext uri="{FF2B5EF4-FFF2-40B4-BE49-F238E27FC236}">
                <a16:creationId xmlns:a16="http://schemas.microsoft.com/office/drawing/2014/main" id="{52111FA4-1C2A-0A00-40B8-9488CC79D9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5BCD64D0-CA7F-7A7B-B533-538F355AB96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6A83E6DB-723D-E171-BB5A-87F263903056}"/>
              </a:ext>
            </a:extLst>
          </p:cNvPr>
          <p:cNvSpPr>
            <a:spLocks noGrp="1"/>
          </p:cNvSpPr>
          <p:nvPr>
            <p:ph idx="1"/>
          </p:nvPr>
        </p:nvSpPr>
        <p:spPr>
          <a:xfrm>
            <a:off x="905498" y="1336986"/>
            <a:ext cx="10381004" cy="3831168"/>
          </a:xfrm>
        </p:spPr>
        <p:txBody>
          <a:bodyPr>
            <a:noAutofit/>
          </a:bodyPr>
          <a:lstStyle/>
          <a:p>
            <a:r>
              <a:rPr lang="en-US" sz="2400">
                <a:solidFill>
                  <a:schemeClr val="bg1"/>
                </a:solidFill>
              </a:rPr>
              <a:t>Prioritized Triage</a:t>
            </a:r>
          </a:p>
          <a:p>
            <a:pPr lvl="1"/>
            <a:r>
              <a:rPr lang="en-US" sz="2000">
                <a:solidFill>
                  <a:schemeClr val="bg1"/>
                </a:solidFill>
              </a:rPr>
              <a:t>Riskiest &lt;5%</a:t>
            </a:r>
          </a:p>
          <a:p>
            <a:endParaRPr lang="en-US" sz="2400">
              <a:solidFill>
                <a:schemeClr val="bg1"/>
              </a:solidFill>
            </a:endParaRPr>
          </a:p>
          <a:p>
            <a:r>
              <a:rPr lang="en-US" sz="2400">
                <a:solidFill>
                  <a:schemeClr val="bg1"/>
                </a:solidFill>
              </a:rPr>
              <a:t>True Positives</a:t>
            </a:r>
          </a:p>
          <a:p>
            <a:pPr lvl="1"/>
            <a:r>
              <a:rPr lang="en-US" sz="2000">
                <a:solidFill>
                  <a:schemeClr val="bg1"/>
                </a:solidFill>
              </a:rPr>
              <a:t>&gt;90%</a:t>
            </a:r>
          </a:p>
          <a:p>
            <a:endParaRPr lang="en-US" sz="2400">
              <a:solidFill>
                <a:schemeClr val="bg1"/>
              </a:solidFill>
            </a:endParaRPr>
          </a:p>
          <a:p>
            <a:r>
              <a:rPr lang="en-US" sz="2400">
                <a:solidFill>
                  <a:schemeClr val="bg1"/>
                </a:solidFill>
              </a:rPr>
              <a:t>False Negatives</a:t>
            </a:r>
          </a:p>
          <a:p>
            <a:pPr lvl="1"/>
            <a:r>
              <a:rPr lang="en-US" sz="2000">
                <a:solidFill>
                  <a:schemeClr val="bg1"/>
                </a:solidFill>
              </a:rPr>
              <a:t>Harder to determine</a:t>
            </a:r>
          </a:p>
        </p:txBody>
      </p:sp>
      <p:grpSp>
        <p:nvGrpSpPr>
          <p:cNvPr id="9" name="Group 8">
            <a:extLst>
              <a:ext uri="{FF2B5EF4-FFF2-40B4-BE49-F238E27FC236}">
                <a16:creationId xmlns:a16="http://schemas.microsoft.com/office/drawing/2014/main" id="{83699505-8D71-6CCB-B0BA-638D28912E2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96961253-4F0B-73EE-B2EC-D654F4EE46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113F0788-C902-2128-8807-C348E3B2555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9E85811F-EBFB-3B13-0DB4-34172322F61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6A0EAB91-47D6-F293-FE2A-0F88D3E0864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E8822B59-9CF7-0248-2BF5-DE1EA718A4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C52C76C1-DB2B-4D86-B025-A371E9AA59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A12E2469-7577-2337-62ED-3B6709ACE14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3F334EA1-38FA-2452-CCDA-A7BE37C4EB8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3DE126B4-C09E-C0E3-3D08-B2390C36E4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EDF7BE84-DCCA-477B-5C56-47DE8C096C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25E95380-C218-CCA6-9DCF-51AFC9C2F6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FC35C03C-80BD-2E63-76CC-9F660A2F20F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6B716D01-13FA-6CC8-3E73-4E0B5C703DB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Tree>
    <p:extLst>
      <p:ext uri="{BB962C8B-B14F-4D97-AF65-F5344CB8AC3E}">
        <p14:creationId xmlns:p14="http://schemas.microsoft.com/office/powerpoint/2010/main" val="263866798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3677BAFB-3BD3-41BB-9107-FAE224AE21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E6823A9B-C188-42D4-847C-3AD928DB14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42784" y="253140"/>
            <a:ext cx="6184555" cy="6184555"/>
          </a:xfrm>
          <a:prstGeom prst="ellipse">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34B557F3-1A0C-4749-A6DB-EAC082DF3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24848" y="253140"/>
            <a:ext cx="6184555" cy="6184555"/>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3"/>
              </a:solidFill>
            </a:endParaRPr>
          </a:p>
        </p:txBody>
      </p:sp>
      <p:sp>
        <p:nvSpPr>
          <p:cNvPr id="14" name="Oval 13">
            <a:extLst>
              <a:ext uri="{FF2B5EF4-FFF2-40B4-BE49-F238E27FC236}">
                <a16:creationId xmlns:a16="http://schemas.microsoft.com/office/drawing/2014/main" id="{55D55AA6-3751-494F-868A-DCEDC5CE82B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03723" y="136525"/>
            <a:ext cx="6184555" cy="6184555"/>
          </a:xfrm>
          <a:prstGeom prst="ellipse">
            <a:avLst/>
          </a:pr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FA7779B-5AF1-F721-6EE7-800C8BD4F1E1}"/>
              </a:ext>
            </a:extLst>
          </p:cNvPr>
          <p:cNvSpPr>
            <a:spLocks noGrp="1"/>
          </p:cNvSpPr>
          <p:nvPr>
            <p:ph type="title"/>
          </p:nvPr>
        </p:nvSpPr>
        <p:spPr>
          <a:xfrm>
            <a:off x="3581400" y="965580"/>
            <a:ext cx="5204489" cy="3160593"/>
          </a:xfrm>
        </p:spPr>
        <p:txBody>
          <a:bodyPr vert="horz" lIns="91440" tIns="45720" rIns="91440" bIns="45720" rtlCol="0" anchor="b">
            <a:normAutofit/>
          </a:bodyPr>
          <a:lstStyle/>
          <a:p>
            <a:pPr algn="ctr"/>
            <a:r>
              <a:rPr lang="en-US" sz="5400" kern="1200">
                <a:solidFill>
                  <a:schemeClr val="bg1"/>
                </a:solidFill>
                <a:latin typeface="+mj-lt"/>
                <a:ea typeface="+mj-ea"/>
                <a:cs typeface="+mj-cs"/>
              </a:rPr>
              <a:t>Practical Exercises with Semgrep</a:t>
            </a:r>
          </a:p>
        </p:txBody>
      </p:sp>
      <p:sp>
        <p:nvSpPr>
          <p:cNvPr id="3" name="Text Placeholder 2">
            <a:extLst>
              <a:ext uri="{FF2B5EF4-FFF2-40B4-BE49-F238E27FC236}">
                <a16:creationId xmlns:a16="http://schemas.microsoft.com/office/drawing/2014/main" id="{FE68E5EE-B015-6ACB-EFF5-F361A44C0CF4}"/>
              </a:ext>
            </a:extLst>
          </p:cNvPr>
          <p:cNvSpPr>
            <a:spLocks noGrp="1"/>
          </p:cNvSpPr>
          <p:nvPr>
            <p:ph type="body" idx="1"/>
          </p:nvPr>
        </p:nvSpPr>
        <p:spPr>
          <a:xfrm>
            <a:off x="3820817" y="4409960"/>
            <a:ext cx="4508641" cy="1116414"/>
          </a:xfrm>
        </p:spPr>
        <p:txBody>
          <a:bodyPr vert="horz" lIns="91440" tIns="45720" rIns="91440" bIns="45720" rtlCol="0">
            <a:normAutofit/>
          </a:bodyPr>
          <a:lstStyle/>
          <a:p>
            <a:pPr algn="ctr"/>
            <a:r>
              <a:rPr lang="en-US" sz="2000" kern="1200">
                <a:solidFill>
                  <a:schemeClr val="bg1"/>
                </a:solidFill>
                <a:latin typeface="+mn-lt"/>
                <a:ea typeface="+mn-ea"/>
                <a:cs typeface="+mn-cs"/>
              </a:rPr>
              <a:t>MODULE 5</a:t>
            </a:r>
          </a:p>
        </p:txBody>
      </p:sp>
      <p:sp>
        <p:nvSpPr>
          <p:cNvPr id="16" name="Graphic 212">
            <a:extLst>
              <a:ext uri="{FF2B5EF4-FFF2-40B4-BE49-F238E27FC236}">
                <a16:creationId xmlns:a16="http://schemas.microsoft.com/office/drawing/2014/main" id="{4D4C00DC-4DC6-4CD2-9E31-F17E6CEBC5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8" name="Graphic 212">
            <a:extLst>
              <a:ext uri="{FF2B5EF4-FFF2-40B4-BE49-F238E27FC236}">
                <a16:creationId xmlns:a16="http://schemas.microsoft.com/office/drawing/2014/main" id="{D82AB1B2-7970-42CF-8BF5-567C69E9FF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nvGrpSpPr>
          <p:cNvPr id="20" name="Graphic 190">
            <a:extLst>
              <a:ext uri="{FF2B5EF4-FFF2-40B4-BE49-F238E27FC236}">
                <a16:creationId xmlns:a16="http://schemas.microsoft.com/office/drawing/2014/main" id="{66FB5A75-BDE2-4F12-A95B-C48788A7685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80947" y="1755501"/>
            <a:ext cx="1598829" cy="531293"/>
            <a:chOff x="2504802" y="1755501"/>
            <a:chExt cx="1598829" cy="531293"/>
          </a:xfrm>
          <a:solidFill>
            <a:schemeClr val="bg1"/>
          </a:solidFill>
        </p:grpSpPr>
        <p:sp>
          <p:nvSpPr>
            <p:cNvPr id="21" name="Freeform: Shape 20">
              <a:extLst>
                <a:ext uri="{FF2B5EF4-FFF2-40B4-BE49-F238E27FC236}">
                  <a16:creationId xmlns:a16="http://schemas.microsoft.com/office/drawing/2014/main" id="{DC86CBC8-A814-4C0C-A287-7C549693D2E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2113855"/>
              <a:ext cx="1598614" cy="172939"/>
            </a:xfrm>
            <a:custGeom>
              <a:avLst/>
              <a:gdLst>
                <a:gd name="connsiteX0" fmla="*/ 1248648 w 1598614"/>
                <a:gd name="connsiteY0" fmla="*/ 172939 h 172939"/>
                <a:gd name="connsiteX1" fmla="*/ 1123031 w 1598614"/>
                <a:gd name="connsiteY1" fmla="*/ 92708 h 172939"/>
                <a:gd name="connsiteX2" fmla="*/ 1024085 w 1598614"/>
                <a:gd name="connsiteY2" fmla="*/ 29469 h 172939"/>
                <a:gd name="connsiteX3" fmla="*/ 925140 w 1598614"/>
                <a:gd name="connsiteY3" fmla="*/ 92708 h 172939"/>
                <a:gd name="connsiteX4" fmla="*/ 799522 w 1598614"/>
                <a:gd name="connsiteY4" fmla="*/ 172939 h 172939"/>
                <a:gd name="connsiteX5" fmla="*/ 799522 w 1598614"/>
                <a:gd name="connsiteY5" fmla="*/ 172939 h 172939"/>
                <a:gd name="connsiteX6" fmla="*/ 673905 w 1598614"/>
                <a:gd name="connsiteY6" fmla="*/ 92708 h 172939"/>
                <a:gd name="connsiteX7" fmla="*/ 574959 w 1598614"/>
                <a:gd name="connsiteY7" fmla="*/ 29469 h 172939"/>
                <a:gd name="connsiteX8" fmla="*/ 476014 w 1598614"/>
                <a:gd name="connsiteY8" fmla="*/ 92708 h 172939"/>
                <a:gd name="connsiteX9" fmla="*/ 350396 w 1598614"/>
                <a:gd name="connsiteY9" fmla="*/ 172939 h 172939"/>
                <a:gd name="connsiteX10" fmla="*/ 224778 w 1598614"/>
                <a:gd name="connsiteY10" fmla="*/ 92708 h 172939"/>
                <a:gd name="connsiteX11" fmla="*/ 125833 w 1598614"/>
                <a:gd name="connsiteY11" fmla="*/ 29469 h 172939"/>
                <a:gd name="connsiteX12" fmla="*/ 26887 w 1598614"/>
                <a:gd name="connsiteY12" fmla="*/ 92708 h 172939"/>
                <a:gd name="connsiteX13" fmla="*/ 0 w 1598614"/>
                <a:gd name="connsiteY13" fmla="*/ 80232 h 172939"/>
                <a:gd name="connsiteX14" fmla="*/ 125618 w 1598614"/>
                <a:gd name="connsiteY14" fmla="*/ 0 h 172939"/>
                <a:gd name="connsiteX15" fmla="*/ 251235 w 1598614"/>
                <a:gd name="connsiteY15" fmla="*/ 80232 h 172939"/>
                <a:gd name="connsiteX16" fmla="*/ 350181 w 1598614"/>
                <a:gd name="connsiteY16" fmla="*/ 143471 h 172939"/>
                <a:gd name="connsiteX17" fmla="*/ 449126 w 1598614"/>
                <a:gd name="connsiteY17" fmla="*/ 80232 h 172939"/>
                <a:gd name="connsiteX18" fmla="*/ 574744 w 1598614"/>
                <a:gd name="connsiteY18" fmla="*/ 0 h 172939"/>
                <a:gd name="connsiteX19" fmla="*/ 700362 w 1598614"/>
                <a:gd name="connsiteY19" fmla="*/ 80232 h 172939"/>
                <a:gd name="connsiteX20" fmla="*/ 799307 w 1598614"/>
                <a:gd name="connsiteY20" fmla="*/ 143471 h 172939"/>
                <a:gd name="connsiteX21" fmla="*/ 799307 w 1598614"/>
                <a:gd name="connsiteY21" fmla="*/ 143471 h 172939"/>
                <a:gd name="connsiteX22" fmla="*/ 898253 w 1598614"/>
                <a:gd name="connsiteY22" fmla="*/ 80232 h 172939"/>
                <a:gd name="connsiteX23" fmla="*/ 1023870 w 1598614"/>
                <a:gd name="connsiteY23" fmla="*/ 0 h 172939"/>
                <a:gd name="connsiteX24" fmla="*/ 1149488 w 1598614"/>
                <a:gd name="connsiteY24" fmla="*/ 80232 h 172939"/>
                <a:gd name="connsiteX25" fmla="*/ 1248433 w 1598614"/>
                <a:gd name="connsiteY25" fmla="*/ 143471 h 172939"/>
                <a:gd name="connsiteX26" fmla="*/ 1347379 w 1598614"/>
                <a:gd name="connsiteY26" fmla="*/ 80232 h 172939"/>
                <a:gd name="connsiteX27" fmla="*/ 1472997 w 1598614"/>
                <a:gd name="connsiteY27" fmla="*/ 0 h 172939"/>
                <a:gd name="connsiteX28" fmla="*/ 1598614 w 1598614"/>
                <a:gd name="connsiteY28" fmla="*/ 80232 h 172939"/>
                <a:gd name="connsiteX29" fmla="*/ 1571942 w 1598614"/>
                <a:gd name="connsiteY29" fmla="*/ 92708 h 172939"/>
                <a:gd name="connsiteX30" fmla="*/ 1472997 w 1598614"/>
                <a:gd name="connsiteY30" fmla="*/ 29469 h 172939"/>
                <a:gd name="connsiteX31" fmla="*/ 1374051 w 1598614"/>
                <a:gd name="connsiteY31" fmla="*/ 92708 h 172939"/>
                <a:gd name="connsiteX32" fmla="*/ 1248648 w 1598614"/>
                <a:gd name="connsiteY32" fmla="*/ 172939 h 1729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614" h="172939">
                  <a:moveTo>
                    <a:pt x="1248648" y="172939"/>
                  </a:moveTo>
                  <a:cubicBezTo>
                    <a:pt x="1194229" y="172939"/>
                    <a:pt x="1146046" y="142180"/>
                    <a:pt x="1123031" y="92708"/>
                  </a:cubicBezTo>
                  <a:cubicBezTo>
                    <a:pt x="1104962" y="53775"/>
                    <a:pt x="1067105" y="29469"/>
                    <a:pt x="1024085" y="29469"/>
                  </a:cubicBezTo>
                  <a:cubicBezTo>
                    <a:pt x="981066" y="29469"/>
                    <a:pt x="943208" y="53775"/>
                    <a:pt x="925140" y="92708"/>
                  </a:cubicBezTo>
                  <a:cubicBezTo>
                    <a:pt x="902124" y="142180"/>
                    <a:pt x="853942" y="172939"/>
                    <a:pt x="799522" y="172939"/>
                  </a:cubicBezTo>
                  <a:cubicBezTo>
                    <a:pt x="799522" y="172939"/>
                    <a:pt x="799522" y="172939"/>
                    <a:pt x="799522" y="172939"/>
                  </a:cubicBezTo>
                  <a:cubicBezTo>
                    <a:pt x="744887" y="172939"/>
                    <a:pt x="696920" y="142180"/>
                    <a:pt x="673905" y="92708"/>
                  </a:cubicBezTo>
                  <a:cubicBezTo>
                    <a:pt x="655836" y="53775"/>
                    <a:pt x="617979" y="29469"/>
                    <a:pt x="574959" y="29469"/>
                  </a:cubicBezTo>
                  <a:cubicBezTo>
                    <a:pt x="531939" y="29469"/>
                    <a:pt x="494082" y="53775"/>
                    <a:pt x="476014" y="92708"/>
                  </a:cubicBezTo>
                  <a:cubicBezTo>
                    <a:pt x="452998" y="142180"/>
                    <a:pt x="405031" y="172939"/>
                    <a:pt x="350396" y="172939"/>
                  </a:cubicBezTo>
                  <a:cubicBezTo>
                    <a:pt x="295976" y="172939"/>
                    <a:pt x="247794" y="142180"/>
                    <a:pt x="224778" y="92708"/>
                  </a:cubicBezTo>
                  <a:cubicBezTo>
                    <a:pt x="206710" y="53775"/>
                    <a:pt x="168853" y="29469"/>
                    <a:pt x="125833" y="29469"/>
                  </a:cubicBezTo>
                  <a:cubicBezTo>
                    <a:pt x="82813" y="29469"/>
                    <a:pt x="44956" y="53775"/>
                    <a:pt x="26887" y="92708"/>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268" y="30759"/>
                    <a:pt x="969235" y="0"/>
                    <a:pt x="1023870" y="0"/>
                  </a:cubicBezTo>
                  <a:cubicBezTo>
                    <a:pt x="1078505" y="0"/>
                    <a:pt x="1126472" y="30759"/>
                    <a:pt x="1149488" y="80232"/>
                  </a:cubicBezTo>
                  <a:cubicBezTo>
                    <a:pt x="1167556" y="119165"/>
                    <a:pt x="1205414" y="143471"/>
                    <a:pt x="1248433" y="143471"/>
                  </a:cubicBezTo>
                  <a:cubicBezTo>
                    <a:pt x="1291453" y="143471"/>
                    <a:pt x="1329311" y="119165"/>
                    <a:pt x="1347379" y="80232"/>
                  </a:cubicBezTo>
                  <a:cubicBezTo>
                    <a:pt x="1370394" y="30759"/>
                    <a:pt x="1418361" y="0"/>
                    <a:pt x="1472997" y="0"/>
                  </a:cubicBezTo>
                  <a:cubicBezTo>
                    <a:pt x="1527632" y="0"/>
                    <a:pt x="1575814" y="30759"/>
                    <a:pt x="1598614" y="80232"/>
                  </a:cubicBezTo>
                  <a:lnTo>
                    <a:pt x="1571942" y="92708"/>
                  </a:lnTo>
                  <a:cubicBezTo>
                    <a:pt x="1553874" y="53775"/>
                    <a:pt x="1515801" y="29469"/>
                    <a:pt x="1472997" y="29469"/>
                  </a:cubicBezTo>
                  <a:cubicBezTo>
                    <a:pt x="1429977" y="29469"/>
                    <a:pt x="1392119" y="53775"/>
                    <a:pt x="1374051" y="92708"/>
                  </a:cubicBezTo>
                  <a:cubicBezTo>
                    <a:pt x="1351251" y="142180"/>
                    <a:pt x="1303069" y="172939"/>
                    <a:pt x="1248648" y="172939"/>
                  </a:cubicBezTo>
                  <a:close/>
                </a:path>
              </a:pathLst>
            </a:custGeom>
            <a:grpFill/>
            <a:ln w="21496" cap="flat">
              <a:no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6AA52F4F-14E6-402F-A196-668B9CA9BC6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1755501"/>
              <a:ext cx="1598829" cy="172724"/>
            </a:xfrm>
            <a:custGeom>
              <a:avLst/>
              <a:gdLst>
                <a:gd name="connsiteX0" fmla="*/ 1248648 w 1598829"/>
                <a:gd name="connsiteY0" fmla="*/ 172724 h 172724"/>
                <a:gd name="connsiteX1" fmla="*/ 1123031 w 1598829"/>
                <a:gd name="connsiteY1" fmla="*/ 92492 h 172724"/>
                <a:gd name="connsiteX2" fmla="*/ 1024085 w 1598829"/>
                <a:gd name="connsiteY2" fmla="*/ 29253 h 172724"/>
                <a:gd name="connsiteX3" fmla="*/ 925140 w 1598829"/>
                <a:gd name="connsiteY3" fmla="*/ 92492 h 172724"/>
                <a:gd name="connsiteX4" fmla="*/ 799522 w 1598829"/>
                <a:gd name="connsiteY4" fmla="*/ 172724 h 172724"/>
                <a:gd name="connsiteX5" fmla="*/ 799522 w 1598829"/>
                <a:gd name="connsiteY5" fmla="*/ 172724 h 172724"/>
                <a:gd name="connsiteX6" fmla="*/ 673905 w 1598829"/>
                <a:gd name="connsiteY6" fmla="*/ 92492 h 172724"/>
                <a:gd name="connsiteX7" fmla="*/ 574959 w 1598829"/>
                <a:gd name="connsiteY7" fmla="*/ 29253 h 172724"/>
                <a:gd name="connsiteX8" fmla="*/ 476014 w 1598829"/>
                <a:gd name="connsiteY8" fmla="*/ 92492 h 172724"/>
                <a:gd name="connsiteX9" fmla="*/ 350396 w 1598829"/>
                <a:gd name="connsiteY9" fmla="*/ 172724 h 172724"/>
                <a:gd name="connsiteX10" fmla="*/ 224778 w 1598829"/>
                <a:gd name="connsiteY10" fmla="*/ 92492 h 172724"/>
                <a:gd name="connsiteX11" fmla="*/ 125833 w 1598829"/>
                <a:gd name="connsiteY11" fmla="*/ 29253 h 172724"/>
                <a:gd name="connsiteX12" fmla="*/ 26887 w 1598829"/>
                <a:gd name="connsiteY12" fmla="*/ 92492 h 172724"/>
                <a:gd name="connsiteX13" fmla="*/ 0 w 1598829"/>
                <a:gd name="connsiteY13" fmla="*/ 80232 h 172724"/>
                <a:gd name="connsiteX14" fmla="*/ 125618 w 1598829"/>
                <a:gd name="connsiteY14" fmla="*/ 0 h 172724"/>
                <a:gd name="connsiteX15" fmla="*/ 251235 w 1598829"/>
                <a:gd name="connsiteY15" fmla="*/ 80232 h 172724"/>
                <a:gd name="connsiteX16" fmla="*/ 350181 w 1598829"/>
                <a:gd name="connsiteY16" fmla="*/ 143471 h 172724"/>
                <a:gd name="connsiteX17" fmla="*/ 449126 w 1598829"/>
                <a:gd name="connsiteY17" fmla="*/ 80232 h 172724"/>
                <a:gd name="connsiteX18" fmla="*/ 574744 w 1598829"/>
                <a:gd name="connsiteY18" fmla="*/ 0 h 172724"/>
                <a:gd name="connsiteX19" fmla="*/ 700362 w 1598829"/>
                <a:gd name="connsiteY19" fmla="*/ 80232 h 172724"/>
                <a:gd name="connsiteX20" fmla="*/ 799307 w 1598829"/>
                <a:gd name="connsiteY20" fmla="*/ 143471 h 172724"/>
                <a:gd name="connsiteX21" fmla="*/ 799307 w 1598829"/>
                <a:gd name="connsiteY21" fmla="*/ 143471 h 172724"/>
                <a:gd name="connsiteX22" fmla="*/ 898253 w 1598829"/>
                <a:gd name="connsiteY22" fmla="*/ 80232 h 172724"/>
                <a:gd name="connsiteX23" fmla="*/ 1024085 w 1598829"/>
                <a:gd name="connsiteY23" fmla="*/ 0 h 172724"/>
                <a:gd name="connsiteX24" fmla="*/ 1149703 w 1598829"/>
                <a:gd name="connsiteY24" fmla="*/ 80232 h 172724"/>
                <a:gd name="connsiteX25" fmla="*/ 1248648 w 1598829"/>
                <a:gd name="connsiteY25" fmla="*/ 143471 h 172724"/>
                <a:gd name="connsiteX26" fmla="*/ 1347594 w 1598829"/>
                <a:gd name="connsiteY26" fmla="*/ 80232 h 172724"/>
                <a:gd name="connsiteX27" fmla="*/ 1473212 w 1598829"/>
                <a:gd name="connsiteY27" fmla="*/ 0 h 172724"/>
                <a:gd name="connsiteX28" fmla="*/ 1598829 w 1598829"/>
                <a:gd name="connsiteY28" fmla="*/ 80232 h 172724"/>
                <a:gd name="connsiteX29" fmla="*/ 1572157 w 1598829"/>
                <a:gd name="connsiteY29" fmla="*/ 92492 h 172724"/>
                <a:gd name="connsiteX30" fmla="*/ 1473212 w 1598829"/>
                <a:gd name="connsiteY30" fmla="*/ 29253 h 172724"/>
                <a:gd name="connsiteX31" fmla="*/ 1374266 w 1598829"/>
                <a:gd name="connsiteY31" fmla="*/ 92492 h 172724"/>
                <a:gd name="connsiteX32" fmla="*/ 1248648 w 1598829"/>
                <a:gd name="connsiteY32" fmla="*/ 172724 h 1727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829" h="172724">
                  <a:moveTo>
                    <a:pt x="1248648" y="172724"/>
                  </a:moveTo>
                  <a:cubicBezTo>
                    <a:pt x="1194229" y="172724"/>
                    <a:pt x="1146046" y="141965"/>
                    <a:pt x="1123031" y="92492"/>
                  </a:cubicBezTo>
                  <a:cubicBezTo>
                    <a:pt x="1104962" y="53560"/>
                    <a:pt x="1067105" y="29253"/>
                    <a:pt x="1024085" y="29253"/>
                  </a:cubicBezTo>
                  <a:cubicBezTo>
                    <a:pt x="981066" y="29253"/>
                    <a:pt x="943208" y="53560"/>
                    <a:pt x="925140" y="92492"/>
                  </a:cubicBezTo>
                  <a:cubicBezTo>
                    <a:pt x="902124" y="141965"/>
                    <a:pt x="853942" y="172724"/>
                    <a:pt x="799522" y="172724"/>
                  </a:cubicBezTo>
                  <a:cubicBezTo>
                    <a:pt x="799522" y="172724"/>
                    <a:pt x="799522" y="172724"/>
                    <a:pt x="799522" y="172724"/>
                  </a:cubicBezTo>
                  <a:cubicBezTo>
                    <a:pt x="744887" y="172724"/>
                    <a:pt x="696920" y="141965"/>
                    <a:pt x="673905" y="92492"/>
                  </a:cubicBezTo>
                  <a:cubicBezTo>
                    <a:pt x="655836" y="53560"/>
                    <a:pt x="617979" y="29253"/>
                    <a:pt x="574959" y="29253"/>
                  </a:cubicBezTo>
                  <a:cubicBezTo>
                    <a:pt x="531939" y="29253"/>
                    <a:pt x="494082" y="53560"/>
                    <a:pt x="476014" y="92492"/>
                  </a:cubicBezTo>
                  <a:cubicBezTo>
                    <a:pt x="452998" y="141965"/>
                    <a:pt x="405031" y="172724"/>
                    <a:pt x="350396" y="172724"/>
                  </a:cubicBezTo>
                  <a:cubicBezTo>
                    <a:pt x="295976" y="172724"/>
                    <a:pt x="247794" y="141965"/>
                    <a:pt x="224778" y="92492"/>
                  </a:cubicBezTo>
                  <a:cubicBezTo>
                    <a:pt x="206710" y="53560"/>
                    <a:pt x="168853" y="29253"/>
                    <a:pt x="125833" y="29253"/>
                  </a:cubicBezTo>
                  <a:cubicBezTo>
                    <a:pt x="82813" y="29253"/>
                    <a:pt x="44956" y="53560"/>
                    <a:pt x="26887" y="92492"/>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483" y="30759"/>
                    <a:pt x="969450" y="0"/>
                    <a:pt x="1024085" y="0"/>
                  </a:cubicBezTo>
                  <a:cubicBezTo>
                    <a:pt x="1078720" y="0"/>
                    <a:pt x="1126688" y="30759"/>
                    <a:pt x="1149703" y="80232"/>
                  </a:cubicBezTo>
                  <a:cubicBezTo>
                    <a:pt x="1167771" y="119165"/>
                    <a:pt x="1205629" y="143471"/>
                    <a:pt x="1248648" y="143471"/>
                  </a:cubicBezTo>
                  <a:cubicBezTo>
                    <a:pt x="1291668" y="143471"/>
                    <a:pt x="1329526" y="119165"/>
                    <a:pt x="1347594" y="80232"/>
                  </a:cubicBezTo>
                  <a:cubicBezTo>
                    <a:pt x="1370610" y="30759"/>
                    <a:pt x="1418792" y="0"/>
                    <a:pt x="1473212" y="0"/>
                  </a:cubicBezTo>
                  <a:cubicBezTo>
                    <a:pt x="1527847" y="0"/>
                    <a:pt x="1576029" y="30759"/>
                    <a:pt x="1598829" y="80232"/>
                  </a:cubicBezTo>
                  <a:lnTo>
                    <a:pt x="1572157" y="92492"/>
                  </a:lnTo>
                  <a:cubicBezTo>
                    <a:pt x="1554089" y="53560"/>
                    <a:pt x="1516016" y="29253"/>
                    <a:pt x="1473212" y="29253"/>
                  </a:cubicBezTo>
                  <a:cubicBezTo>
                    <a:pt x="1430192" y="29253"/>
                    <a:pt x="1392335" y="53560"/>
                    <a:pt x="1374266" y="92492"/>
                  </a:cubicBezTo>
                  <a:cubicBezTo>
                    <a:pt x="1351251" y="141965"/>
                    <a:pt x="1303069" y="172724"/>
                    <a:pt x="1248648" y="172724"/>
                  </a:cubicBezTo>
                  <a:close/>
                </a:path>
              </a:pathLst>
            </a:custGeom>
            <a:grpFill/>
            <a:ln w="21496" cap="flat">
              <a:noFill/>
              <a:prstDash val="solid"/>
              <a:miter/>
            </a:ln>
          </p:spPr>
          <p:txBody>
            <a:bodyPr rtlCol="0" anchor="ctr"/>
            <a:lstStyle/>
            <a:p>
              <a:endParaRPr lang="en-US"/>
            </a:p>
          </p:txBody>
        </p:sp>
      </p:grpSp>
      <p:sp>
        <p:nvSpPr>
          <p:cNvPr id="24" name="Oval 23">
            <a:extLst>
              <a:ext uri="{FF2B5EF4-FFF2-40B4-BE49-F238E27FC236}">
                <a16:creationId xmlns:a16="http://schemas.microsoft.com/office/drawing/2014/main" id="{C10FB9CA-E7FA-462C-B537-F1224ED1ACF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6" name="Oval 25">
            <a:extLst>
              <a:ext uri="{FF2B5EF4-FFF2-40B4-BE49-F238E27FC236}">
                <a16:creationId xmlns:a16="http://schemas.microsoft.com/office/drawing/2014/main" id="{D8469AE7-A75B-4F37-850B-EF5974ABED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28" name="Graphic 4">
            <a:extLst>
              <a:ext uri="{FF2B5EF4-FFF2-40B4-BE49-F238E27FC236}">
                <a16:creationId xmlns:a16="http://schemas.microsoft.com/office/drawing/2014/main" id="{63301095-70B2-49AA-8DA9-A35629AD621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8597506" y="4175798"/>
            <a:ext cx="1861486" cy="1861665"/>
            <a:chOff x="5734053" y="3067000"/>
            <a:chExt cx="724484" cy="724549"/>
          </a:xfrm>
          <a:solidFill>
            <a:schemeClr val="bg1"/>
          </a:solidFill>
        </p:grpSpPr>
        <p:sp>
          <p:nvSpPr>
            <p:cNvPr id="29" name="Freeform: Shape 28">
              <a:extLst>
                <a:ext uri="{FF2B5EF4-FFF2-40B4-BE49-F238E27FC236}">
                  <a16:creationId xmlns:a16="http://schemas.microsoft.com/office/drawing/2014/main" id="{D218E08C-0BEA-45C2-8C09-4141DDDA001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067000"/>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232F6090-14E0-44C6-B9FC-C91047BCDC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FDB9402B-335C-4892-9E7C-C400E95BE0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E7A4371D-4448-409A-93F3-0C92E3EBDCF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780149CB-4B8F-4FD1-AC5E-25670C9EA0A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92D49A1A-35B0-4620-9D1E-A782A0E978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AFF46F08-B1E4-44C1-BD4A-4191D6EAD9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6" name="Freeform: Shape 35">
              <a:extLst>
                <a:ext uri="{FF2B5EF4-FFF2-40B4-BE49-F238E27FC236}">
                  <a16:creationId xmlns:a16="http://schemas.microsoft.com/office/drawing/2014/main" id="{8DB16610-3D81-4E5C-850D-5D1245C0DC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26244"/>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7" name="Freeform: Shape 36">
              <a:extLst>
                <a:ext uri="{FF2B5EF4-FFF2-40B4-BE49-F238E27FC236}">
                  <a16:creationId xmlns:a16="http://schemas.microsoft.com/office/drawing/2014/main" id="{E05501B2-83AC-4299-BE5A-8CA16B4089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26242"/>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8" name="Freeform: Shape 37">
              <a:extLst>
                <a:ext uri="{FF2B5EF4-FFF2-40B4-BE49-F238E27FC236}">
                  <a16:creationId xmlns:a16="http://schemas.microsoft.com/office/drawing/2014/main" id="{07CF1B90-3B3A-403E-A94F-8B82945D07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9" name="Freeform: Shape 38">
              <a:extLst>
                <a:ext uri="{FF2B5EF4-FFF2-40B4-BE49-F238E27FC236}">
                  <a16:creationId xmlns:a16="http://schemas.microsoft.com/office/drawing/2014/main" id="{56A1CBA9-4AC1-4C42-9429-3FF31DF282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0" name="Freeform: Shape 39">
              <a:extLst>
                <a:ext uri="{FF2B5EF4-FFF2-40B4-BE49-F238E27FC236}">
                  <a16:creationId xmlns:a16="http://schemas.microsoft.com/office/drawing/2014/main" id="{21318D9B-FD39-402A-ADFA-0E6CC789A7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1" name="Freeform: Shape 40">
              <a:extLst>
                <a:ext uri="{FF2B5EF4-FFF2-40B4-BE49-F238E27FC236}">
                  <a16:creationId xmlns:a16="http://schemas.microsoft.com/office/drawing/2014/main" id="{333FB08F-B346-47C0-A7CD-1DE53E6C0D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126244"/>
              <a:ext cx="14097" cy="14097"/>
            </a:xfrm>
            <a:custGeom>
              <a:avLst/>
              <a:gdLst>
                <a:gd name="connsiteX0" fmla="*/ 14097 w 14097"/>
                <a:gd name="connsiteY0" fmla="*/ 7049 h 14097"/>
                <a:gd name="connsiteX1" fmla="*/ 7048 w 14097"/>
                <a:gd name="connsiteY1" fmla="*/ 14097 h 14097"/>
                <a:gd name="connsiteX2" fmla="*/ 0 w 14097"/>
                <a:gd name="connsiteY2" fmla="*/ 7049 h 14097"/>
                <a:gd name="connsiteX3" fmla="*/ 7048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42" name="Freeform: Shape 41">
              <a:extLst>
                <a:ext uri="{FF2B5EF4-FFF2-40B4-BE49-F238E27FC236}">
                  <a16:creationId xmlns:a16="http://schemas.microsoft.com/office/drawing/2014/main" id="{893AD6F2-6408-4A8E-9749-CB7388EF3D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3" name="Freeform: Shape 42">
              <a:extLst>
                <a:ext uri="{FF2B5EF4-FFF2-40B4-BE49-F238E27FC236}">
                  <a16:creationId xmlns:a16="http://schemas.microsoft.com/office/drawing/2014/main" id="{715D9D2F-1568-4BE3-A54A-69F52492B0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85393"/>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9AB547A7-0D80-491F-98B4-C6B7CC4FC4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7E2693CD-DAF5-4B26-9A2F-17673BF318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A96EEE12-952A-4693-B161-D7071D6010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F4228DCC-1611-4BDC-90AA-231F67EB11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A163C3C-D3DF-461F-B6A8-90C7C227D1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4D021D29-2980-41C3-AB83-DA93C105BCE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AC09C1FA-1A9D-49A7-9D73-8B777140A30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244637"/>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1" name="Freeform: Shape 50">
              <a:extLst>
                <a:ext uri="{FF2B5EF4-FFF2-40B4-BE49-F238E27FC236}">
                  <a16:creationId xmlns:a16="http://schemas.microsoft.com/office/drawing/2014/main" id="{0B8D8CD4-7B9B-48A5-BC59-0CB859354F7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24463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2" name="Freeform: Shape 51">
              <a:extLst>
                <a:ext uri="{FF2B5EF4-FFF2-40B4-BE49-F238E27FC236}">
                  <a16:creationId xmlns:a16="http://schemas.microsoft.com/office/drawing/2014/main" id="{224D0A27-A8B0-4020-9399-24127726E6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3" name="Freeform: Shape 52">
              <a:extLst>
                <a:ext uri="{FF2B5EF4-FFF2-40B4-BE49-F238E27FC236}">
                  <a16:creationId xmlns:a16="http://schemas.microsoft.com/office/drawing/2014/main" id="{168E8EBA-9F8C-4650-B9BE-38A0A56BCF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4" name="Freeform: Shape 53">
              <a:extLst>
                <a:ext uri="{FF2B5EF4-FFF2-40B4-BE49-F238E27FC236}">
                  <a16:creationId xmlns:a16="http://schemas.microsoft.com/office/drawing/2014/main" id="{6A460BB3-2605-4AA2-AE1D-B9FB61EBF2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5" name="Freeform: Shape 54">
              <a:extLst>
                <a:ext uri="{FF2B5EF4-FFF2-40B4-BE49-F238E27FC236}">
                  <a16:creationId xmlns:a16="http://schemas.microsoft.com/office/drawing/2014/main" id="{1E2E38EE-DBBE-4CC1-9498-E7193E1B28B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244637"/>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6" name="Freeform: Shape 55">
              <a:extLst>
                <a:ext uri="{FF2B5EF4-FFF2-40B4-BE49-F238E27FC236}">
                  <a16:creationId xmlns:a16="http://schemas.microsoft.com/office/drawing/2014/main" id="{BF191D5C-7D2A-4408-A8F2-389D2360F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08F7193B-B379-4921-9F17-1841D50611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03786"/>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8" name="Freeform: Shape 57">
              <a:extLst>
                <a:ext uri="{FF2B5EF4-FFF2-40B4-BE49-F238E27FC236}">
                  <a16:creationId xmlns:a16="http://schemas.microsoft.com/office/drawing/2014/main" id="{B4C5E53C-6003-4F74-B1CA-C7EA1E49930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9" name="Freeform: Shape 58">
              <a:extLst>
                <a:ext uri="{FF2B5EF4-FFF2-40B4-BE49-F238E27FC236}">
                  <a16:creationId xmlns:a16="http://schemas.microsoft.com/office/drawing/2014/main" id="{CB97B2B1-1CF5-46A5-940D-AB8F57F590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0" name="Freeform: Shape 59">
              <a:extLst>
                <a:ext uri="{FF2B5EF4-FFF2-40B4-BE49-F238E27FC236}">
                  <a16:creationId xmlns:a16="http://schemas.microsoft.com/office/drawing/2014/main" id="{0783F4F1-D8CE-4453-B79B-AD976E272C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06A7A4C9-F24F-4F00-A2FA-29E788A091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EB694A32-59D6-46E3-8CE4-E4C485C2CB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03786"/>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983EBB4C-28FF-41C6-90D6-5F30FC0868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0707659D-8AE9-49B5-AB29-ECC099F495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63031"/>
              <a:ext cx="14192" cy="14097"/>
            </a:xfrm>
            <a:custGeom>
              <a:avLst/>
              <a:gdLst>
                <a:gd name="connsiteX0" fmla="*/ 14192 w 14192"/>
                <a:gd name="connsiteY0" fmla="*/ 7048 h 14097"/>
                <a:gd name="connsiteX1" fmla="*/ 7144 w 14192"/>
                <a:gd name="connsiteY1" fmla="*/ 14097 h 14097"/>
                <a:gd name="connsiteX2" fmla="*/ 0 w 14192"/>
                <a:gd name="connsiteY2" fmla="*/ 7048 h 14097"/>
                <a:gd name="connsiteX3" fmla="*/ 7049 w 14192"/>
                <a:gd name="connsiteY3" fmla="*/ 0 h 14097"/>
                <a:gd name="connsiteX4" fmla="*/ 14192 w 14192"/>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5C987ECC-9573-46EA-9C4A-7C3CAE39380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63029"/>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4DAF6708-18C2-4082-B024-6CEA32AE01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7" name="Freeform: Shape 66">
              <a:extLst>
                <a:ext uri="{FF2B5EF4-FFF2-40B4-BE49-F238E27FC236}">
                  <a16:creationId xmlns:a16="http://schemas.microsoft.com/office/drawing/2014/main" id="{72CBB5AE-39E2-4D9B-A834-64D31B00327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8" name="Freeform: Shape 67">
              <a:extLst>
                <a:ext uri="{FF2B5EF4-FFF2-40B4-BE49-F238E27FC236}">
                  <a16:creationId xmlns:a16="http://schemas.microsoft.com/office/drawing/2014/main" id="{4592DE98-77BF-4E8E-AEB4-1934207BAE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9" name="Freeform: Shape 68">
              <a:extLst>
                <a:ext uri="{FF2B5EF4-FFF2-40B4-BE49-F238E27FC236}">
                  <a16:creationId xmlns:a16="http://schemas.microsoft.com/office/drawing/2014/main" id="{5AF5D9A0-BA94-4D2B-8479-26C55355B6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63031"/>
              <a:ext cx="14097" cy="14097"/>
            </a:xfrm>
            <a:custGeom>
              <a:avLst/>
              <a:gdLst>
                <a:gd name="connsiteX0" fmla="*/ 14097 w 14097"/>
                <a:gd name="connsiteY0" fmla="*/ 7048 h 14097"/>
                <a:gd name="connsiteX1" fmla="*/ 7048 w 14097"/>
                <a:gd name="connsiteY1" fmla="*/ 14097 h 14097"/>
                <a:gd name="connsiteX2" fmla="*/ 0 w 14097"/>
                <a:gd name="connsiteY2" fmla="*/ 7048 h 14097"/>
                <a:gd name="connsiteX3" fmla="*/ 7048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0" name="Freeform: Shape 69">
              <a:extLst>
                <a:ext uri="{FF2B5EF4-FFF2-40B4-BE49-F238E27FC236}">
                  <a16:creationId xmlns:a16="http://schemas.microsoft.com/office/drawing/2014/main" id="{2CAA6A8E-7ACF-4EF7-AAD6-734A009DCF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71" name="Freeform: Shape 70">
              <a:extLst>
                <a:ext uri="{FF2B5EF4-FFF2-40B4-BE49-F238E27FC236}">
                  <a16:creationId xmlns:a16="http://schemas.microsoft.com/office/drawing/2014/main" id="{D3DD3695-F212-4BAD-BBB3-EC1F624740B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22181"/>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72" name="Freeform: Shape 71">
              <a:extLst>
                <a:ext uri="{FF2B5EF4-FFF2-40B4-BE49-F238E27FC236}">
                  <a16:creationId xmlns:a16="http://schemas.microsoft.com/office/drawing/2014/main" id="{AB1B3ECB-7594-4C5C-B62B-E686C0A89E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221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3" name="Freeform: Shape 72">
              <a:extLst>
                <a:ext uri="{FF2B5EF4-FFF2-40B4-BE49-F238E27FC236}">
                  <a16:creationId xmlns:a16="http://schemas.microsoft.com/office/drawing/2014/main" id="{5EE54C3C-D9E5-4782-B8F6-058EB2D63E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4" name="Freeform: Shape 73">
              <a:extLst>
                <a:ext uri="{FF2B5EF4-FFF2-40B4-BE49-F238E27FC236}">
                  <a16:creationId xmlns:a16="http://schemas.microsoft.com/office/drawing/2014/main" id="{EAE78EEE-DC43-44E1-AB47-ACB80F94B1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5" name="Freeform: Shape 74">
              <a:extLst>
                <a:ext uri="{FF2B5EF4-FFF2-40B4-BE49-F238E27FC236}">
                  <a16:creationId xmlns:a16="http://schemas.microsoft.com/office/drawing/2014/main" id="{847D67EF-1141-4582-866E-FE02FB2360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6" name="Freeform: Shape 75">
              <a:extLst>
                <a:ext uri="{FF2B5EF4-FFF2-40B4-BE49-F238E27FC236}">
                  <a16:creationId xmlns:a16="http://schemas.microsoft.com/office/drawing/2014/main" id="{99ECC931-60A1-4628-A34B-4B68DA3CC26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422181"/>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7" name="Freeform: Shape 76">
              <a:extLst>
                <a:ext uri="{FF2B5EF4-FFF2-40B4-BE49-F238E27FC236}">
                  <a16:creationId xmlns:a16="http://schemas.microsoft.com/office/drawing/2014/main" id="{A587D2BE-3417-44AE-BEEF-57F88CECB4D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8" name="Freeform: Shape 77">
              <a:extLst>
                <a:ext uri="{FF2B5EF4-FFF2-40B4-BE49-F238E27FC236}">
                  <a16:creationId xmlns:a16="http://schemas.microsoft.com/office/drawing/2014/main" id="{FCEB2ED3-A08D-4286-B75D-893289F3F3D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6953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9" y="14097"/>
                  </a:cubicBezTo>
                  <a:cubicBezTo>
                    <a:pt x="3143" y="14097"/>
                    <a:pt x="0" y="10954"/>
                    <a:pt x="0" y="7049"/>
                  </a:cubicBezTo>
                  <a:cubicBezTo>
                    <a:pt x="0" y="3143"/>
                    <a:pt x="3048" y="0"/>
                    <a:pt x="6953"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79" name="Freeform: Shape 78">
              <a:extLst>
                <a:ext uri="{FF2B5EF4-FFF2-40B4-BE49-F238E27FC236}">
                  <a16:creationId xmlns:a16="http://schemas.microsoft.com/office/drawing/2014/main" id="{7C7DB7BB-8173-4377-85B0-032B7BDAB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80" name="Freeform: Shape 79">
              <a:extLst>
                <a:ext uri="{FF2B5EF4-FFF2-40B4-BE49-F238E27FC236}">
                  <a16:creationId xmlns:a16="http://schemas.microsoft.com/office/drawing/2014/main" id="{93EF69B4-3F48-4509-8BF8-926E23BC1D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067000"/>
              <a:ext cx="14096" cy="14097"/>
            </a:xfrm>
            <a:custGeom>
              <a:avLst/>
              <a:gdLst>
                <a:gd name="connsiteX0" fmla="*/ 14097 w 14096"/>
                <a:gd name="connsiteY0" fmla="*/ 7049 h 14097"/>
                <a:gd name="connsiteX1" fmla="*/ 7049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9" y="14097"/>
                  </a:cubicBezTo>
                  <a:cubicBezTo>
                    <a:pt x="3143" y="14097"/>
                    <a:pt x="0" y="10954"/>
                    <a:pt x="0" y="7049"/>
                  </a:cubicBezTo>
                  <a:cubicBezTo>
                    <a:pt x="0" y="3143"/>
                    <a:pt x="3048" y="0"/>
                    <a:pt x="6953"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81" name="Freeform: Shape 80">
              <a:extLst>
                <a:ext uri="{FF2B5EF4-FFF2-40B4-BE49-F238E27FC236}">
                  <a16:creationId xmlns:a16="http://schemas.microsoft.com/office/drawing/2014/main" id="{C1A86650-1EF5-46E3-885D-96985105A8B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82" name="Freeform: Shape 81">
              <a:extLst>
                <a:ext uri="{FF2B5EF4-FFF2-40B4-BE49-F238E27FC236}">
                  <a16:creationId xmlns:a16="http://schemas.microsoft.com/office/drawing/2014/main" id="{47EBBDE2-BD90-481F-A671-34E2186FB0E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048" y="0"/>
                    <a:pt x="6953"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83" name="Freeform: Shape 82">
              <a:extLst>
                <a:ext uri="{FF2B5EF4-FFF2-40B4-BE49-F238E27FC236}">
                  <a16:creationId xmlns:a16="http://schemas.microsoft.com/office/drawing/2014/main" id="{87DAF1CB-838D-4C5C-8FB7-76BF677FEB0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84" name="Freeform: Shape 83">
              <a:extLst>
                <a:ext uri="{FF2B5EF4-FFF2-40B4-BE49-F238E27FC236}">
                  <a16:creationId xmlns:a16="http://schemas.microsoft.com/office/drawing/2014/main" id="{64573DA8-D2F3-4644-AC79-83843615C43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26241"/>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5" name="Freeform: Shape 84">
              <a:extLst>
                <a:ext uri="{FF2B5EF4-FFF2-40B4-BE49-F238E27FC236}">
                  <a16:creationId xmlns:a16="http://schemas.microsoft.com/office/drawing/2014/main" id="{41AB53B8-0D5C-44BD-A2A9-ABBF659E1F9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6" name="Freeform: Shape 85">
              <a:extLst>
                <a:ext uri="{FF2B5EF4-FFF2-40B4-BE49-F238E27FC236}">
                  <a16:creationId xmlns:a16="http://schemas.microsoft.com/office/drawing/2014/main" id="{29B7FA60-B453-4877-8D47-CA1209DF91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26241"/>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87" name="Freeform: Shape 86">
              <a:extLst>
                <a:ext uri="{FF2B5EF4-FFF2-40B4-BE49-F238E27FC236}">
                  <a16:creationId xmlns:a16="http://schemas.microsoft.com/office/drawing/2014/main" id="{7A6D2414-BCCC-40E8-B990-47642EFE96E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8" name="Freeform: Shape 87">
              <a:extLst>
                <a:ext uri="{FF2B5EF4-FFF2-40B4-BE49-F238E27FC236}">
                  <a16:creationId xmlns:a16="http://schemas.microsoft.com/office/drawing/2014/main" id="{B0F37C2B-B7E6-420D-AD39-3AE4A2FBE9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2624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89" name="Freeform: Shape 88">
              <a:extLst>
                <a:ext uri="{FF2B5EF4-FFF2-40B4-BE49-F238E27FC236}">
                  <a16:creationId xmlns:a16="http://schemas.microsoft.com/office/drawing/2014/main" id="{F6417E45-D7FC-40B8-AD49-941B28D18C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26242"/>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90" name="Freeform: Shape 89">
              <a:extLst>
                <a:ext uri="{FF2B5EF4-FFF2-40B4-BE49-F238E27FC236}">
                  <a16:creationId xmlns:a16="http://schemas.microsoft.com/office/drawing/2014/main" id="{2A8D1963-0C59-476C-AAFA-A7AF4FF508F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8539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1" name="Freeform: Shape 90">
              <a:extLst>
                <a:ext uri="{FF2B5EF4-FFF2-40B4-BE49-F238E27FC236}">
                  <a16:creationId xmlns:a16="http://schemas.microsoft.com/office/drawing/2014/main" id="{6BE777A9-EC29-46FC-AD21-AC7FD89B13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2" name="Freeform: Shape 91">
              <a:extLst>
                <a:ext uri="{FF2B5EF4-FFF2-40B4-BE49-F238E27FC236}">
                  <a16:creationId xmlns:a16="http://schemas.microsoft.com/office/drawing/2014/main" id="{C63BA1CE-93FB-42C7-8381-765E500232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8539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93" name="Freeform: Shape 92">
              <a:extLst>
                <a:ext uri="{FF2B5EF4-FFF2-40B4-BE49-F238E27FC236}">
                  <a16:creationId xmlns:a16="http://schemas.microsoft.com/office/drawing/2014/main" id="{7F30F275-ADC8-4FD1-8B4B-673B37517B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4" name="Freeform: Shape 93">
              <a:extLst>
                <a:ext uri="{FF2B5EF4-FFF2-40B4-BE49-F238E27FC236}">
                  <a16:creationId xmlns:a16="http://schemas.microsoft.com/office/drawing/2014/main" id="{DB20529C-F2DD-4607-8DEE-19A9329686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95" name="Freeform: Shape 94">
              <a:extLst>
                <a:ext uri="{FF2B5EF4-FFF2-40B4-BE49-F238E27FC236}">
                  <a16:creationId xmlns:a16="http://schemas.microsoft.com/office/drawing/2014/main" id="{B8029A9A-DFF9-49CE-8CEE-95A6695F39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85391"/>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96" name="Freeform: Shape 95">
              <a:extLst>
                <a:ext uri="{FF2B5EF4-FFF2-40B4-BE49-F238E27FC236}">
                  <a16:creationId xmlns:a16="http://schemas.microsoft.com/office/drawing/2014/main" id="{6822C2EC-B05D-4CE6-9D59-164769D0ED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244634"/>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7" name="Freeform: Shape 96">
              <a:extLst>
                <a:ext uri="{FF2B5EF4-FFF2-40B4-BE49-F238E27FC236}">
                  <a16:creationId xmlns:a16="http://schemas.microsoft.com/office/drawing/2014/main" id="{53A0760F-F576-4A97-94AF-8BBE590844E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8" name="Freeform: Shape 97">
              <a:extLst>
                <a:ext uri="{FF2B5EF4-FFF2-40B4-BE49-F238E27FC236}">
                  <a16:creationId xmlns:a16="http://schemas.microsoft.com/office/drawing/2014/main" id="{CA76721C-646A-4910-AD1A-BE6B67767C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244634"/>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99" name="Freeform: Shape 98">
              <a:extLst>
                <a:ext uri="{FF2B5EF4-FFF2-40B4-BE49-F238E27FC236}">
                  <a16:creationId xmlns:a16="http://schemas.microsoft.com/office/drawing/2014/main" id="{065D4766-CAEC-4074-A9E2-6110A12389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0" name="Freeform: Shape 99">
              <a:extLst>
                <a:ext uri="{FF2B5EF4-FFF2-40B4-BE49-F238E27FC236}">
                  <a16:creationId xmlns:a16="http://schemas.microsoft.com/office/drawing/2014/main" id="{4F1A0AC6-319D-49D8-A4FB-17A70E8E89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01" name="Freeform: Shape 100">
              <a:extLst>
                <a:ext uri="{FF2B5EF4-FFF2-40B4-BE49-F238E27FC236}">
                  <a16:creationId xmlns:a16="http://schemas.microsoft.com/office/drawing/2014/main" id="{79502B48-2B92-45BF-B9AC-1102B38078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24463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2" name="Freeform: Shape 101">
              <a:extLst>
                <a:ext uri="{FF2B5EF4-FFF2-40B4-BE49-F238E27FC236}">
                  <a16:creationId xmlns:a16="http://schemas.microsoft.com/office/drawing/2014/main" id="{6363AFA7-321F-431C-B2FD-ADCB4D24BD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3" name="Freeform: Shape 102">
              <a:extLst>
                <a:ext uri="{FF2B5EF4-FFF2-40B4-BE49-F238E27FC236}">
                  <a16:creationId xmlns:a16="http://schemas.microsoft.com/office/drawing/2014/main" id="{33EDDE1B-7379-4973-8CFD-F3C737104D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4" name="Freeform: Shape 103">
              <a:extLst>
                <a:ext uri="{FF2B5EF4-FFF2-40B4-BE49-F238E27FC236}">
                  <a16:creationId xmlns:a16="http://schemas.microsoft.com/office/drawing/2014/main" id="{1F20B58A-2DB8-46B2-9E93-9C8C817DCD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03786"/>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05" name="Freeform: Shape 104">
              <a:extLst>
                <a:ext uri="{FF2B5EF4-FFF2-40B4-BE49-F238E27FC236}">
                  <a16:creationId xmlns:a16="http://schemas.microsoft.com/office/drawing/2014/main" id="{A5A3EF12-3DA1-4505-A44B-1B96348873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6" name="Freeform: Shape 105">
              <a:extLst>
                <a:ext uri="{FF2B5EF4-FFF2-40B4-BE49-F238E27FC236}">
                  <a16:creationId xmlns:a16="http://schemas.microsoft.com/office/drawing/2014/main" id="{5B08812B-9264-47E7-8EC8-1233869F6B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07" name="Freeform: Shape 106">
              <a:extLst>
                <a:ext uri="{FF2B5EF4-FFF2-40B4-BE49-F238E27FC236}">
                  <a16:creationId xmlns:a16="http://schemas.microsoft.com/office/drawing/2014/main" id="{2A29F226-A243-410B-BEE4-EBA9DD76F8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0378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8" name="Freeform: Shape 107">
              <a:extLst>
                <a:ext uri="{FF2B5EF4-FFF2-40B4-BE49-F238E27FC236}">
                  <a16:creationId xmlns:a16="http://schemas.microsoft.com/office/drawing/2014/main" id="{9DF57348-F837-475C-A7AA-3C7210041E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63028"/>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9" name="Freeform: Shape 108">
              <a:extLst>
                <a:ext uri="{FF2B5EF4-FFF2-40B4-BE49-F238E27FC236}">
                  <a16:creationId xmlns:a16="http://schemas.microsoft.com/office/drawing/2014/main" id="{1E41B89A-9A45-4947-ADB0-9400400498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0" name="Freeform: Shape 109">
              <a:extLst>
                <a:ext uri="{FF2B5EF4-FFF2-40B4-BE49-F238E27FC236}">
                  <a16:creationId xmlns:a16="http://schemas.microsoft.com/office/drawing/2014/main" id="{6C1F1525-32BC-46E1-84E6-C2BB88730B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63028"/>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11" name="Freeform: Shape 110">
              <a:extLst>
                <a:ext uri="{FF2B5EF4-FFF2-40B4-BE49-F238E27FC236}">
                  <a16:creationId xmlns:a16="http://schemas.microsoft.com/office/drawing/2014/main" id="{C73A8972-BA44-40C6-B045-83E78C4D4A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2" name="Freeform: Shape 111">
              <a:extLst>
                <a:ext uri="{FF2B5EF4-FFF2-40B4-BE49-F238E27FC236}">
                  <a16:creationId xmlns:a16="http://schemas.microsoft.com/office/drawing/2014/main" id="{C196E956-03D1-4F79-826A-A2F5E3DEF1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6302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13" name="Freeform: Shape 112">
              <a:extLst>
                <a:ext uri="{FF2B5EF4-FFF2-40B4-BE49-F238E27FC236}">
                  <a16:creationId xmlns:a16="http://schemas.microsoft.com/office/drawing/2014/main" id="{ADA7B07B-EAC8-4FA5-B14F-3ABF8BA7A2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63029"/>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4" name="Freeform: Shape 113">
              <a:extLst>
                <a:ext uri="{FF2B5EF4-FFF2-40B4-BE49-F238E27FC236}">
                  <a16:creationId xmlns:a16="http://schemas.microsoft.com/office/drawing/2014/main" id="{93C28672-FF9E-4FE0-AC47-2FDD26CD75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422179"/>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5" name="Freeform: Shape 114">
              <a:extLst>
                <a:ext uri="{FF2B5EF4-FFF2-40B4-BE49-F238E27FC236}">
                  <a16:creationId xmlns:a16="http://schemas.microsoft.com/office/drawing/2014/main" id="{E347BAB3-EA9C-4ADD-AE5E-28F2E3C538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4221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6" name="Freeform: Shape 115">
              <a:extLst>
                <a:ext uri="{FF2B5EF4-FFF2-40B4-BE49-F238E27FC236}">
                  <a16:creationId xmlns:a16="http://schemas.microsoft.com/office/drawing/2014/main" id="{321920C4-EE31-4F03-A0D5-A280D3F4B1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422179"/>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17" name="Freeform: Shape 116">
              <a:extLst>
                <a:ext uri="{FF2B5EF4-FFF2-40B4-BE49-F238E27FC236}">
                  <a16:creationId xmlns:a16="http://schemas.microsoft.com/office/drawing/2014/main" id="{6EBB3D05-4C78-4F10-8D03-8909DBCFB3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42217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8" name="Freeform: Shape 117">
              <a:extLst>
                <a:ext uri="{FF2B5EF4-FFF2-40B4-BE49-F238E27FC236}">
                  <a16:creationId xmlns:a16="http://schemas.microsoft.com/office/drawing/2014/main" id="{FC65F531-84E4-463F-8791-EB6EDFA63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42218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19" name="Freeform: Shape 118">
              <a:extLst>
                <a:ext uri="{FF2B5EF4-FFF2-40B4-BE49-F238E27FC236}">
                  <a16:creationId xmlns:a16="http://schemas.microsoft.com/office/drawing/2014/main" id="{A63BB6A3-D482-43F2-9F5F-20E163CC441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20" name="Freeform: Shape 119">
              <a:extLst>
                <a:ext uri="{FF2B5EF4-FFF2-40B4-BE49-F238E27FC236}">
                  <a16:creationId xmlns:a16="http://schemas.microsoft.com/office/drawing/2014/main" id="{ABDCCD34-EB5D-4194-8A28-1424E98AE4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81330"/>
              <a:ext cx="14192" cy="14096"/>
            </a:xfrm>
            <a:custGeom>
              <a:avLst/>
              <a:gdLst>
                <a:gd name="connsiteX0" fmla="*/ 14192 w 14192"/>
                <a:gd name="connsiteY0" fmla="*/ 7049 h 14096"/>
                <a:gd name="connsiteX1" fmla="*/ 7144 w 14192"/>
                <a:gd name="connsiteY1" fmla="*/ 14097 h 14096"/>
                <a:gd name="connsiteX2" fmla="*/ 0 w 14192"/>
                <a:gd name="connsiteY2" fmla="*/ 7049 h 14096"/>
                <a:gd name="connsiteX3" fmla="*/ 7049 w 14192"/>
                <a:gd name="connsiteY3" fmla="*/ 0 h 14096"/>
                <a:gd name="connsiteX4" fmla="*/ 14192 w 14192"/>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9"/>
                  </a:moveTo>
                  <a:cubicBezTo>
                    <a:pt x="14192" y="10954"/>
                    <a:pt x="11049" y="14097"/>
                    <a:pt x="7144" y="14097"/>
                  </a:cubicBezTo>
                  <a:cubicBezTo>
                    <a:pt x="3239" y="14097"/>
                    <a:pt x="0" y="11049"/>
                    <a:pt x="0" y="7049"/>
                  </a:cubicBezTo>
                  <a:cubicBezTo>
                    <a:pt x="0" y="3048"/>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121" name="Freeform: Shape 120">
              <a:extLst>
                <a:ext uri="{FF2B5EF4-FFF2-40B4-BE49-F238E27FC236}">
                  <a16:creationId xmlns:a16="http://schemas.microsoft.com/office/drawing/2014/main" id="{F058544E-163D-4FFF-9A69-0B3A3F2D66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22" name="Freeform: Shape 121">
              <a:extLst>
                <a:ext uri="{FF2B5EF4-FFF2-40B4-BE49-F238E27FC236}">
                  <a16:creationId xmlns:a16="http://schemas.microsoft.com/office/drawing/2014/main" id="{11041486-0577-4F0E-8DD5-5E20E26729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3" name="Freeform: Shape 122">
              <a:extLst>
                <a:ext uri="{FF2B5EF4-FFF2-40B4-BE49-F238E27FC236}">
                  <a16:creationId xmlns:a16="http://schemas.microsoft.com/office/drawing/2014/main" id="{71D11099-C84E-43AC-9F20-92460E1708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4" name="Freeform: Shape 123">
              <a:extLst>
                <a:ext uri="{FF2B5EF4-FFF2-40B4-BE49-F238E27FC236}">
                  <a16:creationId xmlns:a16="http://schemas.microsoft.com/office/drawing/2014/main" id="{E598FB87-8AFF-4C56-9E2C-776F4641E9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5" name="Freeform: Shape 124">
              <a:extLst>
                <a:ext uri="{FF2B5EF4-FFF2-40B4-BE49-F238E27FC236}">
                  <a16:creationId xmlns:a16="http://schemas.microsoft.com/office/drawing/2014/main" id="{7701E761-16DE-4350-9718-DD81B37FB9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26" name="Freeform: Shape 125">
              <a:extLst>
                <a:ext uri="{FF2B5EF4-FFF2-40B4-BE49-F238E27FC236}">
                  <a16:creationId xmlns:a16="http://schemas.microsoft.com/office/drawing/2014/main" id="{552E747F-E415-4348-A11A-4CABCB64B5F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7" name="Freeform: Shape 126">
              <a:extLst>
                <a:ext uri="{FF2B5EF4-FFF2-40B4-BE49-F238E27FC236}">
                  <a16:creationId xmlns:a16="http://schemas.microsoft.com/office/drawing/2014/main" id="{C6472F13-E6DE-4469-9563-F478261B6E6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4057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28" name="Freeform: Shape 127">
              <a:extLst>
                <a:ext uri="{FF2B5EF4-FFF2-40B4-BE49-F238E27FC236}">
                  <a16:creationId xmlns:a16="http://schemas.microsoft.com/office/drawing/2014/main" id="{5C72FE15-910B-4622-A14C-AFA2DFCC02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29" name="Freeform: Shape 128">
              <a:extLst>
                <a:ext uri="{FF2B5EF4-FFF2-40B4-BE49-F238E27FC236}">
                  <a16:creationId xmlns:a16="http://schemas.microsoft.com/office/drawing/2014/main" id="{BAB8F759-DEFA-4D35-B76E-6D3034FB77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0" name="Freeform: Shape 129">
              <a:extLst>
                <a:ext uri="{FF2B5EF4-FFF2-40B4-BE49-F238E27FC236}">
                  <a16:creationId xmlns:a16="http://schemas.microsoft.com/office/drawing/2014/main" id="{A1BBCEBD-DCE2-4354-B878-49ABEC367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1" name="Freeform: Shape 130">
              <a:extLst>
                <a:ext uri="{FF2B5EF4-FFF2-40B4-BE49-F238E27FC236}">
                  <a16:creationId xmlns:a16="http://schemas.microsoft.com/office/drawing/2014/main" id="{2CBB3A18-0021-403F-8E24-8805829B42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2" name="Freeform: Shape 131">
              <a:extLst>
                <a:ext uri="{FF2B5EF4-FFF2-40B4-BE49-F238E27FC236}">
                  <a16:creationId xmlns:a16="http://schemas.microsoft.com/office/drawing/2014/main" id="{8FDF7AAC-1EC6-4409-90AB-DBB984883D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33" name="Freeform: Shape 132">
              <a:extLst>
                <a:ext uri="{FF2B5EF4-FFF2-40B4-BE49-F238E27FC236}">
                  <a16:creationId xmlns:a16="http://schemas.microsoft.com/office/drawing/2014/main" id="{5B9999E8-7D25-4049-8328-685B556DC6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4" name="Freeform: Shape 133">
              <a:extLst>
                <a:ext uri="{FF2B5EF4-FFF2-40B4-BE49-F238E27FC236}">
                  <a16:creationId xmlns:a16="http://schemas.microsoft.com/office/drawing/2014/main" id="{E77FC8A9-DEAE-424D-B460-12E0F3268DC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9972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35" name="Freeform: Shape 134">
              <a:extLst>
                <a:ext uri="{FF2B5EF4-FFF2-40B4-BE49-F238E27FC236}">
                  <a16:creationId xmlns:a16="http://schemas.microsoft.com/office/drawing/2014/main" id="{54F9C69A-0DCF-444A-B970-32B4120483D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99725"/>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6" name="Freeform: Shape 135">
              <a:extLst>
                <a:ext uri="{FF2B5EF4-FFF2-40B4-BE49-F238E27FC236}">
                  <a16:creationId xmlns:a16="http://schemas.microsoft.com/office/drawing/2014/main" id="{8BD94DDA-54FF-48EE-9DAC-C0EA6F91D4A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7" name="Freeform: Shape 136">
              <a:extLst>
                <a:ext uri="{FF2B5EF4-FFF2-40B4-BE49-F238E27FC236}">
                  <a16:creationId xmlns:a16="http://schemas.microsoft.com/office/drawing/2014/main" id="{E18A6989-0132-4CB7-BB68-EEBC4E0806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8" name="Freeform: Shape 137">
              <a:extLst>
                <a:ext uri="{FF2B5EF4-FFF2-40B4-BE49-F238E27FC236}">
                  <a16:creationId xmlns:a16="http://schemas.microsoft.com/office/drawing/2014/main" id="{A1357332-D19F-4C2B-B474-21D5539B90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9" name="Freeform: Shape 138">
              <a:extLst>
                <a:ext uri="{FF2B5EF4-FFF2-40B4-BE49-F238E27FC236}">
                  <a16:creationId xmlns:a16="http://schemas.microsoft.com/office/drawing/2014/main" id="{295C7590-8B80-428C-95A9-638B265425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599725"/>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0" name="Freeform: Shape 139">
              <a:extLst>
                <a:ext uri="{FF2B5EF4-FFF2-40B4-BE49-F238E27FC236}">
                  <a16:creationId xmlns:a16="http://schemas.microsoft.com/office/drawing/2014/main" id="{CA0E8A31-7520-4726-9D96-43BA87407E0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1" name="Freeform: Shape 140">
              <a:extLst>
                <a:ext uri="{FF2B5EF4-FFF2-40B4-BE49-F238E27FC236}">
                  <a16:creationId xmlns:a16="http://schemas.microsoft.com/office/drawing/2014/main" id="{9407EEE0-5D8E-4CCC-A91B-0CB523227CF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3" y="365896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2" name="Freeform: Shape 141">
              <a:extLst>
                <a:ext uri="{FF2B5EF4-FFF2-40B4-BE49-F238E27FC236}">
                  <a16:creationId xmlns:a16="http://schemas.microsoft.com/office/drawing/2014/main" id="{3799DFCC-868B-4257-B530-8E8D616CC5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99" y="365896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3" name="Freeform: Shape 142">
              <a:extLst>
                <a:ext uri="{FF2B5EF4-FFF2-40B4-BE49-F238E27FC236}">
                  <a16:creationId xmlns:a16="http://schemas.microsoft.com/office/drawing/2014/main" id="{F7F5EEB5-FE82-45A8-97C4-88460ABAFB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49"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4" name="Freeform: Shape 143">
              <a:extLst>
                <a:ext uri="{FF2B5EF4-FFF2-40B4-BE49-F238E27FC236}">
                  <a16:creationId xmlns:a16="http://schemas.microsoft.com/office/drawing/2014/main" id="{CD76E4C7-EB07-499D-9BC3-FF39C8B613F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5" name="Freeform: Shape 144">
              <a:extLst>
                <a:ext uri="{FF2B5EF4-FFF2-40B4-BE49-F238E27FC236}">
                  <a16:creationId xmlns:a16="http://schemas.microsoft.com/office/drawing/2014/main" id="{86EFDF8D-E5F7-4EB8-B8DA-3CC7E21D88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6" name="Freeform: Shape 145">
              <a:extLst>
                <a:ext uri="{FF2B5EF4-FFF2-40B4-BE49-F238E27FC236}">
                  <a16:creationId xmlns:a16="http://schemas.microsoft.com/office/drawing/2014/main" id="{2CA6506B-EACA-4FB2-81AB-E028F44786F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0" y="365896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7" name="Freeform: Shape 146">
              <a:extLst>
                <a:ext uri="{FF2B5EF4-FFF2-40B4-BE49-F238E27FC236}">
                  <a16:creationId xmlns:a16="http://schemas.microsoft.com/office/drawing/2014/main" id="{193E4771-2787-4901-93D8-7E90F3F479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8" name="Freeform: Shape 147">
              <a:extLst>
                <a:ext uri="{FF2B5EF4-FFF2-40B4-BE49-F238E27FC236}">
                  <a16:creationId xmlns:a16="http://schemas.microsoft.com/office/drawing/2014/main" id="{0EA31773-15F1-4605-8787-6891ABB2118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71811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9" name="Freeform: Shape 148">
              <a:extLst>
                <a:ext uri="{FF2B5EF4-FFF2-40B4-BE49-F238E27FC236}">
                  <a16:creationId xmlns:a16="http://schemas.microsoft.com/office/drawing/2014/main" id="{1302C213-2CD5-4168-9534-111E6E81A8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71811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0" name="Freeform: Shape 149">
              <a:extLst>
                <a:ext uri="{FF2B5EF4-FFF2-40B4-BE49-F238E27FC236}">
                  <a16:creationId xmlns:a16="http://schemas.microsoft.com/office/drawing/2014/main" id="{B9B36C24-2336-41FD-BAC4-6CD69DFD55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1" name="Freeform: Shape 150">
              <a:extLst>
                <a:ext uri="{FF2B5EF4-FFF2-40B4-BE49-F238E27FC236}">
                  <a16:creationId xmlns:a16="http://schemas.microsoft.com/office/drawing/2014/main" id="{CA3AFAFE-D376-4A7B-928B-833531472D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2" name="Freeform: Shape 151">
              <a:extLst>
                <a:ext uri="{FF2B5EF4-FFF2-40B4-BE49-F238E27FC236}">
                  <a16:creationId xmlns:a16="http://schemas.microsoft.com/office/drawing/2014/main" id="{7C685A00-A4F7-4250-BAAA-70978DADE4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3" name="Freeform: Shape 152">
              <a:extLst>
                <a:ext uri="{FF2B5EF4-FFF2-40B4-BE49-F238E27FC236}">
                  <a16:creationId xmlns:a16="http://schemas.microsoft.com/office/drawing/2014/main" id="{E52682F3-EDD5-4BDC-BB19-A4540873A8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71811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4" name="Freeform: Shape 153">
              <a:extLst>
                <a:ext uri="{FF2B5EF4-FFF2-40B4-BE49-F238E27FC236}">
                  <a16:creationId xmlns:a16="http://schemas.microsoft.com/office/drawing/2014/main" id="{2C5E1880-CFBA-4547-9C23-6D2C433048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5" name="Freeform: Shape 154">
              <a:extLst>
                <a:ext uri="{FF2B5EF4-FFF2-40B4-BE49-F238E27FC236}">
                  <a16:creationId xmlns:a16="http://schemas.microsoft.com/office/drawing/2014/main" id="{439AAF4F-2AAD-4A02-A7FA-FE28D52869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7" y="3777362"/>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56" name="Freeform: Shape 155">
              <a:extLst>
                <a:ext uri="{FF2B5EF4-FFF2-40B4-BE49-F238E27FC236}">
                  <a16:creationId xmlns:a16="http://schemas.microsoft.com/office/drawing/2014/main" id="{05614144-9309-41ED-8E05-839A6EEFF8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1"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57" name="Freeform: Shape 156">
              <a:extLst>
                <a:ext uri="{FF2B5EF4-FFF2-40B4-BE49-F238E27FC236}">
                  <a16:creationId xmlns:a16="http://schemas.microsoft.com/office/drawing/2014/main" id="{24324D6F-A81D-45F2-BA36-C53F1AB0C6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3"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8" name="Freeform: Shape 157">
              <a:extLst>
                <a:ext uri="{FF2B5EF4-FFF2-40B4-BE49-F238E27FC236}">
                  <a16:creationId xmlns:a16="http://schemas.microsoft.com/office/drawing/2014/main" id="{6B00668D-07BC-47CF-9D1E-F94EC7C56F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701"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9" name="Freeform: Shape 158">
              <a:extLst>
                <a:ext uri="{FF2B5EF4-FFF2-40B4-BE49-F238E27FC236}">
                  <a16:creationId xmlns:a16="http://schemas.microsoft.com/office/drawing/2014/main" id="{BCF78A89-29F2-4973-8463-DF3C57EFB4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54"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60" name="Freeform: Shape 159">
              <a:extLst>
                <a:ext uri="{FF2B5EF4-FFF2-40B4-BE49-F238E27FC236}">
                  <a16:creationId xmlns:a16="http://schemas.microsoft.com/office/drawing/2014/main" id="{F5BCB645-FB02-40FC-99A4-06CA3F1B28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102"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61" name="Freeform: Shape 160">
              <a:extLst>
                <a:ext uri="{FF2B5EF4-FFF2-40B4-BE49-F238E27FC236}">
                  <a16:creationId xmlns:a16="http://schemas.microsoft.com/office/drawing/2014/main" id="{F6115A3A-2FBE-4633-A426-37D05BC071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50"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62" name="Freeform: Shape 161">
              <a:extLst>
                <a:ext uri="{FF2B5EF4-FFF2-40B4-BE49-F238E27FC236}">
                  <a16:creationId xmlns:a16="http://schemas.microsoft.com/office/drawing/2014/main" id="{AEFD8D2F-B95A-4C0A-AE85-53171B29F5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481330"/>
              <a:ext cx="14097" cy="14096"/>
            </a:xfrm>
            <a:custGeom>
              <a:avLst/>
              <a:gdLst>
                <a:gd name="connsiteX0" fmla="*/ 14097 w 14097"/>
                <a:gd name="connsiteY0" fmla="*/ 7049 h 14096"/>
                <a:gd name="connsiteX1" fmla="*/ 7049 w 14097"/>
                <a:gd name="connsiteY1" fmla="*/ 14097 h 14096"/>
                <a:gd name="connsiteX2" fmla="*/ 0 w 14097"/>
                <a:gd name="connsiteY2" fmla="*/ 7049 h 14096"/>
                <a:gd name="connsiteX3" fmla="*/ 7049 w 14097"/>
                <a:gd name="connsiteY3" fmla="*/ 0 h 14096"/>
                <a:gd name="connsiteX4" fmla="*/ 14097 w 14097"/>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9"/>
                  </a:moveTo>
                  <a:cubicBezTo>
                    <a:pt x="14097" y="10954"/>
                    <a:pt x="10954" y="14097"/>
                    <a:pt x="7049" y="14097"/>
                  </a:cubicBezTo>
                  <a:cubicBezTo>
                    <a:pt x="3143" y="14097"/>
                    <a:pt x="0" y="10954"/>
                    <a:pt x="0" y="7049"/>
                  </a:cubicBezTo>
                  <a:cubicBezTo>
                    <a:pt x="0" y="3143"/>
                    <a:pt x="3143" y="0"/>
                    <a:pt x="7049"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3" name="Freeform: Shape 162">
              <a:extLst>
                <a:ext uri="{FF2B5EF4-FFF2-40B4-BE49-F238E27FC236}">
                  <a16:creationId xmlns:a16="http://schemas.microsoft.com/office/drawing/2014/main" id="{4DD4F397-1F35-4E06-8EC1-8F58C51912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4" name="Freeform: Shape 163">
              <a:extLst>
                <a:ext uri="{FF2B5EF4-FFF2-40B4-BE49-F238E27FC236}">
                  <a16:creationId xmlns:a16="http://schemas.microsoft.com/office/drawing/2014/main" id="{B031E5E0-C77D-49F7-ADF2-258D23052D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481330"/>
              <a:ext cx="14096" cy="14096"/>
            </a:xfrm>
            <a:custGeom>
              <a:avLst/>
              <a:gdLst>
                <a:gd name="connsiteX0" fmla="*/ 14097 w 14096"/>
                <a:gd name="connsiteY0" fmla="*/ 7049 h 14096"/>
                <a:gd name="connsiteX1" fmla="*/ 7049 w 14096"/>
                <a:gd name="connsiteY1" fmla="*/ 14097 h 14096"/>
                <a:gd name="connsiteX2" fmla="*/ 0 w 14096"/>
                <a:gd name="connsiteY2" fmla="*/ 7049 h 14096"/>
                <a:gd name="connsiteX3" fmla="*/ 7049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9" y="14097"/>
                  </a:cubicBezTo>
                  <a:cubicBezTo>
                    <a:pt x="3143" y="14097"/>
                    <a:pt x="0" y="10954"/>
                    <a:pt x="0" y="7049"/>
                  </a:cubicBezTo>
                  <a:cubicBezTo>
                    <a:pt x="0" y="3143"/>
                    <a:pt x="3143" y="0"/>
                    <a:pt x="7049"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165" name="Freeform: Shape 164">
              <a:extLst>
                <a:ext uri="{FF2B5EF4-FFF2-40B4-BE49-F238E27FC236}">
                  <a16:creationId xmlns:a16="http://schemas.microsoft.com/office/drawing/2014/main" id="{3F044DE9-FE64-4C30-8191-7E1547880C4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6" name="Freeform: Shape 165">
              <a:extLst>
                <a:ext uri="{FF2B5EF4-FFF2-40B4-BE49-F238E27FC236}">
                  <a16:creationId xmlns:a16="http://schemas.microsoft.com/office/drawing/2014/main" id="{9B18BCEB-85ED-4077-ACB7-FEB2F6443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167" name="Freeform: Shape 166">
              <a:extLst>
                <a:ext uri="{FF2B5EF4-FFF2-40B4-BE49-F238E27FC236}">
                  <a16:creationId xmlns:a16="http://schemas.microsoft.com/office/drawing/2014/main" id="{00C0927E-2CCF-4F8E-8A54-22B8A93C97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48132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68" name="Freeform: Shape 167">
              <a:extLst>
                <a:ext uri="{FF2B5EF4-FFF2-40B4-BE49-F238E27FC236}">
                  <a16:creationId xmlns:a16="http://schemas.microsoft.com/office/drawing/2014/main" id="{D0C3350E-04F5-4FED-9991-4DD964E099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4057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69" name="Freeform: Shape 168">
              <a:extLst>
                <a:ext uri="{FF2B5EF4-FFF2-40B4-BE49-F238E27FC236}">
                  <a16:creationId xmlns:a16="http://schemas.microsoft.com/office/drawing/2014/main" id="{F43D0338-A6C9-4866-8D0C-072664518E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405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0" name="Freeform: Shape 169">
              <a:extLst>
                <a:ext uri="{FF2B5EF4-FFF2-40B4-BE49-F238E27FC236}">
                  <a16:creationId xmlns:a16="http://schemas.microsoft.com/office/drawing/2014/main" id="{40EA171B-27E2-4100-9D5F-123CF6E7F9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40584"/>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1" name="Freeform: Shape 170">
              <a:extLst>
                <a:ext uri="{FF2B5EF4-FFF2-40B4-BE49-F238E27FC236}">
                  <a16:creationId xmlns:a16="http://schemas.microsoft.com/office/drawing/2014/main" id="{22FD540C-F3DF-40F5-B2BE-BBD113EF4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4058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2" name="Freeform: Shape 171">
              <a:extLst>
                <a:ext uri="{FF2B5EF4-FFF2-40B4-BE49-F238E27FC236}">
                  <a16:creationId xmlns:a16="http://schemas.microsoft.com/office/drawing/2014/main" id="{57768D93-FAD4-4236-969B-B8EE8E88F3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405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3" name="Freeform: Shape 172">
              <a:extLst>
                <a:ext uri="{FF2B5EF4-FFF2-40B4-BE49-F238E27FC236}">
                  <a16:creationId xmlns:a16="http://schemas.microsoft.com/office/drawing/2014/main" id="{0F5E0490-21C2-4EF6-950D-38814F32C2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40588"/>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74" name="Freeform: Shape 173">
              <a:extLst>
                <a:ext uri="{FF2B5EF4-FFF2-40B4-BE49-F238E27FC236}">
                  <a16:creationId xmlns:a16="http://schemas.microsoft.com/office/drawing/2014/main" id="{8E981C9B-710F-4034-AE82-28B1B07245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99737"/>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5" name="Freeform: Shape 174">
              <a:extLst>
                <a:ext uri="{FF2B5EF4-FFF2-40B4-BE49-F238E27FC236}">
                  <a16:creationId xmlns:a16="http://schemas.microsoft.com/office/drawing/2014/main" id="{CC62C2CC-DBAE-4877-8F55-02FE00AE811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6" name="Freeform: Shape 175">
              <a:extLst>
                <a:ext uri="{FF2B5EF4-FFF2-40B4-BE49-F238E27FC236}">
                  <a16:creationId xmlns:a16="http://schemas.microsoft.com/office/drawing/2014/main" id="{D8F57D8B-1988-441F-9DAE-A525DA5E9D9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99737"/>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7" name="Freeform: Shape 176">
              <a:extLst>
                <a:ext uri="{FF2B5EF4-FFF2-40B4-BE49-F238E27FC236}">
                  <a16:creationId xmlns:a16="http://schemas.microsoft.com/office/drawing/2014/main" id="{6715F028-3A13-4D5F-86C4-74C0AD81D6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8" name="Freeform: Shape 177">
              <a:extLst>
                <a:ext uri="{FF2B5EF4-FFF2-40B4-BE49-F238E27FC236}">
                  <a16:creationId xmlns:a16="http://schemas.microsoft.com/office/drawing/2014/main" id="{DC6C9B50-47B3-44E7-B897-43D010A189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9973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9" name="Freeform: Shape 178">
              <a:extLst>
                <a:ext uri="{FF2B5EF4-FFF2-40B4-BE49-F238E27FC236}">
                  <a16:creationId xmlns:a16="http://schemas.microsoft.com/office/drawing/2014/main" id="{F3F602F0-702E-4D5F-A4FC-0E602C02B9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0" name="Freeform: Shape 179">
              <a:extLst>
                <a:ext uri="{FF2B5EF4-FFF2-40B4-BE49-F238E27FC236}">
                  <a16:creationId xmlns:a16="http://schemas.microsoft.com/office/drawing/2014/main" id="{9F379870-B34C-4DFC-9F0A-BDAB8C89FE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6589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1" name="Freeform: Shape 180">
              <a:extLst>
                <a:ext uri="{FF2B5EF4-FFF2-40B4-BE49-F238E27FC236}">
                  <a16:creationId xmlns:a16="http://schemas.microsoft.com/office/drawing/2014/main" id="{641092AC-FED1-4D1D-B57C-0AC883CA95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2" name="Freeform: Shape 181">
              <a:extLst>
                <a:ext uri="{FF2B5EF4-FFF2-40B4-BE49-F238E27FC236}">
                  <a16:creationId xmlns:a16="http://schemas.microsoft.com/office/drawing/2014/main" id="{EA8A0B5E-5BB1-46AF-AC31-7D3756F354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65898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3" name="Freeform: Shape 182">
              <a:extLst>
                <a:ext uri="{FF2B5EF4-FFF2-40B4-BE49-F238E27FC236}">
                  <a16:creationId xmlns:a16="http://schemas.microsoft.com/office/drawing/2014/main" id="{1C519384-2192-432B-B768-64B4BC2DA98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4" name="Freeform: Shape 183">
              <a:extLst>
                <a:ext uri="{FF2B5EF4-FFF2-40B4-BE49-F238E27FC236}">
                  <a16:creationId xmlns:a16="http://schemas.microsoft.com/office/drawing/2014/main" id="{13C77A9D-44F0-4289-A611-D8AF813570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85" name="Freeform: Shape 184">
              <a:extLst>
                <a:ext uri="{FF2B5EF4-FFF2-40B4-BE49-F238E27FC236}">
                  <a16:creationId xmlns:a16="http://schemas.microsoft.com/office/drawing/2014/main" id="{0A54AEDC-E418-4E02-A713-6CE30C0CDD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1" y="36589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6" name="Freeform: Shape 185">
              <a:extLst>
                <a:ext uri="{FF2B5EF4-FFF2-40B4-BE49-F238E27FC236}">
                  <a16:creationId xmlns:a16="http://schemas.microsoft.com/office/drawing/2014/main" id="{24FECFE3-9F31-47B0-B17F-CF2A1CEE85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9" y="3718130"/>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7" name="Freeform: Shape 186">
              <a:extLst>
                <a:ext uri="{FF2B5EF4-FFF2-40B4-BE49-F238E27FC236}">
                  <a16:creationId xmlns:a16="http://schemas.microsoft.com/office/drawing/2014/main" id="{68167DF4-8B16-419B-B7BA-2FD5FF6CC8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8" name="Freeform: Shape 187">
              <a:extLst>
                <a:ext uri="{FF2B5EF4-FFF2-40B4-BE49-F238E27FC236}">
                  <a16:creationId xmlns:a16="http://schemas.microsoft.com/office/drawing/2014/main" id="{A543D24F-44C0-4DDF-A30E-8C8407548F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5" y="3718130"/>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9" name="Freeform: Shape 188">
              <a:extLst>
                <a:ext uri="{FF2B5EF4-FFF2-40B4-BE49-F238E27FC236}">
                  <a16:creationId xmlns:a16="http://schemas.microsoft.com/office/drawing/2014/main" id="{63DEAE3C-3931-41EE-B4A1-F9385602BE1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5"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0" name="Freeform: Shape 189">
              <a:extLst>
                <a:ext uri="{FF2B5EF4-FFF2-40B4-BE49-F238E27FC236}">
                  <a16:creationId xmlns:a16="http://schemas.microsoft.com/office/drawing/2014/main" id="{B11945CD-32F6-4C09-82AF-5510512312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92" y="371812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91" name="Freeform: Shape 190">
              <a:extLst>
                <a:ext uri="{FF2B5EF4-FFF2-40B4-BE49-F238E27FC236}">
                  <a16:creationId xmlns:a16="http://schemas.microsoft.com/office/drawing/2014/main" id="{9109F44F-512F-4792-AED2-ECA80DDE16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0" y="371813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2" name="Freeform: Shape 191">
              <a:extLst>
                <a:ext uri="{FF2B5EF4-FFF2-40B4-BE49-F238E27FC236}">
                  <a16:creationId xmlns:a16="http://schemas.microsoft.com/office/drawing/2014/main" id="{29B9E19B-BC56-46F2-BFFF-1688CEA55A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77737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3" name="Freeform: Shape 192">
              <a:extLst>
                <a:ext uri="{FF2B5EF4-FFF2-40B4-BE49-F238E27FC236}">
                  <a16:creationId xmlns:a16="http://schemas.microsoft.com/office/drawing/2014/main" id="{F573BDDE-4AED-43FB-B8D1-B5F3708931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7737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4" name="Freeform: Shape 193">
              <a:extLst>
                <a:ext uri="{FF2B5EF4-FFF2-40B4-BE49-F238E27FC236}">
                  <a16:creationId xmlns:a16="http://schemas.microsoft.com/office/drawing/2014/main" id="{EFFDA684-6DFF-4629-830E-6F2ACAB8C3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6" y="3777375"/>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95" name="Freeform: Shape 194">
              <a:extLst>
                <a:ext uri="{FF2B5EF4-FFF2-40B4-BE49-F238E27FC236}">
                  <a16:creationId xmlns:a16="http://schemas.microsoft.com/office/drawing/2014/main" id="{92E23250-6349-4726-AF61-08A57B3A2E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55" y="377735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6" name="Freeform: Shape 195">
              <a:extLst>
                <a:ext uri="{FF2B5EF4-FFF2-40B4-BE49-F238E27FC236}">
                  <a16:creationId xmlns:a16="http://schemas.microsoft.com/office/drawing/2014/main" id="{8536AAE6-5497-4B0A-9C9F-4EAA1BB322B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314" y="377745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97" name="Freeform: Shape 196">
              <a:extLst>
                <a:ext uri="{FF2B5EF4-FFF2-40B4-BE49-F238E27FC236}">
                  <a16:creationId xmlns:a16="http://schemas.microsoft.com/office/drawing/2014/main" id="{52B72898-B9DE-4574-BB20-0C317954D4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4" y="377742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330502033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DA1E1A3-3C4A-FAE2-E914-8D0567288125}"/>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05A96558-86F3-86E2-8FA4-563F31B5D0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47B3E020-9743-9CB9-5DDD-3789B6B8C4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890596"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4BCC0C0-7AD2-6006-70B2-58C77B1D4589}"/>
              </a:ext>
            </a:extLst>
          </p:cNvPr>
          <p:cNvSpPr>
            <a:spLocks noGrp="1"/>
          </p:cNvSpPr>
          <p:nvPr>
            <p:ph type="title"/>
          </p:nvPr>
        </p:nvSpPr>
        <p:spPr>
          <a:xfrm>
            <a:off x="363603" y="1188384"/>
            <a:ext cx="4451700" cy="4238118"/>
          </a:xfrm>
        </p:spPr>
        <p:txBody>
          <a:bodyPr>
            <a:normAutofit/>
          </a:bodyPr>
          <a:lstStyle/>
          <a:p>
            <a:r>
              <a:rPr lang="en-US">
                <a:solidFill>
                  <a:schemeClr val="bg1"/>
                </a:solidFill>
              </a:rPr>
              <a:t>Practical Exercises with Semgrep</a:t>
            </a:r>
          </a:p>
        </p:txBody>
      </p:sp>
      <p:grpSp>
        <p:nvGrpSpPr>
          <p:cNvPr id="13" name="Graphic 38">
            <a:extLst>
              <a:ext uri="{FF2B5EF4-FFF2-40B4-BE49-F238E27FC236}">
                <a16:creationId xmlns:a16="http://schemas.microsoft.com/office/drawing/2014/main" id="{1628633D-E826-7D4D-B959-EAE27676BC5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02912"/>
            <a:ext cx="1910252" cy="709660"/>
            <a:chOff x="2267504" y="2540250"/>
            <a:chExt cx="1990951" cy="739640"/>
          </a:xfrm>
          <a:solidFill>
            <a:schemeClr val="bg1"/>
          </a:solidFill>
        </p:grpSpPr>
        <p:sp>
          <p:nvSpPr>
            <p:cNvPr id="14" name="Freeform: Shape 13">
              <a:extLst>
                <a:ext uri="{FF2B5EF4-FFF2-40B4-BE49-F238E27FC236}">
                  <a16:creationId xmlns:a16="http://schemas.microsoft.com/office/drawing/2014/main" id="{027BD8CB-47CB-42D5-716A-B9341A6ECA4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54025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5835 h 286230"/>
                <a:gd name="connsiteX8" fmla="*/ 255835 w 1990951"/>
                <a:gd name="connsiteY8" fmla="*/ 0 h 286230"/>
                <a:gd name="connsiteX9" fmla="*/ 504071 w 1990951"/>
                <a:gd name="connsiteY9" fmla="*/ 245703 h 286230"/>
                <a:gd name="connsiteX10" fmla="*/ 749773 w 1990951"/>
                <a:gd name="connsiteY10" fmla="*/ 0 h 286230"/>
                <a:gd name="connsiteX11" fmla="*/ 995476 w 1990951"/>
                <a:gd name="connsiteY11" fmla="*/ 245703 h 286230"/>
                <a:gd name="connsiteX12" fmla="*/ 1243712 w 1990951"/>
                <a:gd name="connsiteY12" fmla="*/ 0 h 286230"/>
                <a:gd name="connsiteX13" fmla="*/ 1489414 w 1990951"/>
                <a:gd name="connsiteY13" fmla="*/ 245703 h 286230"/>
                <a:gd name="connsiteX14" fmla="*/ 1735117 w 1990951"/>
                <a:gd name="connsiteY14" fmla="*/ 0 h 286230"/>
                <a:gd name="connsiteX15" fmla="*/ 1990952 w 1990951"/>
                <a:gd name="connsiteY15" fmla="*/ 255835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5835"/>
                  </a:lnTo>
                  <a:lnTo>
                    <a:pt x="255835" y="0"/>
                  </a:lnTo>
                  <a:lnTo>
                    <a:pt x="504071" y="245703"/>
                  </a:lnTo>
                  <a:lnTo>
                    <a:pt x="749773" y="0"/>
                  </a:lnTo>
                  <a:lnTo>
                    <a:pt x="995476" y="245703"/>
                  </a:lnTo>
                  <a:lnTo>
                    <a:pt x="1243712" y="0"/>
                  </a:lnTo>
                  <a:lnTo>
                    <a:pt x="1489414" y="245703"/>
                  </a:lnTo>
                  <a:lnTo>
                    <a:pt x="1735117" y="0"/>
                  </a:lnTo>
                  <a:lnTo>
                    <a:pt x="1990952" y="255835"/>
                  </a:lnTo>
                  <a:lnTo>
                    <a:pt x="1973221" y="276099"/>
                  </a:lnTo>
                  <a:lnTo>
                    <a:pt x="1735117" y="40528"/>
                  </a:lnTo>
                  <a:close/>
                </a:path>
              </a:pathLst>
            </a:custGeom>
            <a:grpFill/>
            <a:ln w="25320" cap="flat">
              <a:noFill/>
              <a:prstDash val="solid"/>
              <a:miter/>
            </a:ln>
          </p:spPr>
          <p:txBody>
            <a:bodyPr rtlCol="0" anchor="ctr"/>
            <a:lstStyle/>
            <a:p>
              <a:endParaRPr lang="en-US"/>
            </a:p>
          </p:txBody>
        </p:sp>
        <p:sp>
          <p:nvSpPr>
            <p:cNvPr id="15" name="Freeform: Shape 14">
              <a:extLst>
                <a:ext uri="{FF2B5EF4-FFF2-40B4-BE49-F238E27FC236}">
                  <a16:creationId xmlns:a16="http://schemas.microsoft.com/office/drawing/2014/main" id="{CEB787D0-3A6C-0003-D3EB-F268965E8A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99366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8368 h 286230"/>
                <a:gd name="connsiteX8" fmla="*/ 255835 w 1990951"/>
                <a:gd name="connsiteY8" fmla="*/ 0 h 286230"/>
                <a:gd name="connsiteX9" fmla="*/ 504071 w 1990951"/>
                <a:gd name="connsiteY9" fmla="*/ 248236 h 286230"/>
                <a:gd name="connsiteX10" fmla="*/ 749773 w 1990951"/>
                <a:gd name="connsiteY10" fmla="*/ 0 h 286230"/>
                <a:gd name="connsiteX11" fmla="*/ 995476 w 1990951"/>
                <a:gd name="connsiteY11" fmla="*/ 248236 h 286230"/>
                <a:gd name="connsiteX12" fmla="*/ 1243712 w 1990951"/>
                <a:gd name="connsiteY12" fmla="*/ 0 h 286230"/>
                <a:gd name="connsiteX13" fmla="*/ 1489414 w 1990951"/>
                <a:gd name="connsiteY13" fmla="*/ 248236 h 286230"/>
                <a:gd name="connsiteX14" fmla="*/ 1735117 w 1990951"/>
                <a:gd name="connsiteY14" fmla="*/ 0 h 286230"/>
                <a:gd name="connsiteX15" fmla="*/ 1990952 w 1990951"/>
                <a:gd name="connsiteY15" fmla="*/ 258368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8368"/>
                  </a:lnTo>
                  <a:lnTo>
                    <a:pt x="255835" y="0"/>
                  </a:lnTo>
                  <a:lnTo>
                    <a:pt x="504071" y="248236"/>
                  </a:lnTo>
                  <a:lnTo>
                    <a:pt x="749773" y="0"/>
                  </a:lnTo>
                  <a:lnTo>
                    <a:pt x="995476" y="248236"/>
                  </a:lnTo>
                  <a:lnTo>
                    <a:pt x="1243712" y="0"/>
                  </a:lnTo>
                  <a:lnTo>
                    <a:pt x="1489414" y="248236"/>
                  </a:lnTo>
                  <a:lnTo>
                    <a:pt x="1735117" y="0"/>
                  </a:lnTo>
                  <a:lnTo>
                    <a:pt x="1990952" y="258368"/>
                  </a:lnTo>
                  <a:lnTo>
                    <a:pt x="1973221" y="276099"/>
                  </a:lnTo>
                  <a:lnTo>
                    <a:pt x="1735117" y="40528"/>
                  </a:lnTo>
                  <a:close/>
                </a:path>
              </a:pathLst>
            </a:custGeom>
            <a:grpFill/>
            <a:ln w="25320" cap="flat">
              <a:noFill/>
              <a:prstDash val="solid"/>
              <a:miter/>
            </a:ln>
          </p:spPr>
          <p:txBody>
            <a:bodyPr rtlCol="0" anchor="ctr"/>
            <a:lstStyle/>
            <a:p>
              <a:endParaRPr lang="en-US"/>
            </a:p>
          </p:txBody>
        </p:sp>
      </p:grpSp>
      <p:sp>
        <p:nvSpPr>
          <p:cNvPr id="17" name="Oval 16">
            <a:extLst>
              <a:ext uri="{FF2B5EF4-FFF2-40B4-BE49-F238E27FC236}">
                <a16:creationId xmlns:a16="http://schemas.microsoft.com/office/drawing/2014/main" id="{E0E7EA39-037E-F0B8-3EF7-4E575A007E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260" y="4752208"/>
            <a:ext cx="365021" cy="365021"/>
          </a:xfrm>
          <a:prstGeom prst="ellipse">
            <a:avLst/>
          </a:prstGeom>
          <a:solidFill>
            <a:srgbClr val="FFFFFF"/>
          </a:solidFill>
          <a:ln w="28575">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9" name="Oval 18">
            <a:extLst>
              <a:ext uri="{FF2B5EF4-FFF2-40B4-BE49-F238E27FC236}">
                <a16:creationId xmlns:a16="http://schemas.microsoft.com/office/drawing/2014/main" id="{777C19C4-F1B5-E0EC-F4DB-FE1277E7077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260" y="4752208"/>
            <a:ext cx="365021" cy="365021"/>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21" name="Graphic 4">
            <a:extLst>
              <a:ext uri="{FF2B5EF4-FFF2-40B4-BE49-F238E27FC236}">
                <a16:creationId xmlns:a16="http://schemas.microsoft.com/office/drawing/2014/main" id="{F1760CD1-17F9-68D2-BD16-9A7EC4A141E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109667" y="5539934"/>
            <a:ext cx="975169" cy="975171"/>
            <a:chOff x="5829300" y="3162300"/>
            <a:chExt cx="532256" cy="532257"/>
          </a:xfrm>
          <a:solidFill>
            <a:schemeClr val="bg1"/>
          </a:solidFill>
        </p:grpSpPr>
        <p:sp>
          <p:nvSpPr>
            <p:cNvPr id="22" name="Freeform: Shape 21">
              <a:extLst>
                <a:ext uri="{FF2B5EF4-FFF2-40B4-BE49-F238E27FC236}">
                  <a16:creationId xmlns:a16="http://schemas.microsoft.com/office/drawing/2014/main" id="{6AEDBBE9-754B-AE56-FE34-93E1FD0591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9208" y="3192208"/>
              <a:ext cx="112966" cy="11296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9525" cap="flat">
              <a:no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E5C78A2C-A0AD-F6F4-7CF5-89E43DA59A6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1205" y="3164205"/>
              <a:ext cx="230314" cy="230314"/>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9525" cap="flat">
              <a:no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CC21937A-F78D-E012-09BF-A48957E9B5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29300" y="3162300"/>
              <a:ext cx="294131" cy="294131"/>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9525" cap="flat">
              <a:no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80EAC88C-E749-9A18-AE4C-20C69066FE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7205" y="3170110"/>
              <a:ext cx="337184" cy="337280"/>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9525" cap="flat">
              <a:noFill/>
              <a:prstDash val="solid"/>
              <a:miter/>
            </a:ln>
          </p:spPr>
          <p:txBody>
            <a:bodyPr rtlCol="0" anchor="ctr"/>
            <a:lstStyle/>
            <a:p>
              <a:endParaRPr lang="en-US"/>
            </a:p>
          </p:txBody>
        </p:sp>
        <p:sp>
          <p:nvSpPr>
            <p:cNvPr id="26" name="Freeform: Shape 25">
              <a:extLst>
                <a:ext uri="{FF2B5EF4-FFF2-40B4-BE49-F238E27FC236}">
                  <a16:creationId xmlns:a16="http://schemas.microsoft.com/office/drawing/2014/main" id="{FBBAC7EB-D7CD-039A-731E-16C6743913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3207" y="3186207"/>
              <a:ext cx="364617" cy="364617"/>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9525" cap="flat">
              <a:no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A67B4DAC-0A7C-354F-9EA9-28705FFC96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5305" y="3208305"/>
              <a:ext cx="380238" cy="380238"/>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9525" cap="flat">
              <a:noFill/>
              <a:prstDash val="solid"/>
              <a:miter/>
            </a:ln>
          </p:spPr>
          <p:txBody>
            <a:bodyPr rtlCol="0" anchor="ctr"/>
            <a:lstStyle/>
            <a:p>
              <a:endParaRPr lang="en-US"/>
            </a:p>
          </p:txBody>
        </p:sp>
        <p:sp>
          <p:nvSpPr>
            <p:cNvPr id="28" name="Freeform: Shape 27">
              <a:extLst>
                <a:ext uri="{FF2B5EF4-FFF2-40B4-BE49-F238E27FC236}">
                  <a16:creationId xmlns:a16="http://schemas.microsoft.com/office/drawing/2014/main" id="{3AB07CE9-5A30-8B03-CD1F-ABB8D46536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02832" y="3235832"/>
              <a:ext cx="385191" cy="385191"/>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9525" cap="flat">
              <a:noFill/>
              <a:prstDash val="solid"/>
              <a:miter/>
            </a:ln>
          </p:spPr>
          <p:txBody>
            <a:bodyPr rtlCol="0" anchor="ctr"/>
            <a:lstStyle/>
            <a:p>
              <a:endParaRPr lang="en-US"/>
            </a:p>
          </p:txBody>
        </p:sp>
        <p:sp>
          <p:nvSpPr>
            <p:cNvPr id="29" name="Freeform: Shape 28">
              <a:extLst>
                <a:ext uri="{FF2B5EF4-FFF2-40B4-BE49-F238E27FC236}">
                  <a16:creationId xmlns:a16="http://schemas.microsoft.com/office/drawing/2014/main" id="{9E04C4D6-D8BF-9FE5-9153-DB80D9D9179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35789" y="3268313"/>
              <a:ext cx="379761" cy="380237"/>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6F2E1874-81A9-33D6-7D1B-6E836C03F3A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2841" y="3305841"/>
              <a:ext cx="364807" cy="364807"/>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9D3E0276-C277-22D5-E91A-9258B7A4BB4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16370" y="3349466"/>
              <a:ext cx="337280" cy="337280"/>
            </a:xfrm>
            <a:custGeom>
              <a:avLst/>
              <a:gdLst>
                <a:gd name="connsiteX0" fmla="*/ 333470 w 337280"/>
                <a:gd name="connsiteY0" fmla="*/ 0 h 337280"/>
                <a:gd name="connsiteX1" fmla="*/ 337280 w 337280"/>
                <a:gd name="connsiteY1" fmla="*/ 13430 h 337280"/>
                <a:gd name="connsiteX2" fmla="*/ 13430 w 337280"/>
                <a:gd name="connsiteY2" fmla="*/ 337280 h 337280"/>
                <a:gd name="connsiteX3" fmla="*/ 0 w 337280"/>
                <a:gd name="connsiteY3" fmla="*/ 333470 h 337280"/>
              </a:gdLst>
              <a:ahLst/>
              <a:cxnLst>
                <a:cxn ang="0">
                  <a:pos x="connsiteX0" y="connsiteY0"/>
                </a:cxn>
                <a:cxn ang="0">
                  <a:pos x="connsiteX1" y="connsiteY1"/>
                </a:cxn>
                <a:cxn ang="0">
                  <a:pos x="connsiteX2" y="connsiteY2"/>
                </a:cxn>
                <a:cxn ang="0">
                  <a:pos x="connsiteX3" y="connsiteY3"/>
                </a:cxn>
              </a:cxnLst>
              <a:rect l="l" t="t" r="r" b="b"/>
              <a:pathLst>
                <a:path w="337280" h="337280">
                  <a:moveTo>
                    <a:pt x="333470" y="0"/>
                  </a:moveTo>
                  <a:cubicBezTo>
                    <a:pt x="334899" y="4382"/>
                    <a:pt x="336137" y="8858"/>
                    <a:pt x="337280" y="13430"/>
                  </a:cubicBezTo>
                  <a:lnTo>
                    <a:pt x="13430" y="337280"/>
                  </a:lnTo>
                  <a:cubicBezTo>
                    <a:pt x="8858" y="336137"/>
                    <a:pt x="4382" y="334899"/>
                    <a:pt x="0" y="333470"/>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76772D64-29C1-FE58-1D53-571A355D17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67329" y="3400425"/>
              <a:ext cx="294227" cy="294132"/>
            </a:xfrm>
            <a:custGeom>
              <a:avLst/>
              <a:gdLst>
                <a:gd name="connsiteX0" fmla="*/ 292989 w 294227"/>
                <a:gd name="connsiteY0" fmla="*/ 0 h 294132"/>
                <a:gd name="connsiteX1" fmla="*/ 294227 w 294227"/>
                <a:gd name="connsiteY1" fmla="*/ 15907 h 294132"/>
                <a:gd name="connsiteX2" fmla="*/ 15907 w 294227"/>
                <a:gd name="connsiteY2" fmla="*/ 294132 h 294132"/>
                <a:gd name="connsiteX3" fmla="*/ 0 w 294227"/>
                <a:gd name="connsiteY3" fmla="*/ 292894 h 294132"/>
              </a:gdLst>
              <a:ahLst/>
              <a:cxnLst>
                <a:cxn ang="0">
                  <a:pos x="connsiteX0" y="connsiteY0"/>
                </a:cxn>
                <a:cxn ang="0">
                  <a:pos x="connsiteX1" y="connsiteY1"/>
                </a:cxn>
                <a:cxn ang="0">
                  <a:pos x="connsiteX2" y="connsiteY2"/>
                </a:cxn>
                <a:cxn ang="0">
                  <a:pos x="connsiteX3" y="connsiteY3"/>
                </a:cxn>
              </a:cxnLst>
              <a:rect l="l" t="t" r="r" b="b"/>
              <a:pathLst>
                <a:path w="294227" h="294132">
                  <a:moveTo>
                    <a:pt x="292989" y="0"/>
                  </a:moveTo>
                  <a:cubicBezTo>
                    <a:pt x="293561" y="5334"/>
                    <a:pt x="293942" y="10668"/>
                    <a:pt x="294227" y="15907"/>
                  </a:cubicBezTo>
                  <a:lnTo>
                    <a:pt x="15907" y="294132"/>
                  </a:lnTo>
                  <a:cubicBezTo>
                    <a:pt x="10668" y="294132"/>
                    <a:pt x="5334" y="293465"/>
                    <a:pt x="0" y="292894"/>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5F676FF5-91FC-B7F2-74F3-B9B27A76E51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29337" y="3462337"/>
              <a:ext cx="230314" cy="230314"/>
            </a:xfrm>
            <a:custGeom>
              <a:avLst/>
              <a:gdLst>
                <a:gd name="connsiteX0" fmla="*/ 230315 w 230314"/>
                <a:gd name="connsiteY0" fmla="*/ 0 h 230314"/>
                <a:gd name="connsiteX1" fmla="*/ 226886 w 230314"/>
                <a:gd name="connsiteY1" fmla="*/ 20574 h 230314"/>
                <a:gd name="connsiteX2" fmla="*/ 20669 w 230314"/>
                <a:gd name="connsiteY2" fmla="*/ 226790 h 230314"/>
                <a:gd name="connsiteX3" fmla="*/ 0 w 230314"/>
                <a:gd name="connsiteY3" fmla="*/ 230315 h 230314"/>
              </a:gdLst>
              <a:ahLst/>
              <a:cxnLst>
                <a:cxn ang="0">
                  <a:pos x="connsiteX0" y="connsiteY0"/>
                </a:cxn>
                <a:cxn ang="0">
                  <a:pos x="connsiteX1" y="connsiteY1"/>
                </a:cxn>
                <a:cxn ang="0">
                  <a:pos x="connsiteX2" y="connsiteY2"/>
                </a:cxn>
                <a:cxn ang="0">
                  <a:pos x="connsiteX3" y="connsiteY3"/>
                </a:cxn>
              </a:cxnLst>
              <a:rect l="l" t="t" r="r" b="b"/>
              <a:pathLst>
                <a:path w="230314" h="230314">
                  <a:moveTo>
                    <a:pt x="230315" y="0"/>
                  </a:moveTo>
                  <a:cubicBezTo>
                    <a:pt x="229457" y="6953"/>
                    <a:pt x="228314" y="13716"/>
                    <a:pt x="226886" y="20574"/>
                  </a:cubicBezTo>
                  <a:lnTo>
                    <a:pt x="20669" y="226790"/>
                  </a:lnTo>
                  <a:cubicBezTo>
                    <a:pt x="13811" y="228314"/>
                    <a:pt x="6953" y="229457"/>
                    <a:pt x="0" y="230315"/>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C21A7418-2133-8FA1-A10D-62E0EFEB4A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18682" y="3551682"/>
              <a:ext cx="112871" cy="112871"/>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9525" cap="flat">
              <a:noFill/>
              <a:prstDash val="solid"/>
              <a:miter/>
            </a:ln>
          </p:spPr>
          <p:txBody>
            <a:bodyPr rtlCol="0" anchor="ctr"/>
            <a:lstStyle/>
            <a:p>
              <a:endParaRPr lang="en-US"/>
            </a:p>
          </p:txBody>
        </p:sp>
      </p:grpSp>
      <p:graphicFrame>
        <p:nvGraphicFramePr>
          <p:cNvPr id="5" name="Content Placeholder 2">
            <a:extLst>
              <a:ext uri="{FF2B5EF4-FFF2-40B4-BE49-F238E27FC236}">
                <a16:creationId xmlns:a16="http://schemas.microsoft.com/office/drawing/2014/main" id="{41F93BBD-2B4A-767B-E485-D66B98971A75}"/>
              </a:ext>
            </a:extLst>
          </p:cNvPr>
          <p:cNvGraphicFramePr>
            <a:graphicFrameLocks noGrp="1"/>
          </p:cNvGraphicFramePr>
          <p:nvPr>
            <p:ph idx="1"/>
            <p:extLst>
              <p:ext uri="{D42A27DB-BD31-4B8C-83A1-F6EECF244321}">
                <p14:modId xmlns:p14="http://schemas.microsoft.com/office/powerpoint/2010/main" val="1223222698"/>
              </p:ext>
            </p:extLst>
          </p:nvPr>
        </p:nvGraphicFramePr>
        <p:xfrm>
          <a:off x="5484139" y="477540"/>
          <a:ext cx="6301601" cy="587880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74500122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3677BAFB-3BD3-41BB-9107-FAE224AE21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E6823A9B-C188-42D4-847C-3AD928DB14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42784" y="253140"/>
            <a:ext cx="6184555" cy="6184555"/>
          </a:xfrm>
          <a:prstGeom prst="ellipse">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34B557F3-1A0C-4749-A6DB-EAC082DF3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24848" y="253140"/>
            <a:ext cx="6184555" cy="6184555"/>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3"/>
              </a:solidFill>
            </a:endParaRPr>
          </a:p>
        </p:txBody>
      </p:sp>
      <p:sp>
        <p:nvSpPr>
          <p:cNvPr id="14" name="Oval 13">
            <a:extLst>
              <a:ext uri="{FF2B5EF4-FFF2-40B4-BE49-F238E27FC236}">
                <a16:creationId xmlns:a16="http://schemas.microsoft.com/office/drawing/2014/main" id="{55D55AA6-3751-494F-868A-DCEDC5CE82B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03723" y="136525"/>
            <a:ext cx="6184555" cy="6184555"/>
          </a:xfrm>
          <a:prstGeom prst="ellipse">
            <a:avLst/>
          </a:pr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FA7779B-5AF1-F721-6EE7-800C8BD4F1E1}"/>
              </a:ext>
            </a:extLst>
          </p:cNvPr>
          <p:cNvSpPr>
            <a:spLocks noGrp="1"/>
          </p:cNvSpPr>
          <p:nvPr>
            <p:ph type="title"/>
          </p:nvPr>
        </p:nvSpPr>
        <p:spPr>
          <a:xfrm>
            <a:off x="3581400" y="965580"/>
            <a:ext cx="5204489" cy="3160593"/>
          </a:xfrm>
        </p:spPr>
        <p:txBody>
          <a:bodyPr vert="horz" lIns="91440" tIns="45720" rIns="91440" bIns="45720" rtlCol="0" anchor="b">
            <a:normAutofit/>
          </a:bodyPr>
          <a:lstStyle/>
          <a:p>
            <a:pPr algn="ctr"/>
            <a:r>
              <a:rPr lang="en-US" sz="5400" kern="1200">
                <a:solidFill>
                  <a:schemeClr val="bg1"/>
                </a:solidFill>
                <a:latin typeface="+mj-lt"/>
                <a:ea typeface="+mj-ea"/>
                <a:cs typeface="+mj-cs"/>
              </a:rPr>
              <a:t>Wrap-up </a:t>
            </a:r>
            <a:br>
              <a:rPr lang="en-US" sz="5400" kern="1200">
                <a:solidFill>
                  <a:schemeClr val="bg1"/>
                </a:solidFill>
                <a:latin typeface="+mj-lt"/>
                <a:ea typeface="+mj-ea"/>
                <a:cs typeface="+mj-cs"/>
              </a:rPr>
            </a:br>
            <a:endParaRPr lang="en-US" sz="5400" kern="1200">
              <a:solidFill>
                <a:schemeClr val="bg1"/>
              </a:solidFill>
              <a:latin typeface="+mj-lt"/>
              <a:ea typeface="+mj-ea"/>
              <a:cs typeface="+mj-cs"/>
            </a:endParaRPr>
          </a:p>
        </p:txBody>
      </p:sp>
      <p:sp>
        <p:nvSpPr>
          <p:cNvPr id="3" name="Text Placeholder 2">
            <a:extLst>
              <a:ext uri="{FF2B5EF4-FFF2-40B4-BE49-F238E27FC236}">
                <a16:creationId xmlns:a16="http://schemas.microsoft.com/office/drawing/2014/main" id="{FE68E5EE-B015-6ACB-EFF5-F361A44C0CF4}"/>
              </a:ext>
            </a:extLst>
          </p:cNvPr>
          <p:cNvSpPr>
            <a:spLocks noGrp="1"/>
          </p:cNvSpPr>
          <p:nvPr>
            <p:ph type="body" idx="1"/>
          </p:nvPr>
        </p:nvSpPr>
        <p:spPr>
          <a:xfrm>
            <a:off x="3820817" y="4409960"/>
            <a:ext cx="4508641" cy="1116414"/>
          </a:xfrm>
        </p:spPr>
        <p:txBody>
          <a:bodyPr vert="horz" lIns="91440" tIns="45720" rIns="91440" bIns="45720" rtlCol="0">
            <a:normAutofit/>
          </a:bodyPr>
          <a:lstStyle/>
          <a:p>
            <a:pPr algn="ctr"/>
            <a:endParaRPr lang="en-US" sz="2000" kern="1200">
              <a:solidFill>
                <a:schemeClr val="bg1"/>
              </a:solidFill>
              <a:latin typeface="+mn-lt"/>
              <a:ea typeface="+mn-ea"/>
              <a:cs typeface="+mn-cs"/>
            </a:endParaRPr>
          </a:p>
        </p:txBody>
      </p:sp>
      <p:sp>
        <p:nvSpPr>
          <p:cNvPr id="16" name="Graphic 212">
            <a:extLst>
              <a:ext uri="{FF2B5EF4-FFF2-40B4-BE49-F238E27FC236}">
                <a16:creationId xmlns:a16="http://schemas.microsoft.com/office/drawing/2014/main" id="{4D4C00DC-4DC6-4CD2-9E31-F17E6CEBC5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8" name="Graphic 212">
            <a:extLst>
              <a:ext uri="{FF2B5EF4-FFF2-40B4-BE49-F238E27FC236}">
                <a16:creationId xmlns:a16="http://schemas.microsoft.com/office/drawing/2014/main" id="{D82AB1B2-7970-42CF-8BF5-567C69E9FF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nvGrpSpPr>
          <p:cNvPr id="20" name="Graphic 190">
            <a:extLst>
              <a:ext uri="{FF2B5EF4-FFF2-40B4-BE49-F238E27FC236}">
                <a16:creationId xmlns:a16="http://schemas.microsoft.com/office/drawing/2014/main" id="{66FB5A75-BDE2-4F12-A95B-C48788A7685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80947" y="1755501"/>
            <a:ext cx="1598829" cy="531293"/>
            <a:chOff x="2504802" y="1755501"/>
            <a:chExt cx="1598829" cy="531293"/>
          </a:xfrm>
          <a:solidFill>
            <a:schemeClr val="bg1"/>
          </a:solidFill>
        </p:grpSpPr>
        <p:sp>
          <p:nvSpPr>
            <p:cNvPr id="21" name="Freeform: Shape 20">
              <a:extLst>
                <a:ext uri="{FF2B5EF4-FFF2-40B4-BE49-F238E27FC236}">
                  <a16:creationId xmlns:a16="http://schemas.microsoft.com/office/drawing/2014/main" id="{DC86CBC8-A814-4C0C-A287-7C549693D2E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2113855"/>
              <a:ext cx="1598614" cy="172939"/>
            </a:xfrm>
            <a:custGeom>
              <a:avLst/>
              <a:gdLst>
                <a:gd name="connsiteX0" fmla="*/ 1248648 w 1598614"/>
                <a:gd name="connsiteY0" fmla="*/ 172939 h 172939"/>
                <a:gd name="connsiteX1" fmla="*/ 1123031 w 1598614"/>
                <a:gd name="connsiteY1" fmla="*/ 92708 h 172939"/>
                <a:gd name="connsiteX2" fmla="*/ 1024085 w 1598614"/>
                <a:gd name="connsiteY2" fmla="*/ 29469 h 172939"/>
                <a:gd name="connsiteX3" fmla="*/ 925140 w 1598614"/>
                <a:gd name="connsiteY3" fmla="*/ 92708 h 172939"/>
                <a:gd name="connsiteX4" fmla="*/ 799522 w 1598614"/>
                <a:gd name="connsiteY4" fmla="*/ 172939 h 172939"/>
                <a:gd name="connsiteX5" fmla="*/ 799522 w 1598614"/>
                <a:gd name="connsiteY5" fmla="*/ 172939 h 172939"/>
                <a:gd name="connsiteX6" fmla="*/ 673905 w 1598614"/>
                <a:gd name="connsiteY6" fmla="*/ 92708 h 172939"/>
                <a:gd name="connsiteX7" fmla="*/ 574959 w 1598614"/>
                <a:gd name="connsiteY7" fmla="*/ 29469 h 172939"/>
                <a:gd name="connsiteX8" fmla="*/ 476014 w 1598614"/>
                <a:gd name="connsiteY8" fmla="*/ 92708 h 172939"/>
                <a:gd name="connsiteX9" fmla="*/ 350396 w 1598614"/>
                <a:gd name="connsiteY9" fmla="*/ 172939 h 172939"/>
                <a:gd name="connsiteX10" fmla="*/ 224778 w 1598614"/>
                <a:gd name="connsiteY10" fmla="*/ 92708 h 172939"/>
                <a:gd name="connsiteX11" fmla="*/ 125833 w 1598614"/>
                <a:gd name="connsiteY11" fmla="*/ 29469 h 172939"/>
                <a:gd name="connsiteX12" fmla="*/ 26887 w 1598614"/>
                <a:gd name="connsiteY12" fmla="*/ 92708 h 172939"/>
                <a:gd name="connsiteX13" fmla="*/ 0 w 1598614"/>
                <a:gd name="connsiteY13" fmla="*/ 80232 h 172939"/>
                <a:gd name="connsiteX14" fmla="*/ 125618 w 1598614"/>
                <a:gd name="connsiteY14" fmla="*/ 0 h 172939"/>
                <a:gd name="connsiteX15" fmla="*/ 251235 w 1598614"/>
                <a:gd name="connsiteY15" fmla="*/ 80232 h 172939"/>
                <a:gd name="connsiteX16" fmla="*/ 350181 w 1598614"/>
                <a:gd name="connsiteY16" fmla="*/ 143471 h 172939"/>
                <a:gd name="connsiteX17" fmla="*/ 449126 w 1598614"/>
                <a:gd name="connsiteY17" fmla="*/ 80232 h 172939"/>
                <a:gd name="connsiteX18" fmla="*/ 574744 w 1598614"/>
                <a:gd name="connsiteY18" fmla="*/ 0 h 172939"/>
                <a:gd name="connsiteX19" fmla="*/ 700362 w 1598614"/>
                <a:gd name="connsiteY19" fmla="*/ 80232 h 172939"/>
                <a:gd name="connsiteX20" fmla="*/ 799307 w 1598614"/>
                <a:gd name="connsiteY20" fmla="*/ 143471 h 172939"/>
                <a:gd name="connsiteX21" fmla="*/ 799307 w 1598614"/>
                <a:gd name="connsiteY21" fmla="*/ 143471 h 172939"/>
                <a:gd name="connsiteX22" fmla="*/ 898253 w 1598614"/>
                <a:gd name="connsiteY22" fmla="*/ 80232 h 172939"/>
                <a:gd name="connsiteX23" fmla="*/ 1023870 w 1598614"/>
                <a:gd name="connsiteY23" fmla="*/ 0 h 172939"/>
                <a:gd name="connsiteX24" fmla="*/ 1149488 w 1598614"/>
                <a:gd name="connsiteY24" fmla="*/ 80232 h 172939"/>
                <a:gd name="connsiteX25" fmla="*/ 1248433 w 1598614"/>
                <a:gd name="connsiteY25" fmla="*/ 143471 h 172939"/>
                <a:gd name="connsiteX26" fmla="*/ 1347379 w 1598614"/>
                <a:gd name="connsiteY26" fmla="*/ 80232 h 172939"/>
                <a:gd name="connsiteX27" fmla="*/ 1472997 w 1598614"/>
                <a:gd name="connsiteY27" fmla="*/ 0 h 172939"/>
                <a:gd name="connsiteX28" fmla="*/ 1598614 w 1598614"/>
                <a:gd name="connsiteY28" fmla="*/ 80232 h 172939"/>
                <a:gd name="connsiteX29" fmla="*/ 1571942 w 1598614"/>
                <a:gd name="connsiteY29" fmla="*/ 92708 h 172939"/>
                <a:gd name="connsiteX30" fmla="*/ 1472997 w 1598614"/>
                <a:gd name="connsiteY30" fmla="*/ 29469 h 172939"/>
                <a:gd name="connsiteX31" fmla="*/ 1374051 w 1598614"/>
                <a:gd name="connsiteY31" fmla="*/ 92708 h 172939"/>
                <a:gd name="connsiteX32" fmla="*/ 1248648 w 1598614"/>
                <a:gd name="connsiteY32" fmla="*/ 172939 h 1729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614" h="172939">
                  <a:moveTo>
                    <a:pt x="1248648" y="172939"/>
                  </a:moveTo>
                  <a:cubicBezTo>
                    <a:pt x="1194229" y="172939"/>
                    <a:pt x="1146046" y="142180"/>
                    <a:pt x="1123031" y="92708"/>
                  </a:cubicBezTo>
                  <a:cubicBezTo>
                    <a:pt x="1104962" y="53775"/>
                    <a:pt x="1067105" y="29469"/>
                    <a:pt x="1024085" y="29469"/>
                  </a:cubicBezTo>
                  <a:cubicBezTo>
                    <a:pt x="981066" y="29469"/>
                    <a:pt x="943208" y="53775"/>
                    <a:pt x="925140" y="92708"/>
                  </a:cubicBezTo>
                  <a:cubicBezTo>
                    <a:pt x="902124" y="142180"/>
                    <a:pt x="853942" y="172939"/>
                    <a:pt x="799522" y="172939"/>
                  </a:cubicBezTo>
                  <a:cubicBezTo>
                    <a:pt x="799522" y="172939"/>
                    <a:pt x="799522" y="172939"/>
                    <a:pt x="799522" y="172939"/>
                  </a:cubicBezTo>
                  <a:cubicBezTo>
                    <a:pt x="744887" y="172939"/>
                    <a:pt x="696920" y="142180"/>
                    <a:pt x="673905" y="92708"/>
                  </a:cubicBezTo>
                  <a:cubicBezTo>
                    <a:pt x="655836" y="53775"/>
                    <a:pt x="617979" y="29469"/>
                    <a:pt x="574959" y="29469"/>
                  </a:cubicBezTo>
                  <a:cubicBezTo>
                    <a:pt x="531939" y="29469"/>
                    <a:pt x="494082" y="53775"/>
                    <a:pt x="476014" y="92708"/>
                  </a:cubicBezTo>
                  <a:cubicBezTo>
                    <a:pt x="452998" y="142180"/>
                    <a:pt x="405031" y="172939"/>
                    <a:pt x="350396" y="172939"/>
                  </a:cubicBezTo>
                  <a:cubicBezTo>
                    <a:pt x="295976" y="172939"/>
                    <a:pt x="247794" y="142180"/>
                    <a:pt x="224778" y="92708"/>
                  </a:cubicBezTo>
                  <a:cubicBezTo>
                    <a:pt x="206710" y="53775"/>
                    <a:pt x="168853" y="29469"/>
                    <a:pt x="125833" y="29469"/>
                  </a:cubicBezTo>
                  <a:cubicBezTo>
                    <a:pt x="82813" y="29469"/>
                    <a:pt x="44956" y="53775"/>
                    <a:pt x="26887" y="92708"/>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268" y="30759"/>
                    <a:pt x="969235" y="0"/>
                    <a:pt x="1023870" y="0"/>
                  </a:cubicBezTo>
                  <a:cubicBezTo>
                    <a:pt x="1078505" y="0"/>
                    <a:pt x="1126472" y="30759"/>
                    <a:pt x="1149488" y="80232"/>
                  </a:cubicBezTo>
                  <a:cubicBezTo>
                    <a:pt x="1167556" y="119165"/>
                    <a:pt x="1205414" y="143471"/>
                    <a:pt x="1248433" y="143471"/>
                  </a:cubicBezTo>
                  <a:cubicBezTo>
                    <a:pt x="1291453" y="143471"/>
                    <a:pt x="1329311" y="119165"/>
                    <a:pt x="1347379" y="80232"/>
                  </a:cubicBezTo>
                  <a:cubicBezTo>
                    <a:pt x="1370394" y="30759"/>
                    <a:pt x="1418361" y="0"/>
                    <a:pt x="1472997" y="0"/>
                  </a:cubicBezTo>
                  <a:cubicBezTo>
                    <a:pt x="1527632" y="0"/>
                    <a:pt x="1575814" y="30759"/>
                    <a:pt x="1598614" y="80232"/>
                  </a:cubicBezTo>
                  <a:lnTo>
                    <a:pt x="1571942" y="92708"/>
                  </a:lnTo>
                  <a:cubicBezTo>
                    <a:pt x="1553874" y="53775"/>
                    <a:pt x="1515801" y="29469"/>
                    <a:pt x="1472997" y="29469"/>
                  </a:cubicBezTo>
                  <a:cubicBezTo>
                    <a:pt x="1429977" y="29469"/>
                    <a:pt x="1392119" y="53775"/>
                    <a:pt x="1374051" y="92708"/>
                  </a:cubicBezTo>
                  <a:cubicBezTo>
                    <a:pt x="1351251" y="142180"/>
                    <a:pt x="1303069" y="172939"/>
                    <a:pt x="1248648" y="172939"/>
                  </a:cubicBezTo>
                  <a:close/>
                </a:path>
              </a:pathLst>
            </a:custGeom>
            <a:grpFill/>
            <a:ln w="21496" cap="flat">
              <a:no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6AA52F4F-14E6-402F-A196-668B9CA9BC6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1755501"/>
              <a:ext cx="1598829" cy="172724"/>
            </a:xfrm>
            <a:custGeom>
              <a:avLst/>
              <a:gdLst>
                <a:gd name="connsiteX0" fmla="*/ 1248648 w 1598829"/>
                <a:gd name="connsiteY0" fmla="*/ 172724 h 172724"/>
                <a:gd name="connsiteX1" fmla="*/ 1123031 w 1598829"/>
                <a:gd name="connsiteY1" fmla="*/ 92492 h 172724"/>
                <a:gd name="connsiteX2" fmla="*/ 1024085 w 1598829"/>
                <a:gd name="connsiteY2" fmla="*/ 29253 h 172724"/>
                <a:gd name="connsiteX3" fmla="*/ 925140 w 1598829"/>
                <a:gd name="connsiteY3" fmla="*/ 92492 h 172724"/>
                <a:gd name="connsiteX4" fmla="*/ 799522 w 1598829"/>
                <a:gd name="connsiteY4" fmla="*/ 172724 h 172724"/>
                <a:gd name="connsiteX5" fmla="*/ 799522 w 1598829"/>
                <a:gd name="connsiteY5" fmla="*/ 172724 h 172724"/>
                <a:gd name="connsiteX6" fmla="*/ 673905 w 1598829"/>
                <a:gd name="connsiteY6" fmla="*/ 92492 h 172724"/>
                <a:gd name="connsiteX7" fmla="*/ 574959 w 1598829"/>
                <a:gd name="connsiteY7" fmla="*/ 29253 h 172724"/>
                <a:gd name="connsiteX8" fmla="*/ 476014 w 1598829"/>
                <a:gd name="connsiteY8" fmla="*/ 92492 h 172724"/>
                <a:gd name="connsiteX9" fmla="*/ 350396 w 1598829"/>
                <a:gd name="connsiteY9" fmla="*/ 172724 h 172724"/>
                <a:gd name="connsiteX10" fmla="*/ 224778 w 1598829"/>
                <a:gd name="connsiteY10" fmla="*/ 92492 h 172724"/>
                <a:gd name="connsiteX11" fmla="*/ 125833 w 1598829"/>
                <a:gd name="connsiteY11" fmla="*/ 29253 h 172724"/>
                <a:gd name="connsiteX12" fmla="*/ 26887 w 1598829"/>
                <a:gd name="connsiteY12" fmla="*/ 92492 h 172724"/>
                <a:gd name="connsiteX13" fmla="*/ 0 w 1598829"/>
                <a:gd name="connsiteY13" fmla="*/ 80232 h 172724"/>
                <a:gd name="connsiteX14" fmla="*/ 125618 w 1598829"/>
                <a:gd name="connsiteY14" fmla="*/ 0 h 172724"/>
                <a:gd name="connsiteX15" fmla="*/ 251235 w 1598829"/>
                <a:gd name="connsiteY15" fmla="*/ 80232 h 172724"/>
                <a:gd name="connsiteX16" fmla="*/ 350181 w 1598829"/>
                <a:gd name="connsiteY16" fmla="*/ 143471 h 172724"/>
                <a:gd name="connsiteX17" fmla="*/ 449126 w 1598829"/>
                <a:gd name="connsiteY17" fmla="*/ 80232 h 172724"/>
                <a:gd name="connsiteX18" fmla="*/ 574744 w 1598829"/>
                <a:gd name="connsiteY18" fmla="*/ 0 h 172724"/>
                <a:gd name="connsiteX19" fmla="*/ 700362 w 1598829"/>
                <a:gd name="connsiteY19" fmla="*/ 80232 h 172724"/>
                <a:gd name="connsiteX20" fmla="*/ 799307 w 1598829"/>
                <a:gd name="connsiteY20" fmla="*/ 143471 h 172724"/>
                <a:gd name="connsiteX21" fmla="*/ 799307 w 1598829"/>
                <a:gd name="connsiteY21" fmla="*/ 143471 h 172724"/>
                <a:gd name="connsiteX22" fmla="*/ 898253 w 1598829"/>
                <a:gd name="connsiteY22" fmla="*/ 80232 h 172724"/>
                <a:gd name="connsiteX23" fmla="*/ 1024085 w 1598829"/>
                <a:gd name="connsiteY23" fmla="*/ 0 h 172724"/>
                <a:gd name="connsiteX24" fmla="*/ 1149703 w 1598829"/>
                <a:gd name="connsiteY24" fmla="*/ 80232 h 172724"/>
                <a:gd name="connsiteX25" fmla="*/ 1248648 w 1598829"/>
                <a:gd name="connsiteY25" fmla="*/ 143471 h 172724"/>
                <a:gd name="connsiteX26" fmla="*/ 1347594 w 1598829"/>
                <a:gd name="connsiteY26" fmla="*/ 80232 h 172724"/>
                <a:gd name="connsiteX27" fmla="*/ 1473212 w 1598829"/>
                <a:gd name="connsiteY27" fmla="*/ 0 h 172724"/>
                <a:gd name="connsiteX28" fmla="*/ 1598829 w 1598829"/>
                <a:gd name="connsiteY28" fmla="*/ 80232 h 172724"/>
                <a:gd name="connsiteX29" fmla="*/ 1572157 w 1598829"/>
                <a:gd name="connsiteY29" fmla="*/ 92492 h 172724"/>
                <a:gd name="connsiteX30" fmla="*/ 1473212 w 1598829"/>
                <a:gd name="connsiteY30" fmla="*/ 29253 h 172724"/>
                <a:gd name="connsiteX31" fmla="*/ 1374266 w 1598829"/>
                <a:gd name="connsiteY31" fmla="*/ 92492 h 172724"/>
                <a:gd name="connsiteX32" fmla="*/ 1248648 w 1598829"/>
                <a:gd name="connsiteY32" fmla="*/ 172724 h 1727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829" h="172724">
                  <a:moveTo>
                    <a:pt x="1248648" y="172724"/>
                  </a:moveTo>
                  <a:cubicBezTo>
                    <a:pt x="1194229" y="172724"/>
                    <a:pt x="1146046" y="141965"/>
                    <a:pt x="1123031" y="92492"/>
                  </a:cubicBezTo>
                  <a:cubicBezTo>
                    <a:pt x="1104962" y="53560"/>
                    <a:pt x="1067105" y="29253"/>
                    <a:pt x="1024085" y="29253"/>
                  </a:cubicBezTo>
                  <a:cubicBezTo>
                    <a:pt x="981066" y="29253"/>
                    <a:pt x="943208" y="53560"/>
                    <a:pt x="925140" y="92492"/>
                  </a:cubicBezTo>
                  <a:cubicBezTo>
                    <a:pt x="902124" y="141965"/>
                    <a:pt x="853942" y="172724"/>
                    <a:pt x="799522" y="172724"/>
                  </a:cubicBezTo>
                  <a:cubicBezTo>
                    <a:pt x="799522" y="172724"/>
                    <a:pt x="799522" y="172724"/>
                    <a:pt x="799522" y="172724"/>
                  </a:cubicBezTo>
                  <a:cubicBezTo>
                    <a:pt x="744887" y="172724"/>
                    <a:pt x="696920" y="141965"/>
                    <a:pt x="673905" y="92492"/>
                  </a:cubicBezTo>
                  <a:cubicBezTo>
                    <a:pt x="655836" y="53560"/>
                    <a:pt x="617979" y="29253"/>
                    <a:pt x="574959" y="29253"/>
                  </a:cubicBezTo>
                  <a:cubicBezTo>
                    <a:pt x="531939" y="29253"/>
                    <a:pt x="494082" y="53560"/>
                    <a:pt x="476014" y="92492"/>
                  </a:cubicBezTo>
                  <a:cubicBezTo>
                    <a:pt x="452998" y="141965"/>
                    <a:pt x="405031" y="172724"/>
                    <a:pt x="350396" y="172724"/>
                  </a:cubicBezTo>
                  <a:cubicBezTo>
                    <a:pt x="295976" y="172724"/>
                    <a:pt x="247794" y="141965"/>
                    <a:pt x="224778" y="92492"/>
                  </a:cubicBezTo>
                  <a:cubicBezTo>
                    <a:pt x="206710" y="53560"/>
                    <a:pt x="168853" y="29253"/>
                    <a:pt x="125833" y="29253"/>
                  </a:cubicBezTo>
                  <a:cubicBezTo>
                    <a:pt x="82813" y="29253"/>
                    <a:pt x="44956" y="53560"/>
                    <a:pt x="26887" y="92492"/>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483" y="30759"/>
                    <a:pt x="969450" y="0"/>
                    <a:pt x="1024085" y="0"/>
                  </a:cubicBezTo>
                  <a:cubicBezTo>
                    <a:pt x="1078720" y="0"/>
                    <a:pt x="1126688" y="30759"/>
                    <a:pt x="1149703" y="80232"/>
                  </a:cubicBezTo>
                  <a:cubicBezTo>
                    <a:pt x="1167771" y="119165"/>
                    <a:pt x="1205629" y="143471"/>
                    <a:pt x="1248648" y="143471"/>
                  </a:cubicBezTo>
                  <a:cubicBezTo>
                    <a:pt x="1291668" y="143471"/>
                    <a:pt x="1329526" y="119165"/>
                    <a:pt x="1347594" y="80232"/>
                  </a:cubicBezTo>
                  <a:cubicBezTo>
                    <a:pt x="1370610" y="30759"/>
                    <a:pt x="1418792" y="0"/>
                    <a:pt x="1473212" y="0"/>
                  </a:cubicBezTo>
                  <a:cubicBezTo>
                    <a:pt x="1527847" y="0"/>
                    <a:pt x="1576029" y="30759"/>
                    <a:pt x="1598829" y="80232"/>
                  </a:cubicBezTo>
                  <a:lnTo>
                    <a:pt x="1572157" y="92492"/>
                  </a:lnTo>
                  <a:cubicBezTo>
                    <a:pt x="1554089" y="53560"/>
                    <a:pt x="1516016" y="29253"/>
                    <a:pt x="1473212" y="29253"/>
                  </a:cubicBezTo>
                  <a:cubicBezTo>
                    <a:pt x="1430192" y="29253"/>
                    <a:pt x="1392335" y="53560"/>
                    <a:pt x="1374266" y="92492"/>
                  </a:cubicBezTo>
                  <a:cubicBezTo>
                    <a:pt x="1351251" y="141965"/>
                    <a:pt x="1303069" y="172724"/>
                    <a:pt x="1248648" y="172724"/>
                  </a:cubicBezTo>
                  <a:close/>
                </a:path>
              </a:pathLst>
            </a:custGeom>
            <a:grpFill/>
            <a:ln w="21496" cap="flat">
              <a:noFill/>
              <a:prstDash val="solid"/>
              <a:miter/>
            </a:ln>
          </p:spPr>
          <p:txBody>
            <a:bodyPr rtlCol="0" anchor="ctr"/>
            <a:lstStyle/>
            <a:p>
              <a:endParaRPr lang="en-US"/>
            </a:p>
          </p:txBody>
        </p:sp>
      </p:grpSp>
      <p:sp>
        <p:nvSpPr>
          <p:cNvPr id="24" name="Oval 23">
            <a:extLst>
              <a:ext uri="{FF2B5EF4-FFF2-40B4-BE49-F238E27FC236}">
                <a16:creationId xmlns:a16="http://schemas.microsoft.com/office/drawing/2014/main" id="{C10FB9CA-E7FA-462C-B537-F1224ED1ACF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6" name="Oval 25">
            <a:extLst>
              <a:ext uri="{FF2B5EF4-FFF2-40B4-BE49-F238E27FC236}">
                <a16:creationId xmlns:a16="http://schemas.microsoft.com/office/drawing/2014/main" id="{D8469AE7-A75B-4F37-850B-EF5974ABED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28" name="Graphic 4">
            <a:extLst>
              <a:ext uri="{FF2B5EF4-FFF2-40B4-BE49-F238E27FC236}">
                <a16:creationId xmlns:a16="http://schemas.microsoft.com/office/drawing/2014/main" id="{63301095-70B2-49AA-8DA9-A35629AD621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8597506" y="4175798"/>
            <a:ext cx="1861486" cy="1861665"/>
            <a:chOff x="5734053" y="3067000"/>
            <a:chExt cx="724484" cy="724549"/>
          </a:xfrm>
          <a:solidFill>
            <a:schemeClr val="bg1"/>
          </a:solidFill>
        </p:grpSpPr>
        <p:sp>
          <p:nvSpPr>
            <p:cNvPr id="29" name="Freeform: Shape 28">
              <a:extLst>
                <a:ext uri="{FF2B5EF4-FFF2-40B4-BE49-F238E27FC236}">
                  <a16:creationId xmlns:a16="http://schemas.microsoft.com/office/drawing/2014/main" id="{D218E08C-0BEA-45C2-8C09-4141DDDA001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067000"/>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232F6090-14E0-44C6-B9FC-C91047BCDC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FDB9402B-335C-4892-9E7C-C400E95BE0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E7A4371D-4448-409A-93F3-0C92E3EBDCF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780149CB-4B8F-4FD1-AC5E-25670C9EA0A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92D49A1A-35B0-4620-9D1E-A782A0E978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AFF46F08-B1E4-44C1-BD4A-4191D6EAD9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6" name="Freeform: Shape 35">
              <a:extLst>
                <a:ext uri="{FF2B5EF4-FFF2-40B4-BE49-F238E27FC236}">
                  <a16:creationId xmlns:a16="http://schemas.microsoft.com/office/drawing/2014/main" id="{8DB16610-3D81-4E5C-850D-5D1245C0DC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26244"/>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7" name="Freeform: Shape 36">
              <a:extLst>
                <a:ext uri="{FF2B5EF4-FFF2-40B4-BE49-F238E27FC236}">
                  <a16:creationId xmlns:a16="http://schemas.microsoft.com/office/drawing/2014/main" id="{E05501B2-83AC-4299-BE5A-8CA16B4089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26242"/>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8" name="Freeform: Shape 37">
              <a:extLst>
                <a:ext uri="{FF2B5EF4-FFF2-40B4-BE49-F238E27FC236}">
                  <a16:creationId xmlns:a16="http://schemas.microsoft.com/office/drawing/2014/main" id="{07CF1B90-3B3A-403E-A94F-8B82945D07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9" name="Freeform: Shape 38">
              <a:extLst>
                <a:ext uri="{FF2B5EF4-FFF2-40B4-BE49-F238E27FC236}">
                  <a16:creationId xmlns:a16="http://schemas.microsoft.com/office/drawing/2014/main" id="{56A1CBA9-4AC1-4C42-9429-3FF31DF282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0" name="Freeform: Shape 39">
              <a:extLst>
                <a:ext uri="{FF2B5EF4-FFF2-40B4-BE49-F238E27FC236}">
                  <a16:creationId xmlns:a16="http://schemas.microsoft.com/office/drawing/2014/main" id="{21318D9B-FD39-402A-ADFA-0E6CC789A7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1" name="Freeform: Shape 40">
              <a:extLst>
                <a:ext uri="{FF2B5EF4-FFF2-40B4-BE49-F238E27FC236}">
                  <a16:creationId xmlns:a16="http://schemas.microsoft.com/office/drawing/2014/main" id="{333FB08F-B346-47C0-A7CD-1DE53E6C0D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126244"/>
              <a:ext cx="14097" cy="14097"/>
            </a:xfrm>
            <a:custGeom>
              <a:avLst/>
              <a:gdLst>
                <a:gd name="connsiteX0" fmla="*/ 14097 w 14097"/>
                <a:gd name="connsiteY0" fmla="*/ 7049 h 14097"/>
                <a:gd name="connsiteX1" fmla="*/ 7048 w 14097"/>
                <a:gd name="connsiteY1" fmla="*/ 14097 h 14097"/>
                <a:gd name="connsiteX2" fmla="*/ 0 w 14097"/>
                <a:gd name="connsiteY2" fmla="*/ 7049 h 14097"/>
                <a:gd name="connsiteX3" fmla="*/ 7048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42" name="Freeform: Shape 41">
              <a:extLst>
                <a:ext uri="{FF2B5EF4-FFF2-40B4-BE49-F238E27FC236}">
                  <a16:creationId xmlns:a16="http://schemas.microsoft.com/office/drawing/2014/main" id="{893AD6F2-6408-4A8E-9749-CB7388EF3D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3" name="Freeform: Shape 42">
              <a:extLst>
                <a:ext uri="{FF2B5EF4-FFF2-40B4-BE49-F238E27FC236}">
                  <a16:creationId xmlns:a16="http://schemas.microsoft.com/office/drawing/2014/main" id="{715D9D2F-1568-4BE3-A54A-69F52492B0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85393"/>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9AB547A7-0D80-491F-98B4-C6B7CC4FC4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7E2693CD-DAF5-4B26-9A2F-17673BF318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A96EEE12-952A-4693-B161-D7071D6010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F4228DCC-1611-4BDC-90AA-231F67EB11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A163C3C-D3DF-461F-B6A8-90C7C227D1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4D021D29-2980-41C3-AB83-DA93C105BCE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AC09C1FA-1A9D-49A7-9D73-8B777140A30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244637"/>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1" name="Freeform: Shape 50">
              <a:extLst>
                <a:ext uri="{FF2B5EF4-FFF2-40B4-BE49-F238E27FC236}">
                  <a16:creationId xmlns:a16="http://schemas.microsoft.com/office/drawing/2014/main" id="{0B8D8CD4-7B9B-48A5-BC59-0CB859354F7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24463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2" name="Freeform: Shape 51">
              <a:extLst>
                <a:ext uri="{FF2B5EF4-FFF2-40B4-BE49-F238E27FC236}">
                  <a16:creationId xmlns:a16="http://schemas.microsoft.com/office/drawing/2014/main" id="{224D0A27-A8B0-4020-9399-24127726E6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3" name="Freeform: Shape 52">
              <a:extLst>
                <a:ext uri="{FF2B5EF4-FFF2-40B4-BE49-F238E27FC236}">
                  <a16:creationId xmlns:a16="http://schemas.microsoft.com/office/drawing/2014/main" id="{168E8EBA-9F8C-4650-B9BE-38A0A56BCF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4" name="Freeform: Shape 53">
              <a:extLst>
                <a:ext uri="{FF2B5EF4-FFF2-40B4-BE49-F238E27FC236}">
                  <a16:creationId xmlns:a16="http://schemas.microsoft.com/office/drawing/2014/main" id="{6A460BB3-2605-4AA2-AE1D-B9FB61EBF2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5" name="Freeform: Shape 54">
              <a:extLst>
                <a:ext uri="{FF2B5EF4-FFF2-40B4-BE49-F238E27FC236}">
                  <a16:creationId xmlns:a16="http://schemas.microsoft.com/office/drawing/2014/main" id="{1E2E38EE-DBBE-4CC1-9498-E7193E1B28B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244637"/>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6" name="Freeform: Shape 55">
              <a:extLst>
                <a:ext uri="{FF2B5EF4-FFF2-40B4-BE49-F238E27FC236}">
                  <a16:creationId xmlns:a16="http://schemas.microsoft.com/office/drawing/2014/main" id="{BF191D5C-7D2A-4408-A8F2-389D2360F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08F7193B-B379-4921-9F17-1841D50611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03786"/>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8" name="Freeform: Shape 57">
              <a:extLst>
                <a:ext uri="{FF2B5EF4-FFF2-40B4-BE49-F238E27FC236}">
                  <a16:creationId xmlns:a16="http://schemas.microsoft.com/office/drawing/2014/main" id="{B4C5E53C-6003-4F74-B1CA-C7EA1E49930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9" name="Freeform: Shape 58">
              <a:extLst>
                <a:ext uri="{FF2B5EF4-FFF2-40B4-BE49-F238E27FC236}">
                  <a16:creationId xmlns:a16="http://schemas.microsoft.com/office/drawing/2014/main" id="{CB97B2B1-1CF5-46A5-940D-AB8F57F590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0" name="Freeform: Shape 59">
              <a:extLst>
                <a:ext uri="{FF2B5EF4-FFF2-40B4-BE49-F238E27FC236}">
                  <a16:creationId xmlns:a16="http://schemas.microsoft.com/office/drawing/2014/main" id="{0783F4F1-D8CE-4453-B79B-AD976E272C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06A7A4C9-F24F-4F00-A2FA-29E788A091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EB694A32-59D6-46E3-8CE4-E4C485C2CB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03786"/>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983EBB4C-28FF-41C6-90D6-5F30FC0868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0707659D-8AE9-49B5-AB29-ECC099F495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63031"/>
              <a:ext cx="14192" cy="14097"/>
            </a:xfrm>
            <a:custGeom>
              <a:avLst/>
              <a:gdLst>
                <a:gd name="connsiteX0" fmla="*/ 14192 w 14192"/>
                <a:gd name="connsiteY0" fmla="*/ 7048 h 14097"/>
                <a:gd name="connsiteX1" fmla="*/ 7144 w 14192"/>
                <a:gd name="connsiteY1" fmla="*/ 14097 h 14097"/>
                <a:gd name="connsiteX2" fmla="*/ 0 w 14192"/>
                <a:gd name="connsiteY2" fmla="*/ 7048 h 14097"/>
                <a:gd name="connsiteX3" fmla="*/ 7049 w 14192"/>
                <a:gd name="connsiteY3" fmla="*/ 0 h 14097"/>
                <a:gd name="connsiteX4" fmla="*/ 14192 w 14192"/>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5C987ECC-9573-46EA-9C4A-7C3CAE39380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63029"/>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4DAF6708-18C2-4082-B024-6CEA32AE01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7" name="Freeform: Shape 66">
              <a:extLst>
                <a:ext uri="{FF2B5EF4-FFF2-40B4-BE49-F238E27FC236}">
                  <a16:creationId xmlns:a16="http://schemas.microsoft.com/office/drawing/2014/main" id="{72CBB5AE-39E2-4D9B-A834-64D31B00327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8" name="Freeform: Shape 67">
              <a:extLst>
                <a:ext uri="{FF2B5EF4-FFF2-40B4-BE49-F238E27FC236}">
                  <a16:creationId xmlns:a16="http://schemas.microsoft.com/office/drawing/2014/main" id="{4592DE98-77BF-4E8E-AEB4-1934207BAE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9" name="Freeform: Shape 68">
              <a:extLst>
                <a:ext uri="{FF2B5EF4-FFF2-40B4-BE49-F238E27FC236}">
                  <a16:creationId xmlns:a16="http://schemas.microsoft.com/office/drawing/2014/main" id="{5AF5D9A0-BA94-4D2B-8479-26C55355B6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63031"/>
              <a:ext cx="14097" cy="14097"/>
            </a:xfrm>
            <a:custGeom>
              <a:avLst/>
              <a:gdLst>
                <a:gd name="connsiteX0" fmla="*/ 14097 w 14097"/>
                <a:gd name="connsiteY0" fmla="*/ 7048 h 14097"/>
                <a:gd name="connsiteX1" fmla="*/ 7048 w 14097"/>
                <a:gd name="connsiteY1" fmla="*/ 14097 h 14097"/>
                <a:gd name="connsiteX2" fmla="*/ 0 w 14097"/>
                <a:gd name="connsiteY2" fmla="*/ 7048 h 14097"/>
                <a:gd name="connsiteX3" fmla="*/ 7048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0" name="Freeform: Shape 69">
              <a:extLst>
                <a:ext uri="{FF2B5EF4-FFF2-40B4-BE49-F238E27FC236}">
                  <a16:creationId xmlns:a16="http://schemas.microsoft.com/office/drawing/2014/main" id="{2CAA6A8E-7ACF-4EF7-AAD6-734A009DCF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71" name="Freeform: Shape 70">
              <a:extLst>
                <a:ext uri="{FF2B5EF4-FFF2-40B4-BE49-F238E27FC236}">
                  <a16:creationId xmlns:a16="http://schemas.microsoft.com/office/drawing/2014/main" id="{D3DD3695-F212-4BAD-BBB3-EC1F624740B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22181"/>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72" name="Freeform: Shape 71">
              <a:extLst>
                <a:ext uri="{FF2B5EF4-FFF2-40B4-BE49-F238E27FC236}">
                  <a16:creationId xmlns:a16="http://schemas.microsoft.com/office/drawing/2014/main" id="{AB1B3ECB-7594-4C5C-B62B-E686C0A89E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221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3" name="Freeform: Shape 72">
              <a:extLst>
                <a:ext uri="{FF2B5EF4-FFF2-40B4-BE49-F238E27FC236}">
                  <a16:creationId xmlns:a16="http://schemas.microsoft.com/office/drawing/2014/main" id="{5EE54C3C-D9E5-4782-B8F6-058EB2D63E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4" name="Freeform: Shape 73">
              <a:extLst>
                <a:ext uri="{FF2B5EF4-FFF2-40B4-BE49-F238E27FC236}">
                  <a16:creationId xmlns:a16="http://schemas.microsoft.com/office/drawing/2014/main" id="{EAE78EEE-DC43-44E1-AB47-ACB80F94B1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5" name="Freeform: Shape 74">
              <a:extLst>
                <a:ext uri="{FF2B5EF4-FFF2-40B4-BE49-F238E27FC236}">
                  <a16:creationId xmlns:a16="http://schemas.microsoft.com/office/drawing/2014/main" id="{847D67EF-1141-4582-866E-FE02FB2360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6" name="Freeform: Shape 75">
              <a:extLst>
                <a:ext uri="{FF2B5EF4-FFF2-40B4-BE49-F238E27FC236}">
                  <a16:creationId xmlns:a16="http://schemas.microsoft.com/office/drawing/2014/main" id="{99ECC931-60A1-4628-A34B-4B68DA3CC26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422181"/>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7" name="Freeform: Shape 76">
              <a:extLst>
                <a:ext uri="{FF2B5EF4-FFF2-40B4-BE49-F238E27FC236}">
                  <a16:creationId xmlns:a16="http://schemas.microsoft.com/office/drawing/2014/main" id="{A587D2BE-3417-44AE-BEEF-57F88CECB4D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8" name="Freeform: Shape 77">
              <a:extLst>
                <a:ext uri="{FF2B5EF4-FFF2-40B4-BE49-F238E27FC236}">
                  <a16:creationId xmlns:a16="http://schemas.microsoft.com/office/drawing/2014/main" id="{FCEB2ED3-A08D-4286-B75D-893289F3F3D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6953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9" y="14097"/>
                  </a:cubicBezTo>
                  <a:cubicBezTo>
                    <a:pt x="3143" y="14097"/>
                    <a:pt x="0" y="10954"/>
                    <a:pt x="0" y="7049"/>
                  </a:cubicBezTo>
                  <a:cubicBezTo>
                    <a:pt x="0" y="3143"/>
                    <a:pt x="3048" y="0"/>
                    <a:pt x="6953"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79" name="Freeform: Shape 78">
              <a:extLst>
                <a:ext uri="{FF2B5EF4-FFF2-40B4-BE49-F238E27FC236}">
                  <a16:creationId xmlns:a16="http://schemas.microsoft.com/office/drawing/2014/main" id="{7C7DB7BB-8173-4377-85B0-032B7BDAB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80" name="Freeform: Shape 79">
              <a:extLst>
                <a:ext uri="{FF2B5EF4-FFF2-40B4-BE49-F238E27FC236}">
                  <a16:creationId xmlns:a16="http://schemas.microsoft.com/office/drawing/2014/main" id="{93EF69B4-3F48-4509-8BF8-926E23BC1D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067000"/>
              <a:ext cx="14096" cy="14097"/>
            </a:xfrm>
            <a:custGeom>
              <a:avLst/>
              <a:gdLst>
                <a:gd name="connsiteX0" fmla="*/ 14097 w 14096"/>
                <a:gd name="connsiteY0" fmla="*/ 7049 h 14097"/>
                <a:gd name="connsiteX1" fmla="*/ 7049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9" y="14097"/>
                  </a:cubicBezTo>
                  <a:cubicBezTo>
                    <a:pt x="3143" y="14097"/>
                    <a:pt x="0" y="10954"/>
                    <a:pt x="0" y="7049"/>
                  </a:cubicBezTo>
                  <a:cubicBezTo>
                    <a:pt x="0" y="3143"/>
                    <a:pt x="3048" y="0"/>
                    <a:pt x="6953"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81" name="Freeform: Shape 80">
              <a:extLst>
                <a:ext uri="{FF2B5EF4-FFF2-40B4-BE49-F238E27FC236}">
                  <a16:creationId xmlns:a16="http://schemas.microsoft.com/office/drawing/2014/main" id="{C1A86650-1EF5-46E3-885D-96985105A8B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82" name="Freeform: Shape 81">
              <a:extLst>
                <a:ext uri="{FF2B5EF4-FFF2-40B4-BE49-F238E27FC236}">
                  <a16:creationId xmlns:a16="http://schemas.microsoft.com/office/drawing/2014/main" id="{47EBBDE2-BD90-481F-A671-34E2186FB0E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048" y="0"/>
                    <a:pt x="6953"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83" name="Freeform: Shape 82">
              <a:extLst>
                <a:ext uri="{FF2B5EF4-FFF2-40B4-BE49-F238E27FC236}">
                  <a16:creationId xmlns:a16="http://schemas.microsoft.com/office/drawing/2014/main" id="{87DAF1CB-838D-4C5C-8FB7-76BF677FEB0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84" name="Freeform: Shape 83">
              <a:extLst>
                <a:ext uri="{FF2B5EF4-FFF2-40B4-BE49-F238E27FC236}">
                  <a16:creationId xmlns:a16="http://schemas.microsoft.com/office/drawing/2014/main" id="{64573DA8-D2F3-4644-AC79-83843615C43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26241"/>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5" name="Freeform: Shape 84">
              <a:extLst>
                <a:ext uri="{FF2B5EF4-FFF2-40B4-BE49-F238E27FC236}">
                  <a16:creationId xmlns:a16="http://schemas.microsoft.com/office/drawing/2014/main" id="{41AB53B8-0D5C-44BD-A2A9-ABBF659E1F9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6" name="Freeform: Shape 85">
              <a:extLst>
                <a:ext uri="{FF2B5EF4-FFF2-40B4-BE49-F238E27FC236}">
                  <a16:creationId xmlns:a16="http://schemas.microsoft.com/office/drawing/2014/main" id="{29B7FA60-B453-4877-8D47-CA1209DF91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26241"/>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87" name="Freeform: Shape 86">
              <a:extLst>
                <a:ext uri="{FF2B5EF4-FFF2-40B4-BE49-F238E27FC236}">
                  <a16:creationId xmlns:a16="http://schemas.microsoft.com/office/drawing/2014/main" id="{7A6D2414-BCCC-40E8-B990-47642EFE96E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8" name="Freeform: Shape 87">
              <a:extLst>
                <a:ext uri="{FF2B5EF4-FFF2-40B4-BE49-F238E27FC236}">
                  <a16:creationId xmlns:a16="http://schemas.microsoft.com/office/drawing/2014/main" id="{B0F37C2B-B7E6-420D-AD39-3AE4A2FBE9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2624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89" name="Freeform: Shape 88">
              <a:extLst>
                <a:ext uri="{FF2B5EF4-FFF2-40B4-BE49-F238E27FC236}">
                  <a16:creationId xmlns:a16="http://schemas.microsoft.com/office/drawing/2014/main" id="{F6417E45-D7FC-40B8-AD49-941B28D18C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26242"/>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90" name="Freeform: Shape 89">
              <a:extLst>
                <a:ext uri="{FF2B5EF4-FFF2-40B4-BE49-F238E27FC236}">
                  <a16:creationId xmlns:a16="http://schemas.microsoft.com/office/drawing/2014/main" id="{2A8D1963-0C59-476C-AAFA-A7AF4FF508F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8539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1" name="Freeform: Shape 90">
              <a:extLst>
                <a:ext uri="{FF2B5EF4-FFF2-40B4-BE49-F238E27FC236}">
                  <a16:creationId xmlns:a16="http://schemas.microsoft.com/office/drawing/2014/main" id="{6BE777A9-EC29-46FC-AD21-AC7FD89B13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2" name="Freeform: Shape 91">
              <a:extLst>
                <a:ext uri="{FF2B5EF4-FFF2-40B4-BE49-F238E27FC236}">
                  <a16:creationId xmlns:a16="http://schemas.microsoft.com/office/drawing/2014/main" id="{C63BA1CE-93FB-42C7-8381-765E500232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8539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93" name="Freeform: Shape 92">
              <a:extLst>
                <a:ext uri="{FF2B5EF4-FFF2-40B4-BE49-F238E27FC236}">
                  <a16:creationId xmlns:a16="http://schemas.microsoft.com/office/drawing/2014/main" id="{7F30F275-ADC8-4FD1-8B4B-673B37517B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4" name="Freeform: Shape 93">
              <a:extLst>
                <a:ext uri="{FF2B5EF4-FFF2-40B4-BE49-F238E27FC236}">
                  <a16:creationId xmlns:a16="http://schemas.microsoft.com/office/drawing/2014/main" id="{DB20529C-F2DD-4607-8DEE-19A9329686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95" name="Freeform: Shape 94">
              <a:extLst>
                <a:ext uri="{FF2B5EF4-FFF2-40B4-BE49-F238E27FC236}">
                  <a16:creationId xmlns:a16="http://schemas.microsoft.com/office/drawing/2014/main" id="{B8029A9A-DFF9-49CE-8CEE-95A6695F39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85391"/>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96" name="Freeform: Shape 95">
              <a:extLst>
                <a:ext uri="{FF2B5EF4-FFF2-40B4-BE49-F238E27FC236}">
                  <a16:creationId xmlns:a16="http://schemas.microsoft.com/office/drawing/2014/main" id="{6822C2EC-B05D-4CE6-9D59-164769D0ED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244634"/>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7" name="Freeform: Shape 96">
              <a:extLst>
                <a:ext uri="{FF2B5EF4-FFF2-40B4-BE49-F238E27FC236}">
                  <a16:creationId xmlns:a16="http://schemas.microsoft.com/office/drawing/2014/main" id="{53A0760F-F576-4A97-94AF-8BBE590844E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8" name="Freeform: Shape 97">
              <a:extLst>
                <a:ext uri="{FF2B5EF4-FFF2-40B4-BE49-F238E27FC236}">
                  <a16:creationId xmlns:a16="http://schemas.microsoft.com/office/drawing/2014/main" id="{CA76721C-646A-4910-AD1A-BE6B67767C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244634"/>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99" name="Freeform: Shape 98">
              <a:extLst>
                <a:ext uri="{FF2B5EF4-FFF2-40B4-BE49-F238E27FC236}">
                  <a16:creationId xmlns:a16="http://schemas.microsoft.com/office/drawing/2014/main" id="{065D4766-CAEC-4074-A9E2-6110A12389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0" name="Freeform: Shape 99">
              <a:extLst>
                <a:ext uri="{FF2B5EF4-FFF2-40B4-BE49-F238E27FC236}">
                  <a16:creationId xmlns:a16="http://schemas.microsoft.com/office/drawing/2014/main" id="{4F1A0AC6-319D-49D8-A4FB-17A70E8E89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01" name="Freeform: Shape 100">
              <a:extLst>
                <a:ext uri="{FF2B5EF4-FFF2-40B4-BE49-F238E27FC236}">
                  <a16:creationId xmlns:a16="http://schemas.microsoft.com/office/drawing/2014/main" id="{79502B48-2B92-45BF-B9AC-1102B38078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24463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2" name="Freeform: Shape 101">
              <a:extLst>
                <a:ext uri="{FF2B5EF4-FFF2-40B4-BE49-F238E27FC236}">
                  <a16:creationId xmlns:a16="http://schemas.microsoft.com/office/drawing/2014/main" id="{6363AFA7-321F-431C-B2FD-ADCB4D24BD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3" name="Freeform: Shape 102">
              <a:extLst>
                <a:ext uri="{FF2B5EF4-FFF2-40B4-BE49-F238E27FC236}">
                  <a16:creationId xmlns:a16="http://schemas.microsoft.com/office/drawing/2014/main" id="{33EDDE1B-7379-4973-8CFD-F3C737104D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4" name="Freeform: Shape 103">
              <a:extLst>
                <a:ext uri="{FF2B5EF4-FFF2-40B4-BE49-F238E27FC236}">
                  <a16:creationId xmlns:a16="http://schemas.microsoft.com/office/drawing/2014/main" id="{1F20B58A-2DB8-46B2-9E93-9C8C817DCD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03786"/>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05" name="Freeform: Shape 104">
              <a:extLst>
                <a:ext uri="{FF2B5EF4-FFF2-40B4-BE49-F238E27FC236}">
                  <a16:creationId xmlns:a16="http://schemas.microsoft.com/office/drawing/2014/main" id="{A5A3EF12-3DA1-4505-A44B-1B96348873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6" name="Freeform: Shape 105">
              <a:extLst>
                <a:ext uri="{FF2B5EF4-FFF2-40B4-BE49-F238E27FC236}">
                  <a16:creationId xmlns:a16="http://schemas.microsoft.com/office/drawing/2014/main" id="{5B08812B-9264-47E7-8EC8-1233869F6B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07" name="Freeform: Shape 106">
              <a:extLst>
                <a:ext uri="{FF2B5EF4-FFF2-40B4-BE49-F238E27FC236}">
                  <a16:creationId xmlns:a16="http://schemas.microsoft.com/office/drawing/2014/main" id="{2A29F226-A243-410B-BEE4-EBA9DD76F8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0378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8" name="Freeform: Shape 107">
              <a:extLst>
                <a:ext uri="{FF2B5EF4-FFF2-40B4-BE49-F238E27FC236}">
                  <a16:creationId xmlns:a16="http://schemas.microsoft.com/office/drawing/2014/main" id="{9DF57348-F837-475C-A7AA-3C7210041E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63028"/>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9" name="Freeform: Shape 108">
              <a:extLst>
                <a:ext uri="{FF2B5EF4-FFF2-40B4-BE49-F238E27FC236}">
                  <a16:creationId xmlns:a16="http://schemas.microsoft.com/office/drawing/2014/main" id="{1E41B89A-9A45-4947-ADB0-9400400498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0" name="Freeform: Shape 109">
              <a:extLst>
                <a:ext uri="{FF2B5EF4-FFF2-40B4-BE49-F238E27FC236}">
                  <a16:creationId xmlns:a16="http://schemas.microsoft.com/office/drawing/2014/main" id="{6C1F1525-32BC-46E1-84E6-C2BB88730B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63028"/>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11" name="Freeform: Shape 110">
              <a:extLst>
                <a:ext uri="{FF2B5EF4-FFF2-40B4-BE49-F238E27FC236}">
                  <a16:creationId xmlns:a16="http://schemas.microsoft.com/office/drawing/2014/main" id="{C73A8972-BA44-40C6-B045-83E78C4D4A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2" name="Freeform: Shape 111">
              <a:extLst>
                <a:ext uri="{FF2B5EF4-FFF2-40B4-BE49-F238E27FC236}">
                  <a16:creationId xmlns:a16="http://schemas.microsoft.com/office/drawing/2014/main" id="{C196E956-03D1-4F79-826A-A2F5E3DEF1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6302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13" name="Freeform: Shape 112">
              <a:extLst>
                <a:ext uri="{FF2B5EF4-FFF2-40B4-BE49-F238E27FC236}">
                  <a16:creationId xmlns:a16="http://schemas.microsoft.com/office/drawing/2014/main" id="{ADA7B07B-EAC8-4FA5-B14F-3ABF8BA7A2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63029"/>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4" name="Freeform: Shape 113">
              <a:extLst>
                <a:ext uri="{FF2B5EF4-FFF2-40B4-BE49-F238E27FC236}">
                  <a16:creationId xmlns:a16="http://schemas.microsoft.com/office/drawing/2014/main" id="{93C28672-FF9E-4FE0-AC47-2FDD26CD75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422179"/>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5" name="Freeform: Shape 114">
              <a:extLst>
                <a:ext uri="{FF2B5EF4-FFF2-40B4-BE49-F238E27FC236}">
                  <a16:creationId xmlns:a16="http://schemas.microsoft.com/office/drawing/2014/main" id="{E347BAB3-EA9C-4ADD-AE5E-28F2E3C538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4221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6" name="Freeform: Shape 115">
              <a:extLst>
                <a:ext uri="{FF2B5EF4-FFF2-40B4-BE49-F238E27FC236}">
                  <a16:creationId xmlns:a16="http://schemas.microsoft.com/office/drawing/2014/main" id="{321920C4-EE31-4F03-A0D5-A280D3F4B1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422179"/>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17" name="Freeform: Shape 116">
              <a:extLst>
                <a:ext uri="{FF2B5EF4-FFF2-40B4-BE49-F238E27FC236}">
                  <a16:creationId xmlns:a16="http://schemas.microsoft.com/office/drawing/2014/main" id="{6EBB3D05-4C78-4F10-8D03-8909DBCFB3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42217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8" name="Freeform: Shape 117">
              <a:extLst>
                <a:ext uri="{FF2B5EF4-FFF2-40B4-BE49-F238E27FC236}">
                  <a16:creationId xmlns:a16="http://schemas.microsoft.com/office/drawing/2014/main" id="{FC65F531-84E4-463F-8791-EB6EDFA63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42218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19" name="Freeform: Shape 118">
              <a:extLst>
                <a:ext uri="{FF2B5EF4-FFF2-40B4-BE49-F238E27FC236}">
                  <a16:creationId xmlns:a16="http://schemas.microsoft.com/office/drawing/2014/main" id="{A63BB6A3-D482-43F2-9F5F-20E163CC441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20" name="Freeform: Shape 119">
              <a:extLst>
                <a:ext uri="{FF2B5EF4-FFF2-40B4-BE49-F238E27FC236}">
                  <a16:creationId xmlns:a16="http://schemas.microsoft.com/office/drawing/2014/main" id="{ABDCCD34-EB5D-4194-8A28-1424E98AE4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81330"/>
              <a:ext cx="14192" cy="14096"/>
            </a:xfrm>
            <a:custGeom>
              <a:avLst/>
              <a:gdLst>
                <a:gd name="connsiteX0" fmla="*/ 14192 w 14192"/>
                <a:gd name="connsiteY0" fmla="*/ 7049 h 14096"/>
                <a:gd name="connsiteX1" fmla="*/ 7144 w 14192"/>
                <a:gd name="connsiteY1" fmla="*/ 14097 h 14096"/>
                <a:gd name="connsiteX2" fmla="*/ 0 w 14192"/>
                <a:gd name="connsiteY2" fmla="*/ 7049 h 14096"/>
                <a:gd name="connsiteX3" fmla="*/ 7049 w 14192"/>
                <a:gd name="connsiteY3" fmla="*/ 0 h 14096"/>
                <a:gd name="connsiteX4" fmla="*/ 14192 w 14192"/>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9"/>
                  </a:moveTo>
                  <a:cubicBezTo>
                    <a:pt x="14192" y="10954"/>
                    <a:pt x="11049" y="14097"/>
                    <a:pt x="7144" y="14097"/>
                  </a:cubicBezTo>
                  <a:cubicBezTo>
                    <a:pt x="3239" y="14097"/>
                    <a:pt x="0" y="11049"/>
                    <a:pt x="0" y="7049"/>
                  </a:cubicBezTo>
                  <a:cubicBezTo>
                    <a:pt x="0" y="3048"/>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121" name="Freeform: Shape 120">
              <a:extLst>
                <a:ext uri="{FF2B5EF4-FFF2-40B4-BE49-F238E27FC236}">
                  <a16:creationId xmlns:a16="http://schemas.microsoft.com/office/drawing/2014/main" id="{F058544E-163D-4FFF-9A69-0B3A3F2D66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22" name="Freeform: Shape 121">
              <a:extLst>
                <a:ext uri="{FF2B5EF4-FFF2-40B4-BE49-F238E27FC236}">
                  <a16:creationId xmlns:a16="http://schemas.microsoft.com/office/drawing/2014/main" id="{11041486-0577-4F0E-8DD5-5E20E26729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3" name="Freeform: Shape 122">
              <a:extLst>
                <a:ext uri="{FF2B5EF4-FFF2-40B4-BE49-F238E27FC236}">
                  <a16:creationId xmlns:a16="http://schemas.microsoft.com/office/drawing/2014/main" id="{71D11099-C84E-43AC-9F20-92460E1708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4" name="Freeform: Shape 123">
              <a:extLst>
                <a:ext uri="{FF2B5EF4-FFF2-40B4-BE49-F238E27FC236}">
                  <a16:creationId xmlns:a16="http://schemas.microsoft.com/office/drawing/2014/main" id="{E598FB87-8AFF-4C56-9E2C-776F4641E9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5" name="Freeform: Shape 124">
              <a:extLst>
                <a:ext uri="{FF2B5EF4-FFF2-40B4-BE49-F238E27FC236}">
                  <a16:creationId xmlns:a16="http://schemas.microsoft.com/office/drawing/2014/main" id="{7701E761-16DE-4350-9718-DD81B37FB9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26" name="Freeform: Shape 125">
              <a:extLst>
                <a:ext uri="{FF2B5EF4-FFF2-40B4-BE49-F238E27FC236}">
                  <a16:creationId xmlns:a16="http://schemas.microsoft.com/office/drawing/2014/main" id="{552E747F-E415-4348-A11A-4CABCB64B5F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7" name="Freeform: Shape 126">
              <a:extLst>
                <a:ext uri="{FF2B5EF4-FFF2-40B4-BE49-F238E27FC236}">
                  <a16:creationId xmlns:a16="http://schemas.microsoft.com/office/drawing/2014/main" id="{C6472F13-E6DE-4469-9563-F478261B6E6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4057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28" name="Freeform: Shape 127">
              <a:extLst>
                <a:ext uri="{FF2B5EF4-FFF2-40B4-BE49-F238E27FC236}">
                  <a16:creationId xmlns:a16="http://schemas.microsoft.com/office/drawing/2014/main" id="{5C72FE15-910B-4622-A14C-AFA2DFCC02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29" name="Freeform: Shape 128">
              <a:extLst>
                <a:ext uri="{FF2B5EF4-FFF2-40B4-BE49-F238E27FC236}">
                  <a16:creationId xmlns:a16="http://schemas.microsoft.com/office/drawing/2014/main" id="{BAB8F759-DEFA-4D35-B76E-6D3034FB77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0" name="Freeform: Shape 129">
              <a:extLst>
                <a:ext uri="{FF2B5EF4-FFF2-40B4-BE49-F238E27FC236}">
                  <a16:creationId xmlns:a16="http://schemas.microsoft.com/office/drawing/2014/main" id="{A1BBCEBD-DCE2-4354-B878-49ABEC367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1" name="Freeform: Shape 130">
              <a:extLst>
                <a:ext uri="{FF2B5EF4-FFF2-40B4-BE49-F238E27FC236}">
                  <a16:creationId xmlns:a16="http://schemas.microsoft.com/office/drawing/2014/main" id="{2CBB3A18-0021-403F-8E24-8805829B42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2" name="Freeform: Shape 131">
              <a:extLst>
                <a:ext uri="{FF2B5EF4-FFF2-40B4-BE49-F238E27FC236}">
                  <a16:creationId xmlns:a16="http://schemas.microsoft.com/office/drawing/2014/main" id="{8FDF7AAC-1EC6-4409-90AB-DBB984883D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33" name="Freeform: Shape 132">
              <a:extLst>
                <a:ext uri="{FF2B5EF4-FFF2-40B4-BE49-F238E27FC236}">
                  <a16:creationId xmlns:a16="http://schemas.microsoft.com/office/drawing/2014/main" id="{5B9999E8-7D25-4049-8328-685B556DC6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4" name="Freeform: Shape 133">
              <a:extLst>
                <a:ext uri="{FF2B5EF4-FFF2-40B4-BE49-F238E27FC236}">
                  <a16:creationId xmlns:a16="http://schemas.microsoft.com/office/drawing/2014/main" id="{E77FC8A9-DEAE-424D-B460-12E0F3268DC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9972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35" name="Freeform: Shape 134">
              <a:extLst>
                <a:ext uri="{FF2B5EF4-FFF2-40B4-BE49-F238E27FC236}">
                  <a16:creationId xmlns:a16="http://schemas.microsoft.com/office/drawing/2014/main" id="{54F9C69A-0DCF-444A-B970-32B4120483D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99725"/>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6" name="Freeform: Shape 135">
              <a:extLst>
                <a:ext uri="{FF2B5EF4-FFF2-40B4-BE49-F238E27FC236}">
                  <a16:creationId xmlns:a16="http://schemas.microsoft.com/office/drawing/2014/main" id="{8BD94DDA-54FF-48EE-9DAC-C0EA6F91D4A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7" name="Freeform: Shape 136">
              <a:extLst>
                <a:ext uri="{FF2B5EF4-FFF2-40B4-BE49-F238E27FC236}">
                  <a16:creationId xmlns:a16="http://schemas.microsoft.com/office/drawing/2014/main" id="{E18A6989-0132-4CB7-BB68-EEBC4E0806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8" name="Freeform: Shape 137">
              <a:extLst>
                <a:ext uri="{FF2B5EF4-FFF2-40B4-BE49-F238E27FC236}">
                  <a16:creationId xmlns:a16="http://schemas.microsoft.com/office/drawing/2014/main" id="{A1357332-D19F-4C2B-B474-21D5539B90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9" name="Freeform: Shape 138">
              <a:extLst>
                <a:ext uri="{FF2B5EF4-FFF2-40B4-BE49-F238E27FC236}">
                  <a16:creationId xmlns:a16="http://schemas.microsoft.com/office/drawing/2014/main" id="{295C7590-8B80-428C-95A9-638B265425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599725"/>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0" name="Freeform: Shape 139">
              <a:extLst>
                <a:ext uri="{FF2B5EF4-FFF2-40B4-BE49-F238E27FC236}">
                  <a16:creationId xmlns:a16="http://schemas.microsoft.com/office/drawing/2014/main" id="{CA0E8A31-7520-4726-9D96-43BA87407E0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1" name="Freeform: Shape 140">
              <a:extLst>
                <a:ext uri="{FF2B5EF4-FFF2-40B4-BE49-F238E27FC236}">
                  <a16:creationId xmlns:a16="http://schemas.microsoft.com/office/drawing/2014/main" id="{9407EEE0-5D8E-4CCC-A91B-0CB523227CF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3" y="365896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2" name="Freeform: Shape 141">
              <a:extLst>
                <a:ext uri="{FF2B5EF4-FFF2-40B4-BE49-F238E27FC236}">
                  <a16:creationId xmlns:a16="http://schemas.microsoft.com/office/drawing/2014/main" id="{3799DFCC-868B-4257-B530-8E8D616CC5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99" y="365896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3" name="Freeform: Shape 142">
              <a:extLst>
                <a:ext uri="{FF2B5EF4-FFF2-40B4-BE49-F238E27FC236}">
                  <a16:creationId xmlns:a16="http://schemas.microsoft.com/office/drawing/2014/main" id="{F7F5EEB5-FE82-45A8-97C4-88460ABAFB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49"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4" name="Freeform: Shape 143">
              <a:extLst>
                <a:ext uri="{FF2B5EF4-FFF2-40B4-BE49-F238E27FC236}">
                  <a16:creationId xmlns:a16="http://schemas.microsoft.com/office/drawing/2014/main" id="{CD76E4C7-EB07-499D-9BC3-FF39C8B613F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5" name="Freeform: Shape 144">
              <a:extLst>
                <a:ext uri="{FF2B5EF4-FFF2-40B4-BE49-F238E27FC236}">
                  <a16:creationId xmlns:a16="http://schemas.microsoft.com/office/drawing/2014/main" id="{86EFDF8D-E5F7-4EB8-B8DA-3CC7E21D88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6" name="Freeform: Shape 145">
              <a:extLst>
                <a:ext uri="{FF2B5EF4-FFF2-40B4-BE49-F238E27FC236}">
                  <a16:creationId xmlns:a16="http://schemas.microsoft.com/office/drawing/2014/main" id="{2CA6506B-EACA-4FB2-81AB-E028F44786F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0" y="365896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7" name="Freeform: Shape 146">
              <a:extLst>
                <a:ext uri="{FF2B5EF4-FFF2-40B4-BE49-F238E27FC236}">
                  <a16:creationId xmlns:a16="http://schemas.microsoft.com/office/drawing/2014/main" id="{193E4771-2787-4901-93D8-7E90F3F479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8" name="Freeform: Shape 147">
              <a:extLst>
                <a:ext uri="{FF2B5EF4-FFF2-40B4-BE49-F238E27FC236}">
                  <a16:creationId xmlns:a16="http://schemas.microsoft.com/office/drawing/2014/main" id="{0EA31773-15F1-4605-8787-6891ABB2118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71811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9" name="Freeform: Shape 148">
              <a:extLst>
                <a:ext uri="{FF2B5EF4-FFF2-40B4-BE49-F238E27FC236}">
                  <a16:creationId xmlns:a16="http://schemas.microsoft.com/office/drawing/2014/main" id="{1302C213-2CD5-4168-9534-111E6E81A8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71811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0" name="Freeform: Shape 149">
              <a:extLst>
                <a:ext uri="{FF2B5EF4-FFF2-40B4-BE49-F238E27FC236}">
                  <a16:creationId xmlns:a16="http://schemas.microsoft.com/office/drawing/2014/main" id="{B9B36C24-2336-41FD-BAC4-6CD69DFD55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1" name="Freeform: Shape 150">
              <a:extLst>
                <a:ext uri="{FF2B5EF4-FFF2-40B4-BE49-F238E27FC236}">
                  <a16:creationId xmlns:a16="http://schemas.microsoft.com/office/drawing/2014/main" id="{CA3AFAFE-D376-4A7B-928B-833531472D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2" name="Freeform: Shape 151">
              <a:extLst>
                <a:ext uri="{FF2B5EF4-FFF2-40B4-BE49-F238E27FC236}">
                  <a16:creationId xmlns:a16="http://schemas.microsoft.com/office/drawing/2014/main" id="{7C685A00-A4F7-4250-BAAA-70978DADE4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3" name="Freeform: Shape 152">
              <a:extLst>
                <a:ext uri="{FF2B5EF4-FFF2-40B4-BE49-F238E27FC236}">
                  <a16:creationId xmlns:a16="http://schemas.microsoft.com/office/drawing/2014/main" id="{E52682F3-EDD5-4BDC-BB19-A4540873A8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71811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4" name="Freeform: Shape 153">
              <a:extLst>
                <a:ext uri="{FF2B5EF4-FFF2-40B4-BE49-F238E27FC236}">
                  <a16:creationId xmlns:a16="http://schemas.microsoft.com/office/drawing/2014/main" id="{2C5E1880-CFBA-4547-9C23-6D2C433048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5" name="Freeform: Shape 154">
              <a:extLst>
                <a:ext uri="{FF2B5EF4-FFF2-40B4-BE49-F238E27FC236}">
                  <a16:creationId xmlns:a16="http://schemas.microsoft.com/office/drawing/2014/main" id="{439AAF4F-2AAD-4A02-A7FA-FE28D52869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7" y="3777362"/>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56" name="Freeform: Shape 155">
              <a:extLst>
                <a:ext uri="{FF2B5EF4-FFF2-40B4-BE49-F238E27FC236}">
                  <a16:creationId xmlns:a16="http://schemas.microsoft.com/office/drawing/2014/main" id="{05614144-9309-41ED-8E05-839A6EEFF8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1"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57" name="Freeform: Shape 156">
              <a:extLst>
                <a:ext uri="{FF2B5EF4-FFF2-40B4-BE49-F238E27FC236}">
                  <a16:creationId xmlns:a16="http://schemas.microsoft.com/office/drawing/2014/main" id="{24324D6F-A81D-45F2-BA36-C53F1AB0C6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3"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8" name="Freeform: Shape 157">
              <a:extLst>
                <a:ext uri="{FF2B5EF4-FFF2-40B4-BE49-F238E27FC236}">
                  <a16:creationId xmlns:a16="http://schemas.microsoft.com/office/drawing/2014/main" id="{6B00668D-07BC-47CF-9D1E-F94EC7C56F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701"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9" name="Freeform: Shape 158">
              <a:extLst>
                <a:ext uri="{FF2B5EF4-FFF2-40B4-BE49-F238E27FC236}">
                  <a16:creationId xmlns:a16="http://schemas.microsoft.com/office/drawing/2014/main" id="{BCF78A89-29F2-4973-8463-DF3C57EFB4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54"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60" name="Freeform: Shape 159">
              <a:extLst>
                <a:ext uri="{FF2B5EF4-FFF2-40B4-BE49-F238E27FC236}">
                  <a16:creationId xmlns:a16="http://schemas.microsoft.com/office/drawing/2014/main" id="{F5BCB645-FB02-40FC-99A4-06CA3F1B28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102"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61" name="Freeform: Shape 160">
              <a:extLst>
                <a:ext uri="{FF2B5EF4-FFF2-40B4-BE49-F238E27FC236}">
                  <a16:creationId xmlns:a16="http://schemas.microsoft.com/office/drawing/2014/main" id="{F6115A3A-2FBE-4633-A426-37D05BC071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50"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62" name="Freeform: Shape 161">
              <a:extLst>
                <a:ext uri="{FF2B5EF4-FFF2-40B4-BE49-F238E27FC236}">
                  <a16:creationId xmlns:a16="http://schemas.microsoft.com/office/drawing/2014/main" id="{AEFD8D2F-B95A-4C0A-AE85-53171B29F5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481330"/>
              <a:ext cx="14097" cy="14096"/>
            </a:xfrm>
            <a:custGeom>
              <a:avLst/>
              <a:gdLst>
                <a:gd name="connsiteX0" fmla="*/ 14097 w 14097"/>
                <a:gd name="connsiteY0" fmla="*/ 7049 h 14096"/>
                <a:gd name="connsiteX1" fmla="*/ 7049 w 14097"/>
                <a:gd name="connsiteY1" fmla="*/ 14097 h 14096"/>
                <a:gd name="connsiteX2" fmla="*/ 0 w 14097"/>
                <a:gd name="connsiteY2" fmla="*/ 7049 h 14096"/>
                <a:gd name="connsiteX3" fmla="*/ 7049 w 14097"/>
                <a:gd name="connsiteY3" fmla="*/ 0 h 14096"/>
                <a:gd name="connsiteX4" fmla="*/ 14097 w 14097"/>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9"/>
                  </a:moveTo>
                  <a:cubicBezTo>
                    <a:pt x="14097" y="10954"/>
                    <a:pt x="10954" y="14097"/>
                    <a:pt x="7049" y="14097"/>
                  </a:cubicBezTo>
                  <a:cubicBezTo>
                    <a:pt x="3143" y="14097"/>
                    <a:pt x="0" y="10954"/>
                    <a:pt x="0" y="7049"/>
                  </a:cubicBezTo>
                  <a:cubicBezTo>
                    <a:pt x="0" y="3143"/>
                    <a:pt x="3143" y="0"/>
                    <a:pt x="7049"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3" name="Freeform: Shape 162">
              <a:extLst>
                <a:ext uri="{FF2B5EF4-FFF2-40B4-BE49-F238E27FC236}">
                  <a16:creationId xmlns:a16="http://schemas.microsoft.com/office/drawing/2014/main" id="{4DD4F397-1F35-4E06-8EC1-8F58C51912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4" name="Freeform: Shape 163">
              <a:extLst>
                <a:ext uri="{FF2B5EF4-FFF2-40B4-BE49-F238E27FC236}">
                  <a16:creationId xmlns:a16="http://schemas.microsoft.com/office/drawing/2014/main" id="{B031E5E0-C77D-49F7-ADF2-258D23052D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481330"/>
              <a:ext cx="14096" cy="14096"/>
            </a:xfrm>
            <a:custGeom>
              <a:avLst/>
              <a:gdLst>
                <a:gd name="connsiteX0" fmla="*/ 14097 w 14096"/>
                <a:gd name="connsiteY0" fmla="*/ 7049 h 14096"/>
                <a:gd name="connsiteX1" fmla="*/ 7049 w 14096"/>
                <a:gd name="connsiteY1" fmla="*/ 14097 h 14096"/>
                <a:gd name="connsiteX2" fmla="*/ 0 w 14096"/>
                <a:gd name="connsiteY2" fmla="*/ 7049 h 14096"/>
                <a:gd name="connsiteX3" fmla="*/ 7049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9" y="14097"/>
                  </a:cubicBezTo>
                  <a:cubicBezTo>
                    <a:pt x="3143" y="14097"/>
                    <a:pt x="0" y="10954"/>
                    <a:pt x="0" y="7049"/>
                  </a:cubicBezTo>
                  <a:cubicBezTo>
                    <a:pt x="0" y="3143"/>
                    <a:pt x="3143" y="0"/>
                    <a:pt x="7049"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165" name="Freeform: Shape 164">
              <a:extLst>
                <a:ext uri="{FF2B5EF4-FFF2-40B4-BE49-F238E27FC236}">
                  <a16:creationId xmlns:a16="http://schemas.microsoft.com/office/drawing/2014/main" id="{3F044DE9-FE64-4C30-8191-7E1547880C4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6" name="Freeform: Shape 165">
              <a:extLst>
                <a:ext uri="{FF2B5EF4-FFF2-40B4-BE49-F238E27FC236}">
                  <a16:creationId xmlns:a16="http://schemas.microsoft.com/office/drawing/2014/main" id="{9B18BCEB-85ED-4077-ACB7-FEB2F6443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167" name="Freeform: Shape 166">
              <a:extLst>
                <a:ext uri="{FF2B5EF4-FFF2-40B4-BE49-F238E27FC236}">
                  <a16:creationId xmlns:a16="http://schemas.microsoft.com/office/drawing/2014/main" id="{00C0927E-2CCF-4F8E-8A54-22B8A93C97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48132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68" name="Freeform: Shape 167">
              <a:extLst>
                <a:ext uri="{FF2B5EF4-FFF2-40B4-BE49-F238E27FC236}">
                  <a16:creationId xmlns:a16="http://schemas.microsoft.com/office/drawing/2014/main" id="{D0C3350E-04F5-4FED-9991-4DD964E099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4057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69" name="Freeform: Shape 168">
              <a:extLst>
                <a:ext uri="{FF2B5EF4-FFF2-40B4-BE49-F238E27FC236}">
                  <a16:creationId xmlns:a16="http://schemas.microsoft.com/office/drawing/2014/main" id="{F43D0338-A6C9-4866-8D0C-072664518E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405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0" name="Freeform: Shape 169">
              <a:extLst>
                <a:ext uri="{FF2B5EF4-FFF2-40B4-BE49-F238E27FC236}">
                  <a16:creationId xmlns:a16="http://schemas.microsoft.com/office/drawing/2014/main" id="{40EA171B-27E2-4100-9D5F-123CF6E7F9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40584"/>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1" name="Freeform: Shape 170">
              <a:extLst>
                <a:ext uri="{FF2B5EF4-FFF2-40B4-BE49-F238E27FC236}">
                  <a16:creationId xmlns:a16="http://schemas.microsoft.com/office/drawing/2014/main" id="{22FD540C-F3DF-40F5-B2BE-BBD113EF4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4058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2" name="Freeform: Shape 171">
              <a:extLst>
                <a:ext uri="{FF2B5EF4-FFF2-40B4-BE49-F238E27FC236}">
                  <a16:creationId xmlns:a16="http://schemas.microsoft.com/office/drawing/2014/main" id="{57768D93-FAD4-4236-969B-B8EE8E88F3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405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3" name="Freeform: Shape 172">
              <a:extLst>
                <a:ext uri="{FF2B5EF4-FFF2-40B4-BE49-F238E27FC236}">
                  <a16:creationId xmlns:a16="http://schemas.microsoft.com/office/drawing/2014/main" id="{0F5E0490-21C2-4EF6-950D-38814F32C2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40588"/>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74" name="Freeform: Shape 173">
              <a:extLst>
                <a:ext uri="{FF2B5EF4-FFF2-40B4-BE49-F238E27FC236}">
                  <a16:creationId xmlns:a16="http://schemas.microsoft.com/office/drawing/2014/main" id="{8E981C9B-710F-4034-AE82-28B1B07245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99737"/>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5" name="Freeform: Shape 174">
              <a:extLst>
                <a:ext uri="{FF2B5EF4-FFF2-40B4-BE49-F238E27FC236}">
                  <a16:creationId xmlns:a16="http://schemas.microsoft.com/office/drawing/2014/main" id="{CC62C2CC-DBAE-4877-8F55-02FE00AE811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6" name="Freeform: Shape 175">
              <a:extLst>
                <a:ext uri="{FF2B5EF4-FFF2-40B4-BE49-F238E27FC236}">
                  <a16:creationId xmlns:a16="http://schemas.microsoft.com/office/drawing/2014/main" id="{D8F57D8B-1988-441F-9DAE-A525DA5E9D9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99737"/>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7" name="Freeform: Shape 176">
              <a:extLst>
                <a:ext uri="{FF2B5EF4-FFF2-40B4-BE49-F238E27FC236}">
                  <a16:creationId xmlns:a16="http://schemas.microsoft.com/office/drawing/2014/main" id="{6715F028-3A13-4D5F-86C4-74C0AD81D6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8" name="Freeform: Shape 177">
              <a:extLst>
                <a:ext uri="{FF2B5EF4-FFF2-40B4-BE49-F238E27FC236}">
                  <a16:creationId xmlns:a16="http://schemas.microsoft.com/office/drawing/2014/main" id="{DC6C9B50-47B3-44E7-B897-43D010A189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9973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9" name="Freeform: Shape 178">
              <a:extLst>
                <a:ext uri="{FF2B5EF4-FFF2-40B4-BE49-F238E27FC236}">
                  <a16:creationId xmlns:a16="http://schemas.microsoft.com/office/drawing/2014/main" id="{F3F602F0-702E-4D5F-A4FC-0E602C02B9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0" name="Freeform: Shape 179">
              <a:extLst>
                <a:ext uri="{FF2B5EF4-FFF2-40B4-BE49-F238E27FC236}">
                  <a16:creationId xmlns:a16="http://schemas.microsoft.com/office/drawing/2014/main" id="{9F379870-B34C-4DFC-9F0A-BDAB8C89FE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6589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1" name="Freeform: Shape 180">
              <a:extLst>
                <a:ext uri="{FF2B5EF4-FFF2-40B4-BE49-F238E27FC236}">
                  <a16:creationId xmlns:a16="http://schemas.microsoft.com/office/drawing/2014/main" id="{641092AC-FED1-4D1D-B57C-0AC883CA95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2" name="Freeform: Shape 181">
              <a:extLst>
                <a:ext uri="{FF2B5EF4-FFF2-40B4-BE49-F238E27FC236}">
                  <a16:creationId xmlns:a16="http://schemas.microsoft.com/office/drawing/2014/main" id="{EA8A0B5E-5BB1-46AF-AC31-7D3756F354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65898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3" name="Freeform: Shape 182">
              <a:extLst>
                <a:ext uri="{FF2B5EF4-FFF2-40B4-BE49-F238E27FC236}">
                  <a16:creationId xmlns:a16="http://schemas.microsoft.com/office/drawing/2014/main" id="{1C519384-2192-432B-B768-64B4BC2DA98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4" name="Freeform: Shape 183">
              <a:extLst>
                <a:ext uri="{FF2B5EF4-FFF2-40B4-BE49-F238E27FC236}">
                  <a16:creationId xmlns:a16="http://schemas.microsoft.com/office/drawing/2014/main" id="{13C77A9D-44F0-4289-A611-D8AF813570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85" name="Freeform: Shape 184">
              <a:extLst>
                <a:ext uri="{FF2B5EF4-FFF2-40B4-BE49-F238E27FC236}">
                  <a16:creationId xmlns:a16="http://schemas.microsoft.com/office/drawing/2014/main" id="{0A54AEDC-E418-4E02-A713-6CE30C0CDD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1" y="36589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6" name="Freeform: Shape 185">
              <a:extLst>
                <a:ext uri="{FF2B5EF4-FFF2-40B4-BE49-F238E27FC236}">
                  <a16:creationId xmlns:a16="http://schemas.microsoft.com/office/drawing/2014/main" id="{24FECFE3-9F31-47B0-B17F-CF2A1CEE85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9" y="3718130"/>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7" name="Freeform: Shape 186">
              <a:extLst>
                <a:ext uri="{FF2B5EF4-FFF2-40B4-BE49-F238E27FC236}">
                  <a16:creationId xmlns:a16="http://schemas.microsoft.com/office/drawing/2014/main" id="{68167DF4-8B16-419B-B7BA-2FD5FF6CC8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8" name="Freeform: Shape 187">
              <a:extLst>
                <a:ext uri="{FF2B5EF4-FFF2-40B4-BE49-F238E27FC236}">
                  <a16:creationId xmlns:a16="http://schemas.microsoft.com/office/drawing/2014/main" id="{A543D24F-44C0-4DDF-A30E-8C8407548F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5" y="3718130"/>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9" name="Freeform: Shape 188">
              <a:extLst>
                <a:ext uri="{FF2B5EF4-FFF2-40B4-BE49-F238E27FC236}">
                  <a16:creationId xmlns:a16="http://schemas.microsoft.com/office/drawing/2014/main" id="{63DEAE3C-3931-41EE-B4A1-F9385602BE1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5"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0" name="Freeform: Shape 189">
              <a:extLst>
                <a:ext uri="{FF2B5EF4-FFF2-40B4-BE49-F238E27FC236}">
                  <a16:creationId xmlns:a16="http://schemas.microsoft.com/office/drawing/2014/main" id="{B11945CD-32F6-4C09-82AF-5510512312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92" y="371812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91" name="Freeform: Shape 190">
              <a:extLst>
                <a:ext uri="{FF2B5EF4-FFF2-40B4-BE49-F238E27FC236}">
                  <a16:creationId xmlns:a16="http://schemas.microsoft.com/office/drawing/2014/main" id="{9109F44F-512F-4792-AED2-ECA80DDE16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0" y="371813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2" name="Freeform: Shape 191">
              <a:extLst>
                <a:ext uri="{FF2B5EF4-FFF2-40B4-BE49-F238E27FC236}">
                  <a16:creationId xmlns:a16="http://schemas.microsoft.com/office/drawing/2014/main" id="{29B9E19B-BC56-46F2-BFFF-1688CEA55A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77737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3" name="Freeform: Shape 192">
              <a:extLst>
                <a:ext uri="{FF2B5EF4-FFF2-40B4-BE49-F238E27FC236}">
                  <a16:creationId xmlns:a16="http://schemas.microsoft.com/office/drawing/2014/main" id="{F573BDDE-4AED-43FB-B8D1-B5F3708931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7737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4" name="Freeform: Shape 193">
              <a:extLst>
                <a:ext uri="{FF2B5EF4-FFF2-40B4-BE49-F238E27FC236}">
                  <a16:creationId xmlns:a16="http://schemas.microsoft.com/office/drawing/2014/main" id="{EFFDA684-6DFF-4629-830E-6F2ACAB8C3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6" y="3777375"/>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95" name="Freeform: Shape 194">
              <a:extLst>
                <a:ext uri="{FF2B5EF4-FFF2-40B4-BE49-F238E27FC236}">
                  <a16:creationId xmlns:a16="http://schemas.microsoft.com/office/drawing/2014/main" id="{92E23250-6349-4726-AF61-08A57B3A2E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55" y="377735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6" name="Freeform: Shape 195">
              <a:extLst>
                <a:ext uri="{FF2B5EF4-FFF2-40B4-BE49-F238E27FC236}">
                  <a16:creationId xmlns:a16="http://schemas.microsoft.com/office/drawing/2014/main" id="{8536AAE6-5497-4B0A-9C9F-4EAA1BB322B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314" y="377745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97" name="Freeform: Shape 196">
              <a:extLst>
                <a:ext uri="{FF2B5EF4-FFF2-40B4-BE49-F238E27FC236}">
                  <a16:creationId xmlns:a16="http://schemas.microsoft.com/office/drawing/2014/main" id="{52B72898-B9DE-4574-BB20-0C317954D4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4" y="377742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28476262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FB961F4-567D-920D-07CD-1F6CBE7BA933}"/>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69B4F2E8-4B58-BA94-6FDD-17E29EB8A8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4AFCAE0C-20AD-D013-8C99-3B1EE7FB922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890596"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75E668C-04E0-8721-3119-33135271C11E}"/>
              </a:ext>
            </a:extLst>
          </p:cNvPr>
          <p:cNvSpPr>
            <a:spLocks noGrp="1"/>
          </p:cNvSpPr>
          <p:nvPr>
            <p:ph type="title"/>
          </p:nvPr>
        </p:nvSpPr>
        <p:spPr>
          <a:xfrm>
            <a:off x="838200" y="1195697"/>
            <a:ext cx="3200400" cy="4238118"/>
          </a:xfrm>
        </p:spPr>
        <p:txBody>
          <a:bodyPr>
            <a:normAutofit/>
          </a:bodyPr>
          <a:lstStyle/>
          <a:p>
            <a:r>
              <a:rPr lang="en-US">
                <a:solidFill>
                  <a:schemeClr val="bg1"/>
                </a:solidFill>
              </a:rPr>
              <a:t>Wrap-up</a:t>
            </a:r>
          </a:p>
        </p:txBody>
      </p:sp>
      <p:grpSp>
        <p:nvGrpSpPr>
          <p:cNvPr id="13" name="Graphic 38">
            <a:extLst>
              <a:ext uri="{FF2B5EF4-FFF2-40B4-BE49-F238E27FC236}">
                <a16:creationId xmlns:a16="http://schemas.microsoft.com/office/drawing/2014/main" id="{B979605D-8BD5-EE84-3AB1-1F6807D3BB7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02912"/>
            <a:ext cx="1910252" cy="709660"/>
            <a:chOff x="2267504" y="2540250"/>
            <a:chExt cx="1990951" cy="739640"/>
          </a:xfrm>
          <a:solidFill>
            <a:schemeClr val="bg1"/>
          </a:solidFill>
        </p:grpSpPr>
        <p:sp>
          <p:nvSpPr>
            <p:cNvPr id="14" name="Freeform: Shape 13">
              <a:extLst>
                <a:ext uri="{FF2B5EF4-FFF2-40B4-BE49-F238E27FC236}">
                  <a16:creationId xmlns:a16="http://schemas.microsoft.com/office/drawing/2014/main" id="{312D83E4-8D75-B82E-0FB1-8C95E3D91EC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54025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5835 h 286230"/>
                <a:gd name="connsiteX8" fmla="*/ 255835 w 1990951"/>
                <a:gd name="connsiteY8" fmla="*/ 0 h 286230"/>
                <a:gd name="connsiteX9" fmla="*/ 504071 w 1990951"/>
                <a:gd name="connsiteY9" fmla="*/ 245703 h 286230"/>
                <a:gd name="connsiteX10" fmla="*/ 749773 w 1990951"/>
                <a:gd name="connsiteY10" fmla="*/ 0 h 286230"/>
                <a:gd name="connsiteX11" fmla="*/ 995476 w 1990951"/>
                <a:gd name="connsiteY11" fmla="*/ 245703 h 286230"/>
                <a:gd name="connsiteX12" fmla="*/ 1243712 w 1990951"/>
                <a:gd name="connsiteY12" fmla="*/ 0 h 286230"/>
                <a:gd name="connsiteX13" fmla="*/ 1489414 w 1990951"/>
                <a:gd name="connsiteY13" fmla="*/ 245703 h 286230"/>
                <a:gd name="connsiteX14" fmla="*/ 1735117 w 1990951"/>
                <a:gd name="connsiteY14" fmla="*/ 0 h 286230"/>
                <a:gd name="connsiteX15" fmla="*/ 1990952 w 1990951"/>
                <a:gd name="connsiteY15" fmla="*/ 255835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5835"/>
                  </a:lnTo>
                  <a:lnTo>
                    <a:pt x="255835" y="0"/>
                  </a:lnTo>
                  <a:lnTo>
                    <a:pt x="504071" y="245703"/>
                  </a:lnTo>
                  <a:lnTo>
                    <a:pt x="749773" y="0"/>
                  </a:lnTo>
                  <a:lnTo>
                    <a:pt x="995476" y="245703"/>
                  </a:lnTo>
                  <a:lnTo>
                    <a:pt x="1243712" y="0"/>
                  </a:lnTo>
                  <a:lnTo>
                    <a:pt x="1489414" y="245703"/>
                  </a:lnTo>
                  <a:lnTo>
                    <a:pt x="1735117" y="0"/>
                  </a:lnTo>
                  <a:lnTo>
                    <a:pt x="1990952" y="255835"/>
                  </a:lnTo>
                  <a:lnTo>
                    <a:pt x="1973221" y="276099"/>
                  </a:lnTo>
                  <a:lnTo>
                    <a:pt x="1735117" y="40528"/>
                  </a:lnTo>
                  <a:close/>
                </a:path>
              </a:pathLst>
            </a:custGeom>
            <a:grpFill/>
            <a:ln w="25320" cap="flat">
              <a:noFill/>
              <a:prstDash val="solid"/>
              <a:miter/>
            </a:ln>
          </p:spPr>
          <p:txBody>
            <a:bodyPr rtlCol="0" anchor="ctr"/>
            <a:lstStyle/>
            <a:p>
              <a:endParaRPr lang="en-US"/>
            </a:p>
          </p:txBody>
        </p:sp>
        <p:sp>
          <p:nvSpPr>
            <p:cNvPr id="15" name="Freeform: Shape 14">
              <a:extLst>
                <a:ext uri="{FF2B5EF4-FFF2-40B4-BE49-F238E27FC236}">
                  <a16:creationId xmlns:a16="http://schemas.microsoft.com/office/drawing/2014/main" id="{284C99B7-9ED3-4197-347A-64A9A5F31D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267504" y="2993660"/>
              <a:ext cx="1990951" cy="286230"/>
            </a:xfrm>
            <a:custGeom>
              <a:avLst/>
              <a:gdLst>
                <a:gd name="connsiteX0" fmla="*/ 1489414 w 1990951"/>
                <a:gd name="connsiteY0" fmla="*/ 286231 h 286230"/>
                <a:gd name="connsiteX1" fmla="*/ 1243712 w 1990951"/>
                <a:gd name="connsiteY1" fmla="*/ 40528 h 286230"/>
                <a:gd name="connsiteX2" fmla="*/ 995476 w 1990951"/>
                <a:gd name="connsiteY2" fmla="*/ 286231 h 286230"/>
                <a:gd name="connsiteX3" fmla="*/ 749773 w 1990951"/>
                <a:gd name="connsiteY3" fmla="*/ 40528 h 286230"/>
                <a:gd name="connsiteX4" fmla="*/ 504071 w 1990951"/>
                <a:gd name="connsiteY4" fmla="*/ 286231 h 286230"/>
                <a:gd name="connsiteX5" fmla="*/ 255835 w 1990951"/>
                <a:gd name="connsiteY5" fmla="*/ 40528 h 286230"/>
                <a:gd name="connsiteX6" fmla="*/ 20264 w 1990951"/>
                <a:gd name="connsiteY6" fmla="*/ 276099 h 286230"/>
                <a:gd name="connsiteX7" fmla="*/ 0 w 1990951"/>
                <a:gd name="connsiteY7" fmla="*/ 258368 h 286230"/>
                <a:gd name="connsiteX8" fmla="*/ 255835 w 1990951"/>
                <a:gd name="connsiteY8" fmla="*/ 0 h 286230"/>
                <a:gd name="connsiteX9" fmla="*/ 504071 w 1990951"/>
                <a:gd name="connsiteY9" fmla="*/ 248236 h 286230"/>
                <a:gd name="connsiteX10" fmla="*/ 749773 w 1990951"/>
                <a:gd name="connsiteY10" fmla="*/ 0 h 286230"/>
                <a:gd name="connsiteX11" fmla="*/ 995476 w 1990951"/>
                <a:gd name="connsiteY11" fmla="*/ 248236 h 286230"/>
                <a:gd name="connsiteX12" fmla="*/ 1243712 w 1990951"/>
                <a:gd name="connsiteY12" fmla="*/ 0 h 286230"/>
                <a:gd name="connsiteX13" fmla="*/ 1489414 w 1990951"/>
                <a:gd name="connsiteY13" fmla="*/ 248236 h 286230"/>
                <a:gd name="connsiteX14" fmla="*/ 1735117 w 1990951"/>
                <a:gd name="connsiteY14" fmla="*/ 0 h 286230"/>
                <a:gd name="connsiteX15" fmla="*/ 1990952 w 1990951"/>
                <a:gd name="connsiteY15" fmla="*/ 258368 h 286230"/>
                <a:gd name="connsiteX16" fmla="*/ 1973221 w 1990951"/>
                <a:gd name="connsiteY16" fmla="*/ 276099 h 286230"/>
                <a:gd name="connsiteX17" fmla="*/ 1735117 w 1990951"/>
                <a:gd name="connsiteY17" fmla="*/ 40528 h 2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990951" h="286230">
                  <a:moveTo>
                    <a:pt x="1489414" y="286231"/>
                  </a:moveTo>
                  <a:lnTo>
                    <a:pt x="1243712" y="40528"/>
                  </a:lnTo>
                  <a:lnTo>
                    <a:pt x="995476" y="286231"/>
                  </a:lnTo>
                  <a:lnTo>
                    <a:pt x="749773" y="40528"/>
                  </a:lnTo>
                  <a:lnTo>
                    <a:pt x="504071" y="286231"/>
                  </a:lnTo>
                  <a:lnTo>
                    <a:pt x="255835" y="40528"/>
                  </a:lnTo>
                  <a:lnTo>
                    <a:pt x="20264" y="276099"/>
                  </a:lnTo>
                  <a:lnTo>
                    <a:pt x="0" y="258368"/>
                  </a:lnTo>
                  <a:lnTo>
                    <a:pt x="255835" y="0"/>
                  </a:lnTo>
                  <a:lnTo>
                    <a:pt x="504071" y="248236"/>
                  </a:lnTo>
                  <a:lnTo>
                    <a:pt x="749773" y="0"/>
                  </a:lnTo>
                  <a:lnTo>
                    <a:pt x="995476" y="248236"/>
                  </a:lnTo>
                  <a:lnTo>
                    <a:pt x="1243712" y="0"/>
                  </a:lnTo>
                  <a:lnTo>
                    <a:pt x="1489414" y="248236"/>
                  </a:lnTo>
                  <a:lnTo>
                    <a:pt x="1735117" y="0"/>
                  </a:lnTo>
                  <a:lnTo>
                    <a:pt x="1990952" y="258368"/>
                  </a:lnTo>
                  <a:lnTo>
                    <a:pt x="1973221" y="276099"/>
                  </a:lnTo>
                  <a:lnTo>
                    <a:pt x="1735117" y="40528"/>
                  </a:lnTo>
                  <a:close/>
                </a:path>
              </a:pathLst>
            </a:custGeom>
            <a:grpFill/>
            <a:ln w="25320" cap="flat">
              <a:noFill/>
              <a:prstDash val="solid"/>
              <a:miter/>
            </a:ln>
          </p:spPr>
          <p:txBody>
            <a:bodyPr rtlCol="0" anchor="ctr"/>
            <a:lstStyle/>
            <a:p>
              <a:endParaRPr lang="en-US"/>
            </a:p>
          </p:txBody>
        </p:sp>
      </p:grpSp>
      <p:sp>
        <p:nvSpPr>
          <p:cNvPr id="17" name="Oval 16">
            <a:extLst>
              <a:ext uri="{FF2B5EF4-FFF2-40B4-BE49-F238E27FC236}">
                <a16:creationId xmlns:a16="http://schemas.microsoft.com/office/drawing/2014/main" id="{AD221E21-897C-B3CF-A1D4-532A28F4C8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260" y="4752208"/>
            <a:ext cx="365021" cy="365021"/>
          </a:xfrm>
          <a:prstGeom prst="ellipse">
            <a:avLst/>
          </a:prstGeom>
          <a:solidFill>
            <a:srgbClr val="FFFFFF"/>
          </a:solidFill>
          <a:ln w="28575">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19" name="Oval 18">
            <a:extLst>
              <a:ext uri="{FF2B5EF4-FFF2-40B4-BE49-F238E27FC236}">
                <a16:creationId xmlns:a16="http://schemas.microsoft.com/office/drawing/2014/main" id="{51F3FD30-AF8A-2891-620C-70BAAB6C57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06260" y="4752208"/>
            <a:ext cx="365021" cy="365021"/>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21" name="Graphic 4">
            <a:extLst>
              <a:ext uri="{FF2B5EF4-FFF2-40B4-BE49-F238E27FC236}">
                <a16:creationId xmlns:a16="http://schemas.microsoft.com/office/drawing/2014/main" id="{C82BB5CC-AF6A-EC49-A15B-99400BCDC92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109667" y="5539934"/>
            <a:ext cx="975169" cy="975171"/>
            <a:chOff x="5829300" y="3162300"/>
            <a:chExt cx="532256" cy="532257"/>
          </a:xfrm>
          <a:solidFill>
            <a:schemeClr val="bg1"/>
          </a:solidFill>
        </p:grpSpPr>
        <p:sp>
          <p:nvSpPr>
            <p:cNvPr id="22" name="Freeform: Shape 21">
              <a:extLst>
                <a:ext uri="{FF2B5EF4-FFF2-40B4-BE49-F238E27FC236}">
                  <a16:creationId xmlns:a16="http://schemas.microsoft.com/office/drawing/2014/main" id="{623058DB-D620-B355-5F38-61C4BEAC03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9208" y="3192208"/>
              <a:ext cx="112966" cy="11296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9525" cap="flat">
              <a:no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8CB809CD-4596-D3ED-203D-9534515AD9E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1205" y="3164205"/>
              <a:ext cx="230314" cy="230314"/>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9525" cap="flat">
              <a:no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43570440-FBFB-D363-35A8-364DDF3C444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29300" y="3162300"/>
              <a:ext cx="294131" cy="294131"/>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9525" cap="flat">
              <a:no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0C175B54-8642-C317-E6E8-33EE60627C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37205" y="3170110"/>
              <a:ext cx="337184" cy="337280"/>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9525" cap="flat">
              <a:noFill/>
              <a:prstDash val="solid"/>
              <a:miter/>
            </a:ln>
          </p:spPr>
          <p:txBody>
            <a:bodyPr rtlCol="0" anchor="ctr"/>
            <a:lstStyle/>
            <a:p>
              <a:endParaRPr lang="en-US"/>
            </a:p>
          </p:txBody>
        </p:sp>
        <p:sp>
          <p:nvSpPr>
            <p:cNvPr id="26" name="Freeform: Shape 25">
              <a:extLst>
                <a:ext uri="{FF2B5EF4-FFF2-40B4-BE49-F238E27FC236}">
                  <a16:creationId xmlns:a16="http://schemas.microsoft.com/office/drawing/2014/main" id="{BEC95991-9C12-BFCB-2E13-EBCBA41E60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3207" y="3186207"/>
              <a:ext cx="364617" cy="364617"/>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9525" cap="flat">
              <a:no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8CB561FA-6A34-B158-6518-7EB51EC553F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75305" y="3208305"/>
              <a:ext cx="380238" cy="380238"/>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9525" cap="flat">
              <a:noFill/>
              <a:prstDash val="solid"/>
              <a:miter/>
            </a:ln>
          </p:spPr>
          <p:txBody>
            <a:bodyPr rtlCol="0" anchor="ctr"/>
            <a:lstStyle/>
            <a:p>
              <a:endParaRPr lang="en-US"/>
            </a:p>
          </p:txBody>
        </p:sp>
        <p:sp>
          <p:nvSpPr>
            <p:cNvPr id="28" name="Freeform: Shape 27">
              <a:extLst>
                <a:ext uri="{FF2B5EF4-FFF2-40B4-BE49-F238E27FC236}">
                  <a16:creationId xmlns:a16="http://schemas.microsoft.com/office/drawing/2014/main" id="{F88F04D2-D5EA-15C6-B30B-D949509F5D4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02832" y="3235832"/>
              <a:ext cx="385191" cy="385191"/>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9525" cap="flat">
              <a:noFill/>
              <a:prstDash val="solid"/>
              <a:miter/>
            </a:ln>
          </p:spPr>
          <p:txBody>
            <a:bodyPr rtlCol="0" anchor="ctr"/>
            <a:lstStyle/>
            <a:p>
              <a:endParaRPr lang="en-US"/>
            </a:p>
          </p:txBody>
        </p:sp>
        <p:sp>
          <p:nvSpPr>
            <p:cNvPr id="29" name="Freeform: Shape 28">
              <a:extLst>
                <a:ext uri="{FF2B5EF4-FFF2-40B4-BE49-F238E27FC236}">
                  <a16:creationId xmlns:a16="http://schemas.microsoft.com/office/drawing/2014/main" id="{E0CCBAC3-00D0-C08A-2ED0-8180B0C3016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35789" y="3268313"/>
              <a:ext cx="379761" cy="380237"/>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57AF05EF-DA24-67B0-9151-97FBA46DC8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2841" y="3305841"/>
              <a:ext cx="364807" cy="364807"/>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AC3DFB99-87C7-98AB-E399-82E473D9E9A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16370" y="3349466"/>
              <a:ext cx="337280" cy="337280"/>
            </a:xfrm>
            <a:custGeom>
              <a:avLst/>
              <a:gdLst>
                <a:gd name="connsiteX0" fmla="*/ 333470 w 337280"/>
                <a:gd name="connsiteY0" fmla="*/ 0 h 337280"/>
                <a:gd name="connsiteX1" fmla="*/ 337280 w 337280"/>
                <a:gd name="connsiteY1" fmla="*/ 13430 h 337280"/>
                <a:gd name="connsiteX2" fmla="*/ 13430 w 337280"/>
                <a:gd name="connsiteY2" fmla="*/ 337280 h 337280"/>
                <a:gd name="connsiteX3" fmla="*/ 0 w 337280"/>
                <a:gd name="connsiteY3" fmla="*/ 333470 h 337280"/>
              </a:gdLst>
              <a:ahLst/>
              <a:cxnLst>
                <a:cxn ang="0">
                  <a:pos x="connsiteX0" y="connsiteY0"/>
                </a:cxn>
                <a:cxn ang="0">
                  <a:pos x="connsiteX1" y="connsiteY1"/>
                </a:cxn>
                <a:cxn ang="0">
                  <a:pos x="connsiteX2" y="connsiteY2"/>
                </a:cxn>
                <a:cxn ang="0">
                  <a:pos x="connsiteX3" y="connsiteY3"/>
                </a:cxn>
              </a:cxnLst>
              <a:rect l="l" t="t" r="r" b="b"/>
              <a:pathLst>
                <a:path w="337280" h="337280">
                  <a:moveTo>
                    <a:pt x="333470" y="0"/>
                  </a:moveTo>
                  <a:cubicBezTo>
                    <a:pt x="334899" y="4382"/>
                    <a:pt x="336137" y="8858"/>
                    <a:pt x="337280" y="13430"/>
                  </a:cubicBezTo>
                  <a:lnTo>
                    <a:pt x="13430" y="337280"/>
                  </a:lnTo>
                  <a:cubicBezTo>
                    <a:pt x="8858" y="336137"/>
                    <a:pt x="4382" y="334899"/>
                    <a:pt x="0" y="333470"/>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EA5F4126-235D-4CA8-7EB3-2B203942E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67329" y="3400425"/>
              <a:ext cx="294227" cy="294132"/>
            </a:xfrm>
            <a:custGeom>
              <a:avLst/>
              <a:gdLst>
                <a:gd name="connsiteX0" fmla="*/ 292989 w 294227"/>
                <a:gd name="connsiteY0" fmla="*/ 0 h 294132"/>
                <a:gd name="connsiteX1" fmla="*/ 294227 w 294227"/>
                <a:gd name="connsiteY1" fmla="*/ 15907 h 294132"/>
                <a:gd name="connsiteX2" fmla="*/ 15907 w 294227"/>
                <a:gd name="connsiteY2" fmla="*/ 294132 h 294132"/>
                <a:gd name="connsiteX3" fmla="*/ 0 w 294227"/>
                <a:gd name="connsiteY3" fmla="*/ 292894 h 294132"/>
              </a:gdLst>
              <a:ahLst/>
              <a:cxnLst>
                <a:cxn ang="0">
                  <a:pos x="connsiteX0" y="connsiteY0"/>
                </a:cxn>
                <a:cxn ang="0">
                  <a:pos x="connsiteX1" y="connsiteY1"/>
                </a:cxn>
                <a:cxn ang="0">
                  <a:pos x="connsiteX2" y="connsiteY2"/>
                </a:cxn>
                <a:cxn ang="0">
                  <a:pos x="connsiteX3" y="connsiteY3"/>
                </a:cxn>
              </a:cxnLst>
              <a:rect l="l" t="t" r="r" b="b"/>
              <a:pathLst>
                <a:path w="294227" h="294132">
                  <a:moveTo>
                    <a:pt x="292989" y="0"/>
                  </a:moveTo>
                  <a:cubicBezTo>
                    <a:pt x="293561" y="5334"/>
                    <a:pt x="293942" y="10668"/>
                    <a:pt x="294227" y="15907"/>
                  </a:cubicBezTo>
                  <a:lnTo>
                    <a:pt x="15907" y="294132"/>
                  </a:lnTo>
                  <a:cubicBezTo>
                    <a:pt x="10668" y="294132"/>
                    <a:pt x="5334" y="293465"/>
                    <a:pt x="0" y="292894"/>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CF4D8026-5ED4-27C2-1B11-87A117091E6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29337" y="3462337"/>
              <a:ext cx="230314" cy="230314"/>
            </a:xfrm>
            <a:custGeom>
              <a:avLst/>
              <a:gdLst>
                <a:gd name="connsiteX0" fmla="*/ 230315 w 230314"/>
                <a:gd name="connsiteY0" fmla="*/ 0 h 230314"/>
                <a:gd name="connsiteX1" fmla="*/ 226886 w 230314"/>
                <a:gd name="connsiteY1" fmla="*/ 20574 h 230314"/>
                <a:gd name="connsiteX2" fmla="*/ 20669 w 230314"/>
                <a:gd name="connsiteY2" fmla="*/ 226790 h 230314"/>
                <a:gd name="connsiteX3" fmla="*/ 0 w 230314"/>
                <a:gd name="connsiteY3" fmla="*/ 230315 h 230314"/>
              </a:gdLst>
              <a:ahLst/>
              <a:cxnLst>
                <a:cxn ang="0">
                  <a:pos x="connsiteX0" y="connsiteY0"/>
                </a:cxn>
                <a:cxn ang="0">
                  <a:pos x="connsiteX1" y="connsiteY1"/>
                </a:cxn>
                <a:cxn ang="0">
                  <a:pos x="connsiteX2" y="connsiteY2"/>
                </a:cxn>
                <a:cxn ang="0">
                  <a:pos x="connsiteX3" y="connsiteY3"/>
                </a:cxn>
              </a:cxnLst>
              <a:rect l="l" t="t" r="r" b="b"/>
              <a:pathLst>
                <a:path w="230314" h="230314">
                  <a:moveTo>
                    <a:pt x="230315" y="0"/>
                  </a:moveTo>
                  <a:cubicBezTo>
                    <a:pt x="229457" y="6953"/>
                    <a:pt x="228314" y="13716"/>
                    <a:pt x="226886" y="20574"/>
                  </a:cubicBezTo>
                  <a:lnTo>
                    <a:pt x="20669" y="226790"/>
                  </a:lnTo>
                  <a:cubicBezTo>
                    <a:pt x="13811" y="228314"/>
                    <a:pt x="6953" y="229457"/>
                    <a:pt x="0" y="230315"/>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4173ED92-946A-C151-A839-9A1EDEB078F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18682" y="3551682"/>
              <a:ext cx="112871" cy="112871"/>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9525" cap="flat">
              <a:noFill/>
              <a:prstDash val="solid"/>
              <a:miter/>
            </a:ln>
          </p:spPr>
          <p:txBody>
            <a:bodyPr rtlCol="0" anchor="ctr"/>
            <a:lstStyle/>
            <a:p>
              <a:endParaRPr lang="en-US"/>
            </a:p>
          </p:txBody>
        </p:sp>
      </p:grpSp>
      <p:graphicFrame>
        <p:nvGraphicFramePr>
          <p:cNvPr id="5" name="Content Placeholder 2">
            <a:extLst>
              <a:ext uri="{FF2B5EF4-FFF2-40B4-BE49-F238E27FC236}">
                <a16:creationId xmlns:a16="http://schemas.microsoft.com/office/drawing/2014/main" id="{10C2D2EA-0223-C461-4D8B-D180A5F5F535}"/>
              </a:ext>
            </a:extLst>
          </p:cNvPr>
          <p:cNvGraphicFramePr>
            <a:graphicFrameLocks noGrp="1"/>
          </p:cNvGraphicFramePr>
          <p:nvPr>
            <p:ph idx="1"/>
            <p:extLst>
              <p:ext uri="{D42A27DB-BD31-4B8C-83A1-F6EECF244321}">
                <p14:modId xmlns:p14="http://schemas.microsoft.com/office/powerpoint/2010/main" val="2270421517"/>
              </p:ext>
            </p:extLst>
          </p:nvPr>
        </p:nvGraphicFramePr>
        <p:xfrm>
          <a:off x="5484139" y="477540"/>
          <a:ext cx="6301601" cy="587880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96638745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57D3803-9851-808A-E6C3-01C6C973E249}"/>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8A1B7BD7-640C-07BA-C4D0-3088750F8B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8409837-62DE-F1B1-BABA-3FD084081D51}"/>
              </a:ext>
            </a:extLst>
          </p:cNvPr>
          <p:cNvSpPr>
            <a:spLocks noGrp="1"/>
          </p:cNvSpPr>
          <p:nvPr>
            <p:ph type="title"/>
          </p:nvPr>
        </p:nvSpPr>
        <p:spPr>
          <a:xfrm>
            <a:off x="1170294" y="146885"/>
            <a:ext cx="10381004" cy="1070326"/>
          </a:xfrm>
        </p:spPr>
        <p:txBody>
          <a:bodyPr>
            <a:normAutofit/>
          </a:bodyPr>
          <a:lstStyle/>
          <a:p>
            <a:r>
              <a:rPr lang="en-US">
                <a:solidFill>
                  <a:schemeClr val="bg1"/>
                </a:solidFill>
              </a:rPr>
              <a:t>References</a:t>
            </a:r>
          </a:p>
        </p:txBody>
      </p:sp>
      <p:sp>
        <p:nvSpPr>
          <p:cNvPr id="6" name="Freeform: Shape 9">
            <a:extLst>
              <a:ext uri="{FF2B5EF4-FFF2-40B4-BE49-F238E27FC236}">
                <a16:creationId xmlns:a16="http://schemas.microsoft.com/office/drawing/2014/main" id="{FD37EB15-B132-F28B-F366-B9D87A8549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55862"/>
            <a:ext cx="1170294" cy="274629"/>
          </a:xfrm>
          <a:custGeom>
            <a:avLst/>
            <a:gdLst>
              <a:gd name="connsiteX0" fmla="*/ 453342 w 1170294"/>
              <a:gd name="connsiteY0" fmla="*/ 0 h 274629"/>
              <a:gd name="connsiteX1" fmla="*/ 689085 w 1170294"/>
              <a:gd name="connsiteY1" fmla="*/ 235744 h 274629"/>
              <a:gd name="connsiteX2" fmla="*/ 924829 w 1170294"/>
              <a:gd name="connsiteY2" fmla="*/ 0 h 274629"/>
              <a:gd name="connsiteX3" fmla="*/ 1170294 w 1170294"/>
              <a:gd name="connsiteY3" fmla="*/ 24546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577 h 274629"/>
              <a:gd name="connsiteX11" fmla="*/ 215168 w 1170294"/>
              <a:gd name="connsiteY11" fmla="*/ 23574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5744"/>
                </a:lnTo>
                <a:lnTo>
                  <a:pt x="924829" y="0"/>
                </a:lnTo>
                <a:lnTo>
                  <a:pt x="1170294" y="245465"/>
                </a:lnTo>
                <a:lnTo>
                  <a:pt x="1153282" y="264908"/>
                </a:lnTo>
                <a:lnTo>
                  <a:pt x="924829" y="38885"/>
                </a:lnTo>
                <a:lnTo>
                  <a:pt x="689085" y="274629"/>
                </a:lnTo>
                <a:lnTo>
                  <a:pt x="453342" y="38885"/>
                </a:lnTo>
                <a:lnTo>
                  <a:pt x="215168" y="274629"/>
                </a:lnTo>
                <a:lnTo>
                  <a:pt x="0" y="59462"/>
                </a:lnTo>
                <a:lnTo>
                  <a:pt x="0" y="20577"/>
                </a:lnTo>
                <a:lnTo>
                  <a:pt x="215168" y="235744"/>
                </a:lnTo>
                <a:close/>
              </a:path>
            </a:pathLst>
          </a:custGeom>
          <a:solidFill>
            <a:schemeClr val="bg1"/>
          </a:solid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7" name="Freeform: Shape 11">
            <a:extLst>
              <a:ext uri="{FF2B5EF4-FFF2-40B4-BE49-F238E27FC236}">
                <a16:creationId xmlns:a16="http://schemas.microsoft.com/office/drawing/2014/main" id="{30523204-40EE-70B7-3D12-F990B86976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790894"/>
            <a:ext cx="1170294" cy="274629"/>
          </a:xfrm>
          <a:custGeom>
            <a:avLst/>
            <a:gdLst>
              <a:gd name="connsiteX0" fmla="*/ 453342 w 1170294"/>
              <a:gd name="connsiteY0" fmla="*/ 0 h 274629"/>
              <a:gd name="connsiteX1" fmla="*/ 689085 w 1170294"/>
              <a:gd name="connsiteY1" fmla="*/ 238174 h 274629"/>
              <a:gd name="connsiteX2" fmla="*/ 924829 w 1170294"/>
              <a:gd name="connsiteY2" fmla="*/ 0 h 274629"/>
              <a:gd name="connsiteX3" fmla="*/ 1170294 w 1170294"/>
              <a:gd name="connsiteY3" fmla="*/ 247895 h 274629"/>
              <a:gd name="connsiteX4" fmla="*/ 1153282 w 1170294"/>
              <a:gd name="connsiteY4" fmla="*/ 264908 h 274629"/>
              <a:gd name="connsiteX5" fmla="*/ 924829 w 1170294"/>
              <a:gd name="connsiteY5" fmla="*/ 38885 h 274629"/>
              <a:gd name="connsiteX6" fmla="*/ 689085 w 1170294"/>
              <a:gd name="connsiteY6" fmla="*/ 274629 h 274629"/>
              <a:gd name="connsiteX7" fmla="*/ 453342 w 1170294"/>
              <a:gd name="connsiteY7" fmla="*/ 38885 h 274629"/>
              <a:gd name="connsiteX8" fmla="*/ 215168 w 1170294"/>
              <a:gd name="connsiteY8" fmla="*/ 274629 h 274629"/>
              <a:gd name="connsiteX9" fmla="*/ 0 w 1170294"/>
              <a:gd name="connsiteY9" fmla="*/ 59462 h 274629"/>
              <a:gd name="connsiteX10" fmla="*/ 0 w 1170294"/>
              <a:gd name="connsiteY10" fmla="*/ 20789 h 274629"/>
              <a:gd name="connsiteX11" fmla="*/ 215168 w 1170294"/>
              <a:gd name="connsiteY11" fmla="*/ 238174 h 2746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70294" h="274629">
                <a:moveTo>
                  <a:pt x="453342" y="0"/>
                </a:moveTo>
                <a:lnTo>
                  <a:pt x="689085" y="238174"/>
                </a:lnTo>
                <a:lnTo>
                  <a:pt x="924829" y="0"/>
                </a:lnTo>
                <a:lnTo>
                  <a:pt x="1170294" y="247895"/>
                </a:lnTo>
                <a:lnTo>
                  <a:pt x="1153282" y="264908"/>
                </a:lnTo>
                <a:lnTo>
                  <a:pt x="924829" y="38885"/>
                </a:lnTo>
                <a:lnTo>
                  <a:pt x="689085" y="274629"/>
                </a:lnTo>
                <a:lnTo>
                  <a:pt x="453342" y="38885"/>
                </a:lnTo>
                <a:lnTo>
                  <a:pt x="215168" y="274629"/>
                </a:lnTo>
                <a:lnTo>
                  <a:pt x="0" y="59462"/>
                </a:lnTo>
                <a:lnTo>
                  <a:pt x="0" y="20789"/>
                </a:lnTo>
                <a:lnTo>
                  <a:pt x="215168" y="23817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19D95322-C163-3AAD-6E62-E7CE3F2A046A}"/>
              </a:ext>
            </a:extLst>
          </p:cNvPr>
          <p:cNvSpPr>
            <a:spLocks noGrp="1"/>
          </p:cNvSpPr>
          <p:nvPr>
            <p:ph idx="1"/>
          </p:nvPr>
        </p:nvSpPr>
        <p:spPr>
          <a:xfrm>
            <a:off x="905498" y="1378938"/>
            <a:ext cx="10381004" cy="3831168"/>
          </a:xfrm>
        </p:spPr>
        <p:txBody>
          <a:bodyPr>
            <a:noAutofit/>
          </a:bodyPr>
          <a:lstStyle/>
          <a:p>
            <a:r>
              <a:rPr lang="en-US" sz="2400">
                <a:solidFill>
                  <a:schemeClr val="bg1"/>
                </a:solidFill>
              </a:rPr>
              <a:t>Academy Courses</a:t>
            </a:r>
          </a:p>
          <a:p>
            <a:pPr lvl="1">
              <a:buFont typeface="Wingdings" panose="05000000000000000000" pitchFamily="2" charset="2"/>
              <a:buChar char="§"/>
            </a:pPr>
            <a:r>
              <a:rPr lang="en-US" sz="2000">
                <a:solidFill>
                  <a:schemeClr val="bg1"/>
                </a:solidFill>
                <a:hlinkClick r:id="rId3"/>
              </a:rPr>
              <a:t>Semgrep 101</a:t>
            </a:r>
            <a:endParaRPr lang="en-US">
              <a:solidFill>
                <a:schemeClr val="bg1"/>
              </a:solidFill>
            </a:endParaRPr>
          </a:p>
          <a:p>
            <a:pPr lvl="1">
              <a:buFont typeface="Wingdings" panose="05000000000000000000" pitchFamily="2" charset="2"/>
              <a:buChar char="§"/>
            </a:pPr>
            <a:r>
              <a:rPr lang="en-US" sz="2000">
                <a:solidFill>
                  <a:schemeClr val="bg1"/>
                </a:solidFill>
                <a:hlinkClick r:id="rId4"/>
              </a:rPr>
              <a:t>Secure Coding</a:t>
            </a:r>
            <a:endParaRPr lang="en-US" sz="2000">
              <a:solidFill>
                <a:schemeClr val="bg1"/>
              </a:solidFill>
            </a:endParaRPr>
          </a:p>
          <a:p>
            <a:pPr lvl="1">
              <a:buFont typeface="Wingdings" panose="05000000000000000000" pitchFamily="2" charset="2"/>
              <a:buChar char="§"/>
            </a:pPr>
            <a:r>
              <a:rPr lang="en-US" sz="2000">
                <a:solidFill>
                  <a:schemeClr val="bg1"/>
                </a:solidFill>
                <a:hlinkClick r:id="rId5"/>
              </a:rPr>
              <a:t>Semgrep Custom Rules Level 1</a:t>
            </a:r>
            <a:endParaRPr lang="en-US" sz="2000">
              <a:solidFill>
                <a:schemeClr val="bg1"/>
              </a:solidFill>
            </a:endParaRPr>
          </a:p>
          <a:p>
            <a:endParaRPr lang="en-US" sz="2400">
              <a:solidFill>
                <a:schemeClr val="bg1"/>
              </a:solidFill>
            </a:endParaRPr>
          </a:p>
          <a:p>
            <a:r>
              <a:rPr lang="en-US" sz="2400">
                <a:solidFill>
                  <a:schemeClr val="bg1"/>
                </a:solidFill>
              </a:rPr>
              <a:t>Semgrep Documentation</a:t>
            </a:r>
          </a:p>
          <a:p>
            <a:pPr lvl="1">
              <a:buFont typeface="Wingdings" panose="05000000000000000000" pitchFamily="2" charset="2"/>
              <a:buChar char="§"/>
            </a:pPr>
            <a:r>
              <a:rPr lang="en-US" sz="2000">
                <a:solidFill>
                  <a:schemeClr val="bg1"/>
                </a:solidFill>
                <a:hlinkClick r:id="rId6"/>
              </a:rPr>
              <a:t>Quickstart</a:t>
            </a:r>
            <a:endParaRPr lang="en-US" sz="2000">
              <a:solidFill>
                <a:schemeClr val="bg1"/>
              </a:solidFill>
            </a:endParaRPr>
          </a:p>
          <a:p>
            <a:pPr lvl="1">
              <a:buFont typeface="Wingdings" panose="05000000000000000000" pitchFamily="2" charset="2"/>
              <a:buChar char="§"/>
            </a:pPr>
            <a:r>
              <a:rPr lang="en-US" sz="2000">
                <a:solidFill>
                  <a:schemeClr val="bg1"/>
                </a:solidFill>
                <a:hlinkClick r:id="rId7"/>
              </a:rPr>
              <a:t>Local scans with Semgrep</a:t>
            </a:r>
            <a:endParaRPr lang="en-US" sz="2000">
              <a:solidFill>
                <a:schemeClr val="bg1"/>
              </a:solidFill>
            </a:endParaRPr>
          </a:p>
          <a:p>
            <a:pPr lvl="1">
              <a:buFont typeface="Wingdings" panose="05000000000000000000" pitchFamily="2" charset="2"/>
              <a:buChar char="§"/>
            </a:pPr>
            <a:r>
              <a:rPr lang="en-US" sz="2000">
                <a:solidFill>
                  <a:schemeClr val="bg1"/>
                </a:solidFill>
                <a:hlinkClick r:id="rId8"/>
              </a:rPr>
              <a:t>Writing rules</a:t>
            </a:r>
            <a:endParaRPr lang="en-US" sz="2000">
              <a:solidFill>
                <a:schemeClr val="bg1"/>
              </a:solidFill>
            </a:endParaRPr>
          </a:p>
          <a:p>
            <a:pPr lvl="1">
              <a:buFont typeface="Wingdings" panose="05000000000000000000" pitchFamily="2" charset="2"/>
              <a:buChar char="§"/>
            </a:pPr>
            <a:r>
              <a:rPr lang="en-US" sz="2000">
                <a:solidFill>
                  <a:schemeClr val="bg1"/>
                </a:solidFill>
                <a:hlinkClick r:id="rId9"/>
              </a:rPr>
              <a:t>Custom rule examples</a:t>
            </a:r>
            <a:endParaRPr lang="en-US" sz="2000">
              <a:solidFill>
                <a:schemeClr val="bg1"/>
              </a:solidFill>
            </a:endParaRPr>
          </a:p>
          <a:p>
            <a:endParaRPr lang="en-US" sz="2400">
              <a:solidFill>
                <a:schemeClr val="bg1"/>
              </a:solidFill>
            </a:endParaRPr>
          </a:p>
        </p:txBody>
      </p:sp>
      <p:grpSp>
        <p:nvGrpSpPr>
          <p:cNvPr id="9" name="Group 8">
            <a:extLst>
              <a:ext uri="{FF2B5EF4-FFF2-40B4-BE49-F238E27FC236}">
                <a16:creationId xmlns:a16="http://schemas.microsoft.com/office/drawing/2014/main" id="{00DD61F0-7D3D-E439-ADAD-2F81D503F09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121348" y="5364542"/>
            <a:ext cx="1562428" cy="1493465"/>
            <a:chOff x="3121343" y="4864099"/>
            <a:chExt cx="2085971" cy="1993901"/>
          </a:xfrm>
          <a:solidFill>
            <a:schemeClr val="bg1"/>
          </a:solidFill>
        </p:grpSpPr>
        <p:sp>
          <p:nvSpPr>
            <p:cNvPr id="11" name="Freeform: Shape 14">
              <a:extLst>
                <a:ext uri="{FF2B5EF4-FFF2-40B4-BE49-F238E27FC236}">
                  <a16:creationId xmlns:a16="http://schemas.microsoft.com/office/drawing/2014/main" id="{3F7BBEE6-9E09-7751-8A2B-D7021B10079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38556" y="4981312"/>
              <a:ext cx="442726" cy="442726"/>
            </a:xfrm>
            <a:custGeom>
              <a:avLst/>
              <a:gdLst>
                <a:gd name="connsiteX0" fmla="*/ 112967 w 112966"/>
                <a:gd name="connsiteY0" fmla="*/ 0 h 112966"/>
                <a:gd name="connsiteX1" fmla="*/ 0 w 112966"/>
                <a:gd name="connsiteY1" fmla="*/ 112967 h 112966"/>
                <a:gd name="connsiteX2" fmla="*/ 112967 w 112966"/>
                <a:gd name="connsiteY2" fmla="*/ 0 h 112966"/>
              </a:gdLst>
              <a:ahLst/>
              <a:cxnLst>
                <a:cxn ang="0">
                  <a:pos x="connsiteX0" y="connsiteY0"/>
                </a:cxn>
                <a:cxn ang="0">
                  <a:pos x="connsiteX1" y="connsiteY1"/>
                </a:cxn>
                <a:cxn ang="0">
                  <a:pos x="connsiteX2" y="connsiteY2"/>
                </a:cxn>
              </a:cxnLst>
              <a:rect l="l" t="t" r="r" b="b"/>
              <a:pathLst>
                <a:path w="112966" h="112966">
                  <a:moveTo>
                    <a:pt x="112967" y="0"/>
                  </a:moveTo>
                  <a:lnTo>
                    <a:pt x="0" y="112967"/>
                  </a:lnTo>
                  <a:cubicBezTo>
                    <a:pt x="25356" y="64747"/>
                    <a:pt x="64747" y="25356"/>
                    <a:pt x="112967"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3" name="Freeform: Shape 15">
              <a:extLst>
                <a:ext uri="{FF2B5EF4-FFF2-40B4-BE49-F238E27FC236}">
                  <a16:creationId xmlns:a16="http://schemas.microsoft.com/office/drawing/2014/main" id="{96B6111A-4B6C-0A26-D267-BF85550EB4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8809" y="4871565"/>
              <a:ext cx="902626" cy="902626"/>
            </a:xfrm>
            <a:custGeom>
              <a:avLst/>
              <a:gdLst>
                <a:gd name="connsiteX0" fmla="*/ 230314 w 230314"/>
                <a:gd name="connsiteY0" fmla="*/ 0 h 230314"/>
                <a:gd name="connsiteX1" fmla="*/ 0 w 230314"/>
                <a:gd name="connsiteY1" fmla="*/ 230314 h 230314"/>
                <a:gd name="connsiteX2" fmla="*/ 3524 w 230314"/>
                <a:gd name="connsiteY2" fmla="*/ 209550 h 230314"/>
                <a:gd name="connsiteX3" fmla="*/ 209550 w 230314"/>
                <a:gd name="connsiteY3" fmla="*/ 3524 h 230314"/>
                <a:gd name="connsiteX4" fmla="*/ 230314 w 230314"/>
                <a:gd name="connsiteY4" fmla="*/ 0 h 2303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314" h="230314">
                  <a:moveTo>
                    <a:pt x="230314" y="0"/>
                  </a:moveTo>
                  <a:lnTo>
                    <a:pt x="0" y="230314"/>
                  </a:lnTo>
                  <a:cubicBezTo>
                    <a:pt x="953" y="223361"/>
                    <a:pt x="2095" y="216408"/>
                    <a:pt x="3524" y="209550"/>
                  </a:cubicBezTo>
                  <a:lnTo>
                    <a:pt x="209550" y="3524"/>
                  </a:lnTo>
                  <a:cubicBezTo>
                    <a:pt x="216408" y="2095"/>
                    <a:pt x="223361" y="953"/>
                    <a:pt x="230314" y="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8" name="Freeform: Shape 16">
              <a:extLst>
                <a:ext uri="{FF2B5EF4-FFF2-40B4-BE49-F238E27FC236}">
                  <a16:creationId xmlns:a16="http://schemas.microsoft.com/office/drawing/2014/main" id="{146706CC-D9EC-09B0-CC47-AA08DA5368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21343" y="4864099"/>
              <a:ext cx="1152732" cy="1152732"/>
            </a:xfrm>
            <a:custGeom>
              <a:avLst/>
              <a:gdLst>
                <a:gd name="connsiteX0" fmla="*/ 294132 w 294131"/>
                <a:gd name="connsiteY0" fmla="*/ 1238 h 294131"/>
                <a:gd name="connsiteX1" fmla="*/ 1238 w 294131"/>
                <a:gd name="connsiteY1" fmla="*/ 294132 h 294131"/>
                <a:gd name="connsiteX2" fmla="*/ 0 w 294131"/>
                <a:gd name="connsiteY2" fmla="*/ 278225 h 294131"/>
                <a:gd name="connsiteX3" fmla="*/ 278225 w 294131"/>
                <a:gd name="connsiteY3" fmla="*/ 0 h 294131"/>
                <a:gd name="connsiteX4" fmla="*/ 294132 w 294131"/>
                <a:gd name="connsiteY4" fmla="*/ 1238 h 2941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94131" h="294131">
                  <a:moveTo>
                    <a:pt x="294132" y="1238"/>
                  </a:moveTo>
                  <a:lnTo>
                    <a:pt x="1238" y="294132"/>
                  </a:lnTo>
                  <a:cubicBezTo>
                    <a:pt x="667" y="288893"/>
                    <a:pt x="0" y="283559"/>
                    <a:pt x="0" y="278225"/>
                  </a:cubicBezTo>
                  <a:lnTo>
                    <a:pt x="278225" y="0"/>
                  </a:lnTo>
                  <a:cubicBezTo>
                    <a:pt x="283559" y="0"/>
                    <a:pt x="288893" y="667"/>
                    <a:pt x="294132" y="123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29" name="Freeform: Shape 17">
              <a:extLst>
                <a:ext uri="{FF2B5EF4-FFF2-40B4-BE49-F238E27FC236}">
                  <a16:creationId xmlns:a16="http://schemas.microsoft.com/office/drawing/2014/main" id="{9922673F-8D0B-5FBE-7481-EB6F04DE65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152324" y="4894707"/>
              <a:ext cx="1321462" cy="1321838"/>
            </a:xfrm>
            <a:custGeom>
              <a:avLst/>
              <a:gdLst>
                <a:gd name="connsiteX0" fmla="*/ 337185 w 337184"/>
                <a:gd name="connsiteY0" fmla="*/ 3905 h 337280"/>
                <a:gd name="connsiteX1" fmla="*/ 3810 w 337184"/>
                <a:gd name="connsiteY1" fmla="*/ 337280 h 337280"/>
                <a:gd name="connsiteX2" fmla="*/ 0 w 337184"/>
                <a:gd name="connsiteY2" fmla="*/ 323850 h 337280"/>
                <a:gd name="connsiteX3" fmla="*/ 323850 w 337184"/>
                <a:gd name="connsiteY3" fmla="*/ 0 h 337280"/>
                <a:gd name="connsiteX4" fmla="*/ 337185 w 337184"/>
                <a:gd name="connsiteY4" fmla="*/ 3905 h 33728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7184" h="337280">
                  <a:moveTo>
                    <a:pt x="337185" y="3905"/>
                  </a:moveTo>
                  <a:lnTo>
                    <a:pt x="3810" y="337280"/>
                  </a:lnTo>
                  <a:cubicBezTo>
                    <a:pt x="2381" y="332899"/>
                    <a:pt x="1143" y="328422"/>
                    <a:pt x="0" y="323850"/>
                  </a:cubicBezTo>
                  <a:lnTo>
                    <a:pt x="323850" y="0"/>
                  </a:lnTo>
                  <a:cubicBezTo>
                    <a:pt x="328327" y="1715"/>
                    <a:pt x="332804" y="2477"/>
                    <a:pt x="337185" y="3905"/>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0" name="Freeform: Shape 18">
              <a:extLst>
                <a:ext uri="{FF2B5EF4-FFF2-40B4-BE49-F238E27FC236}">
                  <a16:creationId xmlns:a16="http://schemas.microsoft.com/office/drawing/2014/main" id="{520C70C1-8194-DABF-186A-5F145034F4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15037" y="4957793"/>
              <a:ext cx="1428975" cy="1428975"/>
            </a:xfrm>
            <a:custGeom>
              <a:avLst/>
              <a:gdLst>
                <a:gd name="connsiteX0" fmla="*/ 364617 w 364617"/>
                <a:gd name="connsiteY0" fmla="*/ 5620 h 364617"/>
                <a:gd name="connsiteX1" fmla="*/ 5620 w 364617"/>
                <a:gd name="connsiteY1" fmla="*/ 364617 h 364617"/>
                <a:gd name="connsiteX2" fmla="*/ 0 w 364617"/>
                <a:gd name="connsiteY2" fmla="*/ 353187 h 364617"/>
                <a:gd name="connsiteX3" fmla="*/ 353187 w 364617"/>
                <a:gd name="connsiteY3" fmla="*/ 0 h 364617"/>
                <a:gd name="connsiteX4" fmla="*/ 364617 w 364617"/>
                <a:gd name="connsiteY4" fmla="*/ 5620 h 36461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64617" h="364617">
                  <a:moveTo>
                    <a:pt x="364617" y="5620"/>
                  </a:moveTo>
                  <a:lnTo>
                    <a:pt x="5620" y="364617"/>
                  </a:lnTo>
                  <a:cubicBezTo>
                    <a:pt x="3620" y="360902"/>
                    <a:pt x="1715" y="357092"/>
                    <a:pt x="0" y="353187"/>
                  </a:cubicBezTo>
                  <a:lnTo>
                    <a:pt x="353187" y="0"/>
                  </a:lnTo>
                  <a:cubicBezTo>
                    <a:pt x="357092" y="1715"/>
                    <a:pt x="360902" y="3715"/>
                    <a:pt x="364617" y="5620"/>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1" name="Freeform: Shape 19">
              <a:extLst>
                <a:ext uri="{FF2B5EF4-FFF2-40B4-BE49-F238E27FC236}">
                  <a16:creationId xmlns:a16="http://schemas.microsoft.com/office/drawing/2014/main" id="{F9C7A758-96BF-1D60-95AC-2F99100694E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301642" y="5044398"/>
              <a:ext cx="1490195" cy="1490195"/>
            </a:xfrm>
            <a:custGeom>
              <a:avLst/>
              <a:gdLst>
                <a:gd name="connsiteX0" fmla="*/ 380238 w 380238"/>
                <a:gd name="connsiteY0" fmla="*/ 7239 h 380238"/>
                <a:gd name="connsiteX1" fmla="*/ 7239 w 380238"/>
                <a:gd name="connsiteY1" fmla="*/ 380238 h 380238"/>
                <a:gd name="connsiteX2" fmla="*/ 0 w 380238"/>
                <a:gd name="connsiteY2" fmla="*/ 370713 h 380238"/>
                <a:gd name="connsiteX3" fmla="*/ 370237 w 380238"/>
                <a:gd name="connsiteY3" fmla="*/ 0 h 380238"/>
                <a:gd name="connsiteX4" fmla="*/ 380238 w 380238"/>
                <a:gd name="connsiteY4" fmla="*/ 7239 h 3802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80238" h="380238">
                  <a:moveTo>
                    <a:pt x="380238" y="7239"/>
                  </a:moveTo>
                  <a:lnTo>
                    <a:pt x="7239" y="380238"/>
                  </a:lnTo>
                  <a:cubicBezTo>
                    <a:pt x="4763" y="377000"/>
                    <a:pt x="2381" y="373571"/>
                    <a:pt x="0" y="370713"/>
                  </a:cubicBezTo>
                  <a:lnTo>
                    <a:pt x="370237" y="0"/>
                  </a:lnTo>
                  <a:cubicBezTo>
                    <a:pt x="373571" y="2381"/>
                    <a:pt x="377000" y="4763"/>
                    <a:pt x="380238" y="7239"/>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2" name="Freeform: Shape 20">
              <a:extLst>
                <a:ext uri="{FF2B5EF4-FFF2-40B4-BE49-F238E27FC236}">
                  <a16:creationId xmlns:a16="http://schemas.microsoft.com/office/drawing/2014/main" id="{90C5056B-7336-D4E2-B21F-8901D373B4B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09523" y="5152279"/>
              <a:ext cx="1509607" cy="1509607"/>
            </a:xfrm>
            <a:custGeom>
              <a:avLst/>
              <a:gdLst>
                <a:gd name="connsiteX0" fmla="*/ 380905 w 385191"/>
                <a:gd name="connsiteY0" fmla="*/ 4286 h 385191"/>
                <a:gd name="connsiteX1" fmla="*/ 385191 w 385191"/>
                <a:gd name="connsiteY1" fmla="*/ 8573 h 385191"/>
                <a:gd name="connsiteX2" fmla="*/ 8573 w 385191"/>
                <a:gd name="connsiteY2" fmla="*/ 385191 h 385191"/>
                <a:gd name="connsiteX3" fmla="*/ 4286 w 385191"/>
                <a:gd name="connsiteY3" fmla="*/ 380905 h 385191"/>
                <a:gd name="connsiteX4" fmla="*/ 0 w 385191"/>
                <a:gd name="connsiteY4" fmla="*/ 376523 h 385191"/>
                <a:gd name="connsiteX5" fmla="*/ 376523 w 385191"/>
                <a:gd name="connsiteY5" fmla="*/ 0 h 385191"/>
                <a:gd name="connsiteX6" fmla="*/ 380905 w 385191"/>
                <a:gd name="connsiteY6" fmla="*/ 4286 h 3851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85191" h="385191">
                  <a:moveTo>
                    <a:pt x="380905" y="4286"/>
                  </a:moveTo>
                  <a:lnTo>
                    <a:pt x="385191" y="8573"/>
                  </a:lnTo>
                  <a:lnTo>
                    <a:pt x="8573" y="385191"/>
                  </a:lnTo>
                  <a:lnTo>
                    <a:pt x="4286" y="380905"/>
                  </a:lnTo>
                  <a:cubicBezTo>
                    <a:pt x="2762" y="379476"/>
                    <a:pt x="1334" y="377952"/>
                    <a:pt x="0" y="376523"/>
                  </a:cubicBezTo>
                  <a:lnTo>
                    <a:pt x="376523" y="0"/>
                  </a:lnTo>
                  <a:cubicBezTo>
                    <a:pt x="377952" y="1334"/>
                    <a:pt x="379476" y="2667"/>
                    <a:pt x="380905" y="4286"/>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3" name="Freeform: Shape 21">
              <a:extLst>
                <a:ext uri="{FF2B5EF4-FFF2-40B4-BE49-F238E27FC236}">
                  <a16:creationId xmlns:a16="http://schemas.microsoft.com/office/drawing/2014/main" id="{25E52BEC-3282-F47C-27B1-A6345D19386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538685" y="5279576"/>
              <a:ext cx="1488326" cy="1490192"/>
            </a:xfrm>
            <a:custGeom>
              <a:avLst/>
              <a:gdLst>
                <a:gd name="connsiteX0" fmla="*/ 372428 w 379761"/>
                <a:gd name="connsiteY0" fmla="*/ 0 h 380237"/>
                <a:gd name="connsiteX1" fmla="*/ 379762 w 379761"/>
                <a:gd name="connsiteY1" fmla="*/ 9525 h 380237"/>
                <a:gd name="connsiteX2" fmla="*/ 9525 w 379761"/>
                <a:gd name="connsiteY2" fmla="*/ 380238 h 380237"/>
                <a:gd name="connsiteX3" fmla="*/ 0 w 379761"/>
                <a:gd name="connsiteY3" fmla="*/ 372904 h 380237"/>
              </a:gdLst>
              <a:ahLst/>
              <a:cxnLst>
                <a:cxn ang="0">
                  <a:pos x="connsiteX0" y="connsiteY0"/>
                </a:cxn>
                <a:cxn ang="0">
                  <a:pos x="connsiteX1" y="connsiteY1"/>
                </a:cxn>
                <a:cxn ang="0">
                  <a:pos x="connsiteX2" y="connsiteY2"/>
                </a:cxn>
                <a:cxn ang="0">
                  <a:pos x="connsiteX3" y="connsiteY3"/>
                </a:cxn>
              </a:cxnLst>
              <a:rect l="l" t="t" r="r" b="b"/>
              <a:pathLst>
                <a:path w="379761" h="380237">
                  <a:moveTo>
                    <a:pt x="372428" y="0"/>
                  </a:moveTo>
                  <a:cubicBezTo>
                    <a:pt x="374999" y="3239"/>
                    <a:pt x="377381" y="6572"/>
                    <a:pt x="379762" y="9525"/>
                  </a:cubicBezTo>
                  <a:lnTo>
                    <a:pt x="9525" y="380238"/>
                  </a:lnTo>
                  <a:cubicBezTo>
                    <a:pt x="6096" y="377857"/>
                    <a:pt x="2762" y="375476"/>
                    <a:pt x="0" y="372904"/>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4" name="Freeform: Shape 22">
              <a:extLst>
                <a:ext uri="{FF2B5EF4-FFF2-40B4-BE49-F238E27FC236}">
                  <a16:creationId xmlns:a16="http://schemas.microsoft.com/office/drawing/2014/main" id="{B936C934-C88D-8F4F-40B5-103526063F7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683896" y="5426652"/>
              <a:ext cx="1429720" cy="1429720"/>
            </a:xfrm>
            <a:custGeom>
              <a:avLst/>
              <a:gdLst>
                <a:gd name="connsiteX0" fmla="*/ 359188 w 364807"/>
                <a:gd name="connsiteY0" fmla="*/ 0 h 364807"/>
                <a:gd name="connsiteX1" fmla="*/ 364808 w 364807"/>
                <a:gd name="connsiteY1" fmla="*/ 11621 h 364807"/>
                <a:gd name="connsiteX2" fmla="*/ 11621 w 364807"/>
                <a:gd name="connsiteY2" fmla="*/ 364808 h 364807"/>
                <a:gd name="connsiteX3" fmla="*/ 0 w 364807"/>
                <a:gd name="connsiteY3" fmla="*/ 359188 h 364807"/>
              </a:gdLst>
              <a:ahLst/>
              <a:cxnLst>
                <a:cxn ang="0">
                  <a:pos x="connsiteX0" y="connsiteY0"/>
                </a:cxn>
                <a:cxn ang="0">
                  <a:pos x="connsiteX1" y="connsiteY1"/>
                </a:cxn>
                <a:cxn ang="0">
                  <a:pos x="connsiteX2" y="connsiteY2"/>
                </a:cxn>
                <a:cxn ang="0">
                  <a:pos x="connsiteX3" y="connsiteY3"/>
                </a:cxn>
              </a:cxnLst>
              <a:rect l="l" t="t" r="r" b="b"/>
              <a:pathLst>
                <a:path w="364807" h="364807">
                  <a:moveTo>
                    <a:pt x="359188" y="0"/>
                  </a:moveTo>
                  <a:cubicBezTo>
                    <a:pt x="361188" y="3905"/>
                    <a:pt x="362998" y="7715"/>
                    <a:pt x="364808" y="11621"/>
                  </a:cubicBezTo>
                  <a:lnTo>
                    <a:pt x="11621" y="364808"/>
                  </a:lnTo>
                  <a:cubicBezTo>
                    <a:pt x="7715" y="362998"/>
                    <a:pt x="3905" y="361188"/>
                    <a:pt x="0" y="359188"/>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5" name="Freeform: Shape 23">
              <a:extLst>
                <a:ext uri="{FF2B5EF4-FFF2-40B4-BE49-F238E27FC236}">
                  <a16:creationId xmlns:a16="http://schemas.microsoft.com/office/drawing/2014/main" id="{1BF10156-E3F2-D28C-9FFA-8BDB5B94EF5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01021" y="5597624"/>
              <a:ext cx="1275308" cy="1260376"/>
            </a:xfrm>
            <a:custGeom>
              <a:avLst/>
              <a:gdLst>
                <a:gd name="connsiteX0" fmla="*/ 1260376 w 1275308"/>
                <a:gd name="connsiteY0" fmla="*/ 0 h 1260376"/>
                <a:gd name="connsiteX1" fmla="*/ 1275308 w 1275308"/>
                <a:gd name="connsiteY1" fmla="*/ 52634 h 1260376"/>
                <a:gd name="connsiteX2" fmla="*/ 67566 w 1275308"/>
                <a:gd name="connsiteY2" fmla="*/ 1260376 h 1260376"/>
                <a:gd name="connsiteX3" fmla="*/ 0 w 1275308"/>
                <a:gd name="connsiteY3" fmla="*/ 1260376 h 1260376"/>
              </a:gdLst>
              <a:ahLst/>
              <a:cxnLst>
                <a:cxn ang="0">
                  <a:pos x="connsiteX0" y="connsiteY0"/>
                </a:cxn>
                <a:cxn ang="0">
                  <a:pos x="connsiteX1" y="connsiteY1"/>
                </a:cxn>
                <a:cxn ang="0">
                  <a:pos x="connsiteX2" y="connsiteY2"/>
                </a:cxn>
                <a:cxn ang="0">
                  <a:pos x="connsiteX3" y="connsiteY3"/>
                </a:cxn>
              </a:cxnLst>
              <a:rect l="l" t="t" r="r" b="b"/>
              <a:pathLst>
                <a:path w="1275308" h="1260376">
                  <a:moveTo>
                    <a:pt x="1260376" y="0"/>
                  </a:moveTo>
                  <a:cubicBezTo>
                    <a:pt x="1265977" y="17174"/>
                    <a:pt x="1270829" y="34716"/>
                    <a:pt x="1275308" y="52634"/>
                  </a:cubicBezTo>
                  <a:lnTo>
                    <a:pt x="67566" y="1260376"/>
                  </a:lnTo>
                  <a:lnTo>
                    <a:pt x="0" y="1260376"/>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6" name="Freeform: Shape 24">
              <a:extLst>
                <a:ext uri="{FF2B5EF4-FFF2-40B4-BE49-F238E27FC236}">
                  <a16:creationId xmlns:a16="http://schemas.microsoft.com/office/drawing/2014/main" id="{E39200CC-8CC8-F81D-B040-6F2A7928C7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141456" y="5797338"/>
              <a:ext cx="1065858" cy="1060662"/>
            </a:xfrm>
            <a:custGeom>
              <a:avLst/>
              <a:gdLst>
                <a:gd name="connsiteX0" fmla="*/ 1061006 w 1065858"/>
                <a:gd name="connsiteY0" fmla="*/ 0 h 1060662"/>
                <a:gd name="connsiteX1" fmla="*/ 1065858 w 1065858"/>
                <a:gd name="connsiteY1" fmla="*/ 62342 h 1060662"/>
                <a:gd name="connsiteX2" fmla="*/ 67196 w 1065858"/>
                <a:gd name="connsiteY2" fmla="*/ 1060662 h 1060662"/>
                <a:gd name="connsiteX3" fmla="*/ 0 w 1065858"/>
                <a:gd name="connsiteY3" fmla="*/ 1060662 h 1060662"/>
              </a:gdLst>
              <a:ahLst/>
              <a:cxnLst>
                <a:cxn ang="0">
                  <a:pos x="connsiteX0" y="connsiteY0"/>
                </a:cxn>
                <a:cxn ang="0">
                  <a:pos x="connsiteX1" y="connsiteY1"/>
                </a:cxn>
                <a:cxn ang="0">
                  <a:pos x="connsiteX2" y="connsiteY2"/>
                </a:cxn>
                <a:cxn ang="0">
                  <a:pos x="connsiteX3" y="connsiteY3"/>
                </a:cxn>
              </a:cxnLst>
              <a:rect l="l" t="t" r="r" b="b"/>
              <a:pathLst>
                <a:path w="1065858" h="1060662">
                  <a:moveTo>
                    <a:pt x="1061006" y="0"/>
                  </a:moveTo>
                  <a:cubicBezTo>
                    <a:pt x="1063248" y="20905"/>
                    <a:pt x="1064741" y="41809"/>
                    <a:pt x="1065858" y="62342"/>
                  </a:cubicBezTo>
                  <a:lnTo>
                    <a:pt x="67196" y="1060662"/>
                  </a:lnTo>
                  <a:lnTo>
                    <a:pt x="0" y="106066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7" name="Freeform: Shape 25">
              <a:extLst>
                <a:ext uri="{FF2B5EF4-FFF2-40B4-BE49-F238E27FC236}">
                  <a16:creationId xmlns:a16="http://schemas.microsoft.com/office/drawing/2014/main" id="{3F73A2BF-B2EA-FA33-C30B-E81E6754924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381830" y="6039978"/>
              <a:ext cx="818022" cy="818022"/>
            </a:xfrm>
            <a:custGeom>
              <a:avLst/>
              <a:gdLst>
                <a:gd name="connsiteX0" fmla="*/ 818022 w 818022"/>
                <a:gd name="connsiteY0" fmla="*/ 0 h 818022"/>
                <a:gd name="connsiteX1" fmla="*/ 804584 w 818022"/>
                <a:gd name="connsiteY1" fmla="*/ 80632 h 818022"/>
                <a:gd name="connsiteX2" fmla="*/ 67190 w 818022"/>
                <a:gd name="connsiteY2" fmla="*/ 818022 h 818022"/>
                <a:gd name="connsiteX3" fmla="*/ 0 w 818022"/>
                <a:gd name="connsiteY3" fmla="*/ 818022 h 818022"/>
              </a:gdLst>
              <a:ahLst/>
              <a:cxnLst>
                <a:cxn ang="0">
                  <a:pos x="connsiteX0" y="connsiteY0"/>
                </a:cxn>
                <a:cxn ang="0">
                  <a:pos x="connsiteX1" y="connsiteY1"/>
                </a:cxn>
                <a:cxn ang="0">
                  <a:pos x="connsiteX2" y="connsiteY2"/>
                </a:cxn>
                <a:cxn ang="0">
                  <a:pos x="connsiteX3" y="connsiteY3"/>
                </a:cxn>
              </a:cxnLst>
              <a:rect l="l" t="t" r="r" b="b"/>
              <a:pathLst>
                <a:path w="818022" h="818022">
                  <a:moveTo>
                    <a:pt x="818022" y="0"/>
                  </a:moveTo>
                  <a:cubicBezTo>
                    <a:pt x="814660" y="27250"/>
                    <a:pt x="810180" y="53755"/>
                    <a:pt x="804584" y="80632"/>
                  </a:cubicBezTo>
                  <a:lnTo>
                    <a:pt x="67190" y="818022"/>
                  </a:lnTo>
                  <a:lnTo>
                    <a:pt x="0" y="818022"/>
                  </a:ln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38" name="Freeform: Shape 26">
              <a:extLst>
                <a:ext uri="{FF2B5EF4-FFF2-40B4-BE49-F238E27FC236}">
                  <a16:creationId xmlns:a16="http://schemas.microsoft.com/office/drawing/2014/main" id="{7DD176D3-348C-956E-015F-2CA1FAB4A4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47375" y="6390131"/>
              <a:ext cx="442354" cy="442354"/>
            </a:xfrm>
            <a:custGeom>
              <a:avLst/>
              <a:gdLst>
                <a:gd name="connsiteX0" fmla="*/ 112871 w 112871"/>
                <a:gd name="connsiteY0" fmla="*/ 0 h 112871"/>
                <a:gd name="connsiteX1" fmla="*/ 0 w 112871"/>
                <a:gd name="connsiteY1" fmla="*/ 112871 h 112871"/>
              </a:gdLst>
              <a:ahLst/>
              <a:cxnLst>
                <a:cxn ang="0">
                  <a:pos x="connsiteX0" y="connsiteY0"/>
                </a:cxn>
                <a:cxn ang="0">
                  <a:pos x="connsiteX1" y="connsiteY1"/>
                </a:cxn>
              </a:cxnLst>
              <a:rect l="l" t="t" r="r" b="b"/>
              <a:pathLst>
                <a:path w="112871" h="112871">
                  <a:moveTo>
                    <a:pt x="112871" y="0"/>
                  </a:moveTo>
                  <a:cubicBezTo>
                    <a:pt x="87618" y="48239"/>
                    <a:pt x="48239" y="87618"/>
                    <a:pt x="0" y="112871"/>
                  </a:cubicBezTo>
                  <a:close/>
                </a:path>
              </a:pathLst>
            </a:custGeom>
            <a:grpFill/>
            <a:ln w="28575">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spTree>
    <p:extLst>
      <p:ext uri="{BB962C8B-B14F-4D97-AF65-F5344CB8AC3E}">
        <p14:creationId xmlns:p14="http://schemas.microsoft.com/office/powerpoint/2010/main" val="35791518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3677BAFB-3BD3-41BB-9107-FAE224AE21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E6823A9B-C188-42D4-847C-3AD928DB14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42784" y="253140"/>
            <a:ext cx="6184555" cy="6184555"/>
          </a:xfrm>
          <a:prstGeom prst="ellipse">
            <a:avLst/>
          </a:prstGeom>
          <a:solidFill>
            <a:srgbClr val="FFFFFF"/>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34B557F3-1A0C-4749-A6DB-EAC082DF3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24848" y="253140"/>
            <a:ext cx="6184555" cy="6184555"/>
          </a:xfrm>
          <a:prstGeom prst="ellipse">
            <a:avLst/>
          </a:prstGeom>
          <a:solidFill>
            <a:schemeClr val="accent6">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3"/>
              </a:solidFill>
            </a:endParaRPr>
          </a:p>
        </p:txBody>
      </p:sp>
      <p:sp>
        <p:nvSpPr>
          <p:cNvPr id="14" name="Oval 13">
            <a:extLst>
              <a:ext uri="{FF2B5EF4-FFF2-40B4-BE49-F238E27FC236}">
                <a16:creationId xmlns:a16="http://schemas.microsoft.com/office/drawing/2014/main" id="{55D55AA6-3751-494F-868A-DCEDC5CE82B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03723" y="136525"/>
            <a:ext cx="6184555" cy="6184555"/>
          </a:xfrm>
          <a:prstGeom prst="ellipse">
            <a:avLst/>
          </a:prstGeom>
          <a:solidFill>
            <a:schemeClr val="tx1"/>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FA7779B-5AF1-F721-6EE7-800C8BD4F1E1}"/>
              </a:ext>
            </a:extLst>
          </p:cNvPr>
          <p:cNvSpPr>
            <a:spLocks noGrp="1"/>
          </p:cNvSpPr>
          <p:nvPr>
            <p:ph type="title"/>
          </p:nvPr>
        </p:nvSpPr>
        <p:spPr>
          <a:xfrm>
            <a:off x="3581400" y="965580"/>
            <a:ext cx="5204489" cy="3160593"/>
          </a:xfrm>
        </p:spPr>
        <p:txBody>
          <a:bodyPr vert="horz" lIns="91440" tIns="45720" rIns="91440" bIns="45720" rtlCol="0" anchor="b">
            <a:normAutofit/>
          </a:bodyPr>
          <a:lstStyle/>
          <a:p>
            <a:pPr algn="ctr"/>
            <a:r>
              <a:rPr lang="en-US" sz="5400" kern="1200">
                <a:solidFill>
                  <a:schemeClr val="bg1"/>
                </a:solidFill>
                <a:latin typeface="+mj-lt"/>
                <a:ea typeface="+mj-ea"/>
                <a:cs typeface="+mj-cs"/>
              </a:rPr>
              <a:t>Q&amp;A</a:t>
            </a:r>
          </a:p>
        </p:txBody>
      </p:sp>
      <p:sp>
        <p:nvSpPr>
          <p:cNvPr id="3" name="Text Placeholder 2">
            <a:extLst>
              <a:ext uri="{FF2B5EF4-FFF2-40B4-BE49-F238E27FC236}">
                <a16:creationId xmlns:a16="http://schemas.microsoft.com/office/drawing/2014/main" id="{FE68E5EE-B015-6ACB-EFF5-F361A44C0CF4}"/>
              </a:ext>
            </a:extLst>
          </p:cNvPr>
          <p:cNvSpPr>
            <a:spLocks noGrp="1"/>
          </p:cNvSpPr>
          <p:nvPr>
            <p:ph type="body" idx="1"/>
          </p:nvPr>
        </p:nvSpPr>
        <p:spPr>
          <a:xfrm>
            <a:off x="3820817" y="4409960"/>
            <a:ext cx="4508641" cy="1116414"/>
          </a:xfrm>
        </p:spPr>
        <p:txBody>
          <a:bodyPr vert="horz" lIns="91440" tIns="45720" rIns="91440" bIns="45720" rtlCol="0">
            <a:normAutofit/>
          </a:bodyPr>
          <a:lstStyle/>
          <a:p>
            <a:pPr algn="ctr"/>
            <a:endParaRPr lang="en-US" sz="2000" kern="1200">
              <a:solidFill>
                <a:schemeClr val="bg1"/>
              </a:solidFill>
              <a:latin typeface="+mn-lt"/>
              <a:ea typeface="+mn-ea"/>
              <a:cs typeface="+mn-cs"/>
            </a:endParaRPr>
          </a:p>
        </p:txBody>
      </p:sp>
      <p:sp>
        <p:nvSpPr>
          <p:cNvPr id="16" name="Graphic 212">
            <a:extLst>
              <a:ext uri="{FF2B5EF4-FFF2-40B4-BE49-F238E27FC236}">
                <a16:creationId xmlns:a16="http://schemas.microsoft.com/office/drawing/2014/main" id="{4D4C00DC-4DC6-4CD2-9E31-F17E6CEBC5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8" name="Graphic 212">
            <a:extLst>
              <a:ext uri="{FF2B5EF4-FFF2-40B4-BE49-F238E27FC236}">
                <a16:creationId xmlns:a16="http://schemas.microsoft.com/office/drawing/2014/main" id="{D82AB1B2-7970-42CF-8BF5-567C69E9FF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56275" y="975977"/>
            <a:ext cx="413564" cy="413564"/>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nvGrpSpPr>
          <p:cNvPr id="20" name="Graphic 190">
            <a:extLst>
              <a:ext uri="{FF2B5EF4-FFF2-40B4-BE49-F238E27FC236}">
                <a16:creationId xmlns:a16="http://schemas.microsoft.com/office/drawing/2014/main" id="{66FB5A75-BDE2-4F12-A95B-C48788A7685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80947" y="1755501"/>
            <a:ext cx="1598829" cy="531293"/>
            <a:chOff x="2504802" y="1755501"/>
            <a:chExt cx="1598829" cy="531293"/>
          </a:xfrm>
          <a:solidFill>
            <a:schemeClr val="bg1"/>
          </a:solidFill>
        </p:grpSpPr>
        <p:sp>
          <p:nvSpPr>
            <p:cNvPr id="21" name="Freeform: Shape 20">
              <a:extLst>
                <a:ext uri="{FF2B5EF4-FFF2-40B4-BE49-F238E27FC236}">
                  <a16:creationId xmlns:a16="http://schemas.microsoft.com/office/drawing/2014/main" id="{DC86CBC8-A814-4C0C-A287-7C549693D2E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2113855"/>
              <a:ext cx="1598614" cy="172939"/>
            </a:xfrm>
            <a:custGeom>
              <a:avLst/>
              <a:gdLst>
                <a:gd name="connsiteX0" fmla="*/ 1248648 w 1598614"/>
                <a:gd name="connsiteY0" fmla="*/ 172939 h 172939"/>
                <a:gd name="connsiteX1" fmla="*/ 1123031 w 1598614"/>
                <a:gd name="connsiteY1" fmla="*/ 92708 h 172939"/>
                <a:gd name="connsiteX2" fmla="*/ 1024085 w 1598614"/>
                <a:gd name="connsiteY2" fmla="*/ 29469 h 172939"/>
                <a:gd name="connsiteX3" fmla="*/ 925140 w 1598614"/>
                <a:gd name="connsiteY3" fmla="*/ 92708 h 172939"/>
                <a:gd name="connsiteX4" fmla="*/ 799522 w 1598614"/>
                <a:gd name="connsiteY4" fmla="*/ 172939 h 172939"/>
                <a:gd name="connsiteX5" fmla="*/ 799522 w 1598614"/>
                <a:gd name="connsiteY5" fmla="*/ 172939 h 172939"/>
                <a:gd name="connsiteX6" fmla="*/ 673905 w 1598614"/>
                <a:gd name="connsiteY6" fmla="*/ 92708 h 172939"/>
                <a:gd name="connsiteX7" fmla="*/ 574959 w 1598614"/>
                <a:gd name="connsiteY7" fmla="*/ 29469 h 172939"/>
                <a:gd name="connsiteX8" fmla="*/ 476014 w 1598614"/>
                <a:gd name="connsiteY8" fmla="*/ 92708 h 172939"/>
                <a:gd name="connsiteX9" fmla="*/ 350396 w 1598614"/>
                <a:gd name="connsiteY9" fmla="*/ 172939 h 172939"/>
                <a:gd name="connsiteX10" fmla="*/ 224778 w 1598614"/>
                <a:gd name="connsiteY10" fmla="*/ 92708 h 172939"/>
                <a:gd name="connsiteX11" fmla="*/ 125833 w 1598614"/>
                <a:gd name="connsiteY11" fmla="*/ 29469 h 172939"/>
                <a:gd name="connsiteX12" fmla="*/ 26887 w 1598614"/>
                <a:gd name="connsiteY12" fmla="*/ 92708 h 172939"/>
                <a:gd name="connsiteX13" fmla="*/ 0 w 1598614"/>
                <a:gd name="connsiteY13" fmla="*/ 80232 h 172939"/>
                <a:gd name="connsiteX14" fmla="*/ 125618 w 1598614"/>
                <a:gd name="connsiteY14" fmla="*/ 0 h 172939"/>
                <a:gd name="connsiteX15" fmla="*/ 251235 w 1598614"/>
                <a:gd name="connsiteY15" fmla="*/ 80232 h 172939"/>
                <a:gd name="connsiteX16" fmla="*/ 350181 w 1598614"/>
                <a:gd name="connsiteY16" fmla="*/ 143471 h 172939"/>
                <a:gd name="connsiteX17" fmla="*/ 449126 w 1598614"/>
                <a:gd name="connsiteY17" fmla="*/ 80232 h 172939"/>
                <a:gd name="connsiteX18" fmla="*/ 574744 w 1598614"/>
                <a:gd name="connsiteY18" fmla="*/ 0 h 172939"/>
                <a:gd name="connsiteX19" fmla="*/ 700362 w 1598614"/>
                <a:gd name="connsiteY19" fmla="*/ 80232 h 172939"/>
                <a:gd name="connsiteX20" fmla="*/ 799307 w 1598614"/>
                <a:gd name="connsiteY20" fmla="*/ 143471 h 172939"/>
                <a:gd name="connsiteX21" fmla="*/ 799307 w 1598614"/>
                <a:gd name="connsiteY21" fmla="*/ 143471 h 172939"/>
                <a:gd name="connsiteX22" fmla="*/ 898253 w 1598614"/>
                <a:gd name="connsiteY22" fmla="*/ 80232 h 172939"/>
                <a:gd name="connsiteX23" fmla="*/ 1023870 w 1598614"/>
                <a:gd name="connsiteY23" fmla="*/ 0 h 172939"/>
                <a:gd name="connsiteX24" fmla="*/ 1149488 w 1598614"/>
                <a:gd name="connsiteY24" fmla="*/ 80232 h 172939"/>
                <a:gd name="connsiteX25" fmla="*/ 1248433 w 1598614"/>
                <a:gd name="connsiteY25" fmla="*/ 143471 h 172939"/>
                <a:gd name="connsiteX26" fmla="*/ 1347379 w 1598614"/>
                <a:gd name="connsiteY26" fmla="*/ 80232 h 172939"/>
                <a:gd name="connsiteX27" fmla="*/ 1472997 w 1598614"/>
                <a:gd name="connsiteY27" fmla="*/ 0 h 172939"/>
                <a:gd name="connsiteX28" fmla="*/ 1598614 w 1598614"/>
                <a:gd name="connsiteY28" fmla="*/ 80232 h 172939"/>
                <a:gd name="connsiteX29" fmla="*/ 1571942 w 1598614"/>
                <a:gd name="connsiteY29" fmla="*/ 92708 h 172939"/>
                <a:gd name="connsiteX30" fmla="*/ 1472997 w 1598614"/>
                <a:gd name="connsiteY30" fmla="*/ 29469 h 172939"/>
                <a:gd name="connsiteX31" fmla="*/ 1374051 w 1598614"/>
                <a:gd name="connsiteY31" fmla="*/ 92708 h 172939"/>
                <a:gd name="connsiteX32" fmla="*/ 1248648 w 1598614"/>
                <a:gd name="connsiteY32" fmla="*/ 172939 h 1729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614" h="172939">
                  <a:moveTo>
                    <a:pt x="1248648" y="172939"/>
                  </a:moveTo>
                  <a:cubicBezTo>
                    <a:pt x="1194229" y="172939"/>
                    <a:pt x="1146046" y="142180"/>
                    <a:pt x="1123031" y="92708"/>
                  </a:cubicBezTo>
                  <a:cubicBezTo>
                    <a:pt x="1104962" y="53775"/>
                    <a:pt x="1067105" y="29469"/>
                    <a:pt x="1024085" y="29469"/>
                  </a:cubicBezTo>
                  <a:cubicBezTo>
                    <a:pt x="981066" y="29469"/>
                    <a:pt x="943208" y="53775"/>
                    <a:pt x="925140" y="92708"/>
                  </a:cubicBezTo>
                  <a:cubicBezTo>
                    <a:pt x="902124" y="142180"/>
                    <a:pt x="853942" y="172939"/>
                    <a:pt x="799522" y="172939"/>
                  </a:cubicBezTo>
                  <a:cubicBezTo>
                    <a:pt x="799522" y="172939"/>
                    <a:pt x="799522" y="172939"/>
                    <a:pt x="799522" y="172939"/>
                  </a:cubicBezTo>
                  <a:cubicBezTo>
                    <a:pt x="744887" y="172939"/>
                    <a:pt x="696920" y="142180"/>
                    <a:pt x="673905" y="92708"/>
                  </a:cubicBezTo>
                  <a:cubicBezTo>
                    <a:pt x="655836" y="53775"/>
                    <a:pt x="617979" y="29469"/>
                    <a:pt x="574959" y="29469"/>
                  </a:cubicBezTo>
                  <a:cubicBezTo>
                    <a:pt x="531939" y="29469"/>
                    <a:pt x="494082" y="53775"/>
                    <a:pt x="476014" y="92708"/>
                  </a:cubicBezTo>
                  <a:cubicBezTo>
                    <a:pt x="452998" y="142180"/>
                    <a:pt x="405031" y="172939"/>
                    <a:pt x="350396" y="172939"/>
                  </a:cubicBezTo>
                  <a:cubicBezTo>
                    <a:pt x="295976" y="172939"/>
                    <a:pt x="247794" y="142180"/>
                    <a:pt x="224778" y="92708"/>
                  </a:cubicBezTo>
                  <a:cubicBezTo>
                    <a:pt x="206710" y="53775"/>
                    <a:pt x="168853" y="29469"/>
                    <a:pt x="125833" y="29469"/>
                  </a:cubicBezTo>
                  <a:cubicBezTo>
                    <a:pt x="82813" y="29469"/>
                    <a:pt x="44956" y="53775"/>
                    <a:pt x="26887" y="92708"/>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268" y="30759"/>
                    <a:pt x="969235" y="0"/>
                    <a:pt x="1023870" y="0"/>
                  </a:cubicBezTo>
                  <a:cubicBezTo>
                    <a:pt x="1078505" y="0"/>
                    <a:pt x="1126472" y="30759"/>
                    <a:pt x="1149488" y="80232"/>
                  </a:cubicBezTo>
                  <a:cubicBezTo>
                    <a:pt x="1167556" y="119165"/>
                    <a:pt x="1205414" y="143471"/>
                    <a:pt x="1248433" y="143471"/>
                  </a:cubicBezTo>
                  <a:cubicBezTo>
                    <a:pt x="1291453" y="143471"/>
                    <a:pt x="1329311" y="119165"/>
                    <a:pt x="1347379" y="80232"/>
                  </a:cubicBezTo>
                  <a:cubicBezTo>
                    <a:pt x="1370394" y="30759"/>
                    <a:pt x="1418361" y="0"/>
                    <a:pt x="1472997" y="0"/>
                  </a:cubicBezTo>
                  <a:cubicBezTo>
                    <a:pt x="1527632" y="0"/>
                    <a:pt x="1575814" y="30759"/>
                    <a:pt x="1598614" y="80232"/>
                  </a:cubicBezTo>
                  <a:lnTo>
                    <a:pt x="1571942" y="92708"/>
                  </a:lnTo>
                  <a:cubicBezTo>
                    <a:pt x="1553874" y="53775"/>
                    <a:pt x="1515801" y="29469"/>
                    <a:pt x="1472997" y="29469"/>
                  </a:cubicBezTo>
                  <a:cubicBezTo>
                    <a:pt x="1429977" y="29469"/>
                    <a:pt x="1392119" y="53775"/>
                    <a:pt x="1374051" y="92708"/>
                  </a:cubicBezTo>
                  <a:cubicBezTo>
                    <a:pt x="1351251" y="142180"/>
                    <a:pt x="1303069" y="172939"/>
                    <a:pt x="1248648" y="172939"/>
                  </a:cubicBezTo>
                  <a:close/>
                </a:path>
              </a:pathLst>
            </a:custGeom>
            <a:grpFill/>
            <a:ln w="21496" cap="flat">
              <a:no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6AA52F4F-14E6-402F-A196-668B9CA9BC6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1755501"/>
              <a:ext cx="1598829" cy="172724"/>
            </a:xfrm>
            <a:custGeom>
              <a:avLst/>
              <a:gdLst>
                <a:gd name="connsiteX0" fmla="*/ 1248648 w 1598829"/>
                <a:gd name="connsiteY0" fmla="*/ 172724 h 172724"/>
                <a:gd name="connsiteX1" fmla="*/ 1123031 w 1598829"/>
                <a:gd name="connsiteY1" fmla="*/ 92492 h 172724"/>
                <a:gd name="connsiteX2" fmla="*/ 1024085 w 1598829"/>
                <a:gd name="connsiteY2" fmla="*/ 29253 h 172724"/>
                <a:gd name="connsiteX3" fmla="*/ 925140 w 1598829"/>
                <a:gd name="connsiteY3" fmla="*/ 92492 h 172724"/>
                <a:gd name="connsiteX4" fmla="*/ 799522 w 1598829"/>
                <a:gd name="connsiteY4" fmla="*/ 172724 h 172724"/>
                <a:gd name="connsiteX5" fmla="*/ 799522 w 1598829"/>
                <a:gd name="connsiteY5" fmla="*/ 172724 h 172724"/>
                <a:gd name="connsiteX6" fmla="*/ 673905 w 1598829"/>
                <a:gd name="connsiteY6" fmla="*/ 92492 h 172724"/>
                <a:gd name="connsiteX7" fmla="*/ 574959 w 1598829"/>
                <a:gd name="connsiteY7" fmla="*/ 29253 h 172724"/>
                <a:gd name="connsiteX8" fmla="*/ 476014 w 1598829"/>
                <a:gd name="connsiteY8" fmla="*/ 92492 h 172724"/>
                <a:gd name="connsiteX9" fmla="*/ 350396 w 1598829"/>
                <a:gd name="connsiteY9" fmla="*/ 172724 h 172724"/>
                <a:gd name="connsiteX10" fmla="*/ 224778 w 1598829"/>
                <a:gd name="connsiteY10" fmla="*/ 92492 h 172724"/>
                <a:gd name="connsiteX11" fmla="*/ 125833 w 1598829"/>
                <a:gd name="connsiteY11" fmla="*/ 29253 h 172724"/>
                <a:gd name="connsiteX12" fmla="*/ 26887 w 1598829"/>
                <a:gd name="connsiteY12" fmla="*/ 92492 h 172724"/>
                <a:gd name="connsiteX13" fmla="*/ 0 w 1598829"/>
                <a:gd name="connsiteY13" fmla="*/ 80232 h 172724"/>
                <a:gd name="connsiteX14" fmla="*/ 125618 w 1598829"/>
                <a:gd name="connsiteY14" fmla="*/ 0 h 172724"/>
                <a:gd name="connsiteX15" fmla="*/ 251235 w 1598829"/>
                <a:gd name="connsiteY15" fmla="*/ 80232 h 172724"/>
                <a:gd name="connsiteX16" fmla="*/ 350181 w 1598829"/>
                <a:gd name="connsiteY16" fmla="*/ 143471 h 172724"/>
                <a:gd name="connsiteX17" fmla="*/ 449126 w 1598829"/>
                <a:gd name="connsiteY17" fmla="*/ 80232 h 172724"/>
                <a:gd name="connsiteX18" fmla="*/ 574744 w 1598829"/>
                <a:gd name="connsiteY18" fmla="*/ 0 h 172724"/>
                <a:gd name="connsiteX19" fmla="*/ 700362 w 1598829"/>
                <a:gd name="connsiteY19" fmla="*/ 80232 h 172724"/>
                <a:gd name="connsiteX20" fmla="*/ 799307 w 1598829"/>
                <a:gd name="connsiteY20" fmla="*/ 143471 h 172724"/>
                <a:gd name="connsiteX21" fmla="*/ 799307 w 1598829"/>
                <a:gd name="connsiteY21" fmla="*/ 143471 h 172724"/>
                <a:gd name="connsiteX22" fmla="*/ 898253 w 1598829"/>
                <a:gd name="connsiteY22" fmla="*/ 80232 h 172724"/>
                <a:gd name="connsiteX23" fmla="*/ 1024085 w 1598829"/>
                <a:gd name="connsiteY23" fmla="*/ 0 h 172724"/>
                <a:gd name="connsiteX24" fmla="*/ 1149703 w 1598829"/>
                <a:gd name="connsiteY24" fmla="*/ 80232 h 172724"/>
                <a:gd name="connsiteX25" fmla="*/ 1248648 w 1598829"/>
                <a:gd name="connsiteY25" fmla="*/ 143471 h 172724"/>
                <a:gd name="connsiteX26" fmla="*/ 1347594 w 1598829"/>
                <a:gd name="connsiteY26" fmla="*/ 80232 h 172724"/>
                <a:gd name="connsiteX27" fmla="*/ 1473212 w 1598829"/>
                <a:gd name="connsiteY27" fmla="*/ 0 h 172724"/>
                <a:gd name="connsiteX28" fmla="*/ 1598829 w 1598829"/>
                <a:gd name="connsiteY28" fmla="*/ 80232 h 172724"/>
                <a:gd name="connsiteX29" fmla="*/ 1572157 w 1598829"/>
                <a:gd name="connsiteY29" fmla="*/ 92492 h 172724"/>
                <a:gd name="connsiteX30" fmla="*/ 1473212 w 1598829"/>
                <a:gd name="connsiteY30" fmla="*/ 29253 h 172724"/>
                <a:gd name="connsiteX31" fmla="*/ 1374266 w 1598829"/>
                <a:gd name="connsiteY31" fmla="*/ 92492 h 172724"/>
                <a:gd name="connsiteX32" fmla="*/ 1248648 w 1598829"/>
                <a:gd name="connsiteY32" fmla="*/ 172724 h 1727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829" h="172724">
                  <a:moveTo>
                    <a:pt x="1248648" y="172724"/>
                  </a:moveTo>
                  <a:cubicBezTo>
                    <a:pt x="1194229" y="172724"/>
                    <a:pt x="1146046" y="141965"/>
                    <a:pt x="1123031" y="92492"/>
                  </a:cubicBezTo>
                  <a:cubicBezTo>
                    <a:pt x="1104962" y="53560"/>
                    <a:pt x="1067105" y="29253"/>
                    <a:pt x="1024085" y="29253"/>
                  </a:cubicBezTo>
                  <a:cubicBezTo>
                    <a:pt x="981066" y="29253"/>
                    <a:pt x="943208" y="53560"/>
                    <a:pt x="925140" y="92492"/>
                  </a:cubicBezTo>
                  <a:cubicBezTo>
                    <a:pt x="902124" y="141965"/>
                    <a:pt x="853942" y="172724"/>
                    <a:pt x="799522" y="172724"/>
                  </a:cubicBezTo>
                  <a:cubicBezTo>
                    <a:pt x="799522" y="172724"/>
                    <a:pt x="799522" y="172724"/>
                    <a:pt x="799522" y="172724"/>
                  </a:cubicBezTo>
                  <a:cubicBezTo>
                    <a:pt x="744887" y="172724"/>
                    <a:pt x="696920" y="141965"/>
                    <a:pt x="673905" y="92492"/>
                  </a:cubicBezTo>
                  <a:cubicBezTo>
                    <a:pt x="655836" y="53560"/>
                    <a:pt x="617979" y="29253"/>
                    <a:pt x="574959" y="29253"/>
                  </a:cubicBezTo>
                  <a:cubicBezTo>
                    <a:pt x="531939" y="29253"/>
                    <a:pt x="494082" y="53560"/>
                    <a:pt x="476014" y="92492"/>
                  </a:cubicBezTo>
                  <a:cubicBezTo>
                    <a:pt x="452998" y="141965"/>
                    <a:pt x="405031" y="172724"/>
                    <a:pt x="350396" y="172724"/>
                  </a:cubicBezTo>
                  <a:cubicBezTo>
                    <a:pt x="295976" y="172724"/>
                    <a:pt x="247794" y="141965"/>
                    <a:pt x="224778" y="92492"/>
                  </a:cubicBezTo>
                  <a:cubicBezTo>
                    <a:pt x="206710" y="53560"/>
                    <a:pt x="168853" y="29253"/>
                    <a:pt x="125833" y="29253"/>
                  </a:cubicBezTo>
                  <a:cubicBezTo>
                    <a:pt x="82813" y="29253"/>
                    <a:pt x="44956" y="53560"/>
                    <a:pt x="26887" y="92492"/>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483" y="30759"/>
                    <a:pt x="969450" y="0"/>
                    <a:pt x="1024085" y="0"/>
                  </a:cubicBezTo>
                  <a:cubicBezTo>
                    <a:pt x="1078720" y="0"/>
                    <a:pt x="1126688" y="30759"/>
                    <a:pt x="1149703" y="80232"/>
                  </a:cubicBezTo>
                  <a:cubicBezTo>
                    <a:pt x="1167771" y="119165"/>
                    <a:pt x="1205629" y="143471"/>
                    <a:pt x="1248648" y="143471"/>
                  </a:cubicBezTo>
                  <a:cubicBezTo>
                    <a:pt x="1291668" y="143471"/>
                    <a:pt x="1329526" y="119165"/>
                    <a:pt x="1347594" y="80232"/>
                  </a:cubicBezTo>
                  <a:cubicBezTo>
                    <a:pt x="1370610" y="30759"/>
                    <a:pt x="1418792" y="0"/>
                    <a:pt x="1473212" y="0"/>
                  </a:cubicBezTo>
                  <a:cubicBezTo>
                    <a:pt x="1527847" y="0"/>
                    <a:pt x="1576029" y="30759"/>
                    <a:pt x="1598829" y="80232"/>
                  </a:cubicBezTo>
                  <a:lnTo>
                    <a:pt x="1572157" y="92492"/>
                  </a:lnTo>
                  <a:cubicBezTo>
                    <a:pt x="1554089" y="53560"/>
                    <a:pt x="1516016" y="29253"/>
                    <a:pt x="1473212" y="29253"/>
                  </a:cubicBezTo>
                  <a:cubicBezTo>
                    <a:pt x="1430192" y="29253"/>
                    <a:pt x="1392335" y="53560"/>
                    <a:pt x="1374266" y="92492"/>
                  </a:cubicBezTo>
                  <a:cubicBezTo>
                    <a:pt x="1351251" y="141965"/>
                    <a:pt x="1303069" y="172724"/>
                    <a:pt x="1248648" y="172724"/>
                  </a:cubicBezTo>
                  <a:close/>
                </a:path>
              </a:pathLst>
            </a:custGeom>
            <a:grpFill/>
            <a:ln w="21496" cap="flat">
              <a:noFill/>
              <a:prstDash val="solid"/>
              <a:miter/>
            </a:ln>
          </p:spPr>
          <p:txBody>
            <a:bodyPr rtlCol="0" anchor="ctr"/>
            <a:lstStyle/>
            <a:p>
              <a:endParaRPr lang="en-US"/>
            </a:p>
          </p:txBody>
        </p:sp>
      </p:grpSp>
      <p:sp>
        <p:nvSpPr>
          <p:cNvPr id="24" name="Oval 23">
            <a:extLst>
              <a:ext uri="{FF2B5EF4-FFF2-40B4-BE49-F238E27FC236}">
                <a16:creationId xmlns:a16="http://schemas.microsoft.com/office/drawing/2014/main" id="{C10FB9CA-E7FA-462C-B537-F1224ED1ACF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sp>
        <p:nvSpPr>
          <p:cNvPr id="26" name="Oval 25">
            <a:extLst>
              <a:ext uri="{FF2B5EF4-FFF2-40B4-BE49-F238E27FC236}">
                <a16:creationId xmlns:a16="http://schemas.microsoft.com/office/drawing/2014/main" id="{D8469AE7-A75B-4F37-850B-EF5974ABED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719820" y="4236107"/>
            <a:ext cx="510988" cy="510988"/>
          </a:xfrm>
          <a:prstGeom prst="ellipse">
            <a:avLst/>
          </a:pr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p>
        </p:txBody>
      </p:sp>
      <p:grpSp>
        <p:nvGrpSpPr>
          <p:cNvPr id="28" name="Graphic 4">
            <a:extLst>
              <a:ext uri="{FF2B5EF4-FFF2-40B4-BE49-F238E27FC236}">
                <a16:creationId xmlns:a16="http://schemas.microsoft.com/office/drawing/2014/main" id="{63301095-70B2-49AA-8DA9-A35629AD621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8597506" y="4175798"/>
            <a:ext cx="1861486" cy="1861665"/>
            <a:chOff x="5734053" y="3067000"/>
            <a:chExt cx="724484" cy="724549"/>
          </a:xfrm>
          <a:solidFill>
            <a:schemeClr val="bg1"/>
          </a:solidFill>
        </p:grpSpPr>
        <p:sp>
          <p:nvSpPr>
            <p:cNvPr id="29" name="Freeform: Shape 28">
              <a:extLst>
                <a:ext uri="{FF2B5EF4-FFF2-40B4-BE49-F238E27FC236}">
                  <a16:creationId xmlns:a16="http://schemas.microsoft.com/office/drawing/2014/main" id="{D218E08C-0BEA-45C2-8C09-4141DDDA001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067000"/>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232F6090-14E0-44C6-B9FC-C91047BCDC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FDB9402B-335C-4892-9E7C-C400E95BE0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E7A4371D-4448-409A-93F3-0C92E3EBDCF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780149CB-4B8F-4FD1-AC5E-25670C9EA0A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92D49A1A-35B0-4620-9D1E-A782A0E978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AFF46F08-B1E4-44C1-BD4A-4191D6EAD9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6" name="Freeform: Shape 35">
              <a:extLst>
                <a:ext uri="{FF2B5EF4-FFF2-40B4-BE49-F238E27FC236}">
                  <a16:creationId xmlns:a16="http://schemas.microsoft.com/office/drawing/2014/main" id="{8DB16610-3D81-4E5C-850D-5D1245C0DC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26244"/>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37" name="Freeform: Shape 36">
              <a:extLst>
                <a:ext uri="{FF2B5EF4-FFF2-40B4-BE49-F238E27FC236}">
                  <a16:creationId xmlns:a16="http://schemas.microsoft.com/office/drawing/2014/main" id="{E05501B2-83AC-4299-BE5A-8CA16B4089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26242"/>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8" name="Freeform: Shape 37">
              <a:extLst>
                <a:ext uri="{FF2B5EF4-FFF2-40B4-BE49-F238E27FC236}">
                  <a16:creationId xmlns:a16="http://schemas.microsoft.com/office/drawing/2014/main" id="{07CF1B90-3B3A-403E-A94F-8B82945D07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9" name="Freeform: Shape 38">
              <a:extLst>
                <a:ext uri="{FF2B5EF4-FFF2-40B4-BE49-F238E27FC236}">
                  <a16:creationId xmlns:a16="http://schemas.microsoft.com/office/drawing/2014/main" id="{56A1CBA9-4AC1-4C42-9429-3FF31DF282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0" name="Freeform: Shape 39">
              <a:extLst>
                <a:ext uri="{FF2B5EF4-FFF2-40B4-BE49-F238E27FC236}">
                  <a16:creationId xmlns:a16="http://schemas.microsoft.com/office/drawing/2014/main" id="{21318D9B-FD39-402A-ADFA-0E6CC789A7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1" name="Freeform: Shape 40">
              <a:extLst>
                <a:ext uri="{FF2B5EF4-FFF2-40B4-BE49-F238E27FC236}">
                  <a16:creationId xmlns:a16="http://schemas.microsoft.com/office/drawing/2014/main" id="{333FB08F-B346-47C0-A7CD-1DE53E6C0D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126244"/>
              <a:ext cx="14097" cy="14097"/>
            </a:xfrm>
            <a:custGeom>
              <a:avLst/>
              <a:gdLst>
                <a:gd name="connsiteX0" fmla="*/ 14097 w 14097"/>
                <a:gd name="connsiteY0" fmla="*/ 7049 h 14097"/>
                <a:gd name="connsiteX1" fmla="*/ 7048 w 14097"/>
                <a:gd name="connsiteY1" fmla="*/ 14097 h 14097"/>
                <a:gd name="connsiteX2" fmla="*/ 0 w 14097"/>
                <a:gd name="connsiteY2" fmla="*/ 7049 h 14097"/>
                <a:gd name="connsiteX3" fmla="*/ 7048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42" name="Freeform: Shape 41">
              <a:extLst>
                <a:ext uri="{FF2B5EF4-FFF2-40B4-BE49-F238E27FC236}">
                  <a16:creationId xmlns:a16="http://schemas.microsoft.com/office/drawing/2014/main" id="{893AD6F2-6408-4A8E-9749-CB7388EF3D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2624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3" name="Freeform: Shape 42">
              <a:extLst>
                <a:ext uri="{FF2B5EF4-FFF2-40B4-BE49-F238E27FC236}">
                  <a16:creationId xmlns:a16="http://schemas.microsoft.com/office/drawing/2014/main" id="{715D9D2F-1568-4BE3-A54A-69F52492B0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185393"/>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9AB547A7-0D80-491F-98B4-C6B7CC4FC4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7E2693CD-DAF5-4B26-9A2F-17673BF318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A96EEE12-952A-4693-B161-D7071D6010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F4228DCC-1611-4BDC-90AA-231F67EB11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DA163C3C-D3DF-461F-B6A8-90C7C227D1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185393"/>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4D021D29-2980-41C3-AB83-DA93C105BCE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18539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AC09C1FA-1A9D-49A7-9D73-8B777140A30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244637"/>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1" name="Freeform: Shape 50">
              <a:extLst>
                <a:ext uri="{FF2B5EF4-FFF2-40B4-BE49-F238E27FC236}">
                  <a16:creationId xmlns:a16="http://schemas.microsoft.com/office/drawing/2014/main" id="{0B8D8CD4-7B9B-48A5-BC59-0CB859354F7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24463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2" name="Freeform: Shape 51">
              <a:extLst>
                <a:ext uri="{FF2B5EF4-FFF2-40B4-BE49-F238E27FC236}">
                  <a16:creationId xmlns:a16="http://schemas.microsoft.com/office/drawing/2014/main" id="{224D0A27-A8B0-4020-9399-24127726E6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3" name="Freeform: Shape 52">
              <a:extLst>
                <a:ext uri="{FF2B5EF4-FFF2-40B4-BE49-F238E27FC236}">
                  <a16:creationId xmlns:a16="http://schemas.microsoft.com/office/drawing/2014/main" id="{168E8EBA-9F8C-4650-B9BE-38A0A56BCF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4" name="Freeform: Shape 53">
              <a:extLst>
                <a:ext uri="{FF2B5EF4-FFF2-40B4-BE49-F238E27FC236}">
                  <a16:creationId xmlns:a16="http://schemas.microsoft.com/office/drawing/2014/main" id="{6A460BB3-2605-4AA2-AE1D-B9FB61EBF2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5" name="Freeform: Shape 54">
              <a:extLst>
                <a:ext uri="{FF2B5EF4-FFF2-40B4-BE49-F238E27FC236}">
                  <a16:creationId xmlns:a16="http://schemas.microsoft.com/office/drawing/2014/main" id="{1E2E38EE-DBBE-4CC1-9498-E7193E1B28B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244637"/>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6" name="Freeform: Shape 55">
              <a:extLst>
                <a:ext uri="{FF2B5EF4-FFF2-40B4-BE49-F238E27FC236}">
                  <a16:creationId xmlns:a16="http://schemas.microsoft.com/office/drawing/2014/main" id="{BF191D5C-7D2A-4408-A8F2-389D2360F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24463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08F7193B-B379-4921-9F17-1841D50611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03786"/>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8" name="Freeform: Shape 57">
              <a:extLst>
                <a:ext uri="{FF2B5EF4-FFF2-40B4-BE49-F238E27FC236}">
                  <a16:creationId xmlns:a16="http://schemas.microsoft.com/office/drawing/2014/main" id="{B4C5E53C-6003-4F74-B1CA-C7EA1E49930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9" name="Freeform: Shape 58">
              <a:extLst>
                <a:ext uri="{FF2B5EF4-FFF2-40B4-BE49-F238E27FC236}">
                  <a16:creationId xmlns:a16="http://schemas.microsoft.com/office/drawing/2014/main" id="{CB97B2B1-1CF5-46A5-940D-AB8F57F5909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0" name="Freeform: Shape 59">
              <a:extLst>
                <a:ext uri="{FF2B5EF4-FFF2-40B4-BE49-F238E27FC236}">
                  <a16:creationId xmlns:a16="http://schemas.microsoft.com/office/drawing/2014/main" id="{0783F4F1-D8CE-4453-B79B-AD976E272C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06A7A4C9-F24F-4F00-A2FA-29E788A091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EB694A32-59D6-46E3-8CE4-E4C485C2CB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03786"/>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983EBB4C-28FF-41C6-90D6-5F30FC0868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0707659D-8AE9-49B5-AB29-ECC099F495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363031"/>
              <a:ext cx="14192" cy="14097"/>
            </a:xfrm>
            <a:custGeom>
              <a:avLst/>
              <a:gdLst>
                <a:gd name="connsiteX0" fmla="*/ 14192 w 14192"/>
                <a:gd name="connsiteY0" fmla="*/ 7048 h 14097"/>
                <a:gd name="connsiteX1" fmla="*/ 7144 w 14192"/>
                <a:gd name="connsiteY1" fmla="*/ 14097 h 14097"/>
                <a:gd name="connsiteX2" fmla="*/ 0 w 14192"/>
                <a:gd name="connsiteY2" fmla="*/ 7048 h 14097"/>
                <a:gd name="connsiteX3" fmla="*/ 7049 w 14192"/>
                <a:gd name="connsiteY3" fmla="*/ 0 h 14097"/>
                <a:gd name="connsiteX4" fmla="*/ 14192 w 14192"/>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5C987ECC-9573-46EA-9C4A-7C3CAE39380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363029"/>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4DAF6708-18C2-4082-B024-6CEA32AE01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7" name="Freeform: Shape 66">
              <a:extLst>
                <a:ext uri="{FF2B5EF4-FFF2-40B4-BE49-F238E27FC236}">
                  <a16:creationId xmlns:a16="http://schemas.microsoft.com/office/drawing/2014/main" id="{72CBB5AE-39E2-4D9B-A834-64D31B00327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8" name="Freeform: Shape 67">
              <a:extLst>
                <a:ext uri="{FF2B5EF4-FFF2-40B4-BE49-F238E27FC236}">
                  <a16:creationId xmlns:a16="http://schemas.microsoft.com/office/drawing/2014/main" id="{4592DE98-77BF-4E8E-AEB4-1934207BAE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9" name="Freeform: Shape 68">
              <a:extLst>
                <a:ext uri="{FF2B5EF4-FFF2-40B4-BE49-F238E27FC236}">
                  <a16:creationId xmlns:a16="http://schemas.microsoft.com/office/drawing/2014/main" id="{5AF5D9A0-BA94-4D2B-8479-26C55355B6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363031"/>
              <a:ext cx="14097" cy="14097"/>
            </a:xfrm>
            <a:custGeom>
              <a:avLst/>
              <a:gdLst>
                <a:gd name="connsiteX0" fmla="*/ 14097 w 14097"/>
                <a:gd name="connsiteY0" fmla="*/ 7048 h 14097"/>
                <a:gd name="connsiteX1" fmla="*/ 7048 w 14097"/>
                <a:gd name="connsiteY1" fmla="*/ 14097 h 14097"/>
                <a:gd name="connsiteX2" fmla="*/ 0 w 14097"/>
                <a:gd name="connsiteY2" fmla="*/ 7048 h 14097"/>
                <a:gd name="connsiteX3" fmla="*/ 7048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0" name="Freeform: Shape 69">
              <a:extLst>
                <a:ext uri="{FF2B5EF4-FFF2-40B4-BE49-F238E27FC236}">
                  <a16:creationId xmlns:a16="http://schemas.microsoft.com/office/drawing/2014/main" id="{2CAA6A8E-7ACF-4EF7-AAD6-734A009DCF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3630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71" name="Freeform: Shape 70">
              <a:extLst>
                <a:ext uri="{FF2B5EF4-FFF2-40B4-BE49-F238E27FC236}">
                  <a16:creationId xmlns:a16="http://schemas.microsoft.com/office/drawing/2014/main" id="{D3DD3695-F212-4BAD-BBB3-EC1F624740B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22181"/>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72" name="Freeform: Shape 71">
              <a:extLst>
                <a:ext uri="{FF2B5EF4-FFF2-40B4-BE49-F238E27FC236}">
                  <a16:creationId xmlns:a16="http://schemas.microsoft.com/office/drawing/2014/main" id="{AB1B3ECB-7594-4C5C-B62B-E686C0A89E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221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3" name="Freeform: Shape 72">
              <a:extLst>
                <a:ext uri="{FF2B5EF4-FFF2-40B4-BE49-F238E27FC236}">
                  <a16:creationId xmlns:a16="http://schemas.microsoft.com/office/drawing/2014/main" id="{5EE54C3C-D9E5-4782-B8F6-058EB2D63E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4" name="Freeform: Shape 73">
              <a:extLst>
                <a:ext uri="{FF2B5EF4-FFF2-40B4-BE49-F238E27FC236}">
                  <a16:creationId xmlns:a16="http://schemas.microsoft.com/office/drawing/2014/main" id="{EAE78EEE-DC43-44E1-AB47-ACB80F94B1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5" name="Freeform: Shape 74">
              <a:extLst>
                <a:ext uri="{FF2B5EF4-FFF2-40B4-BE49-F238E27FC236}">
                  <a16:creationId xmlns:a16="http://schemas.microsoft.com/office/drawing/2014/main" id="{847D67EF-1141-4582-866E-FE02FB2360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6" name="Freeform: Shape 75">
              <a:extLst>
                <a:ext uri="{FF2B5EF4-FFF2-40B4-BE49-F238E27FC236}">
                  <a16:creationId xmlns:a16="http://schemas.microsoft.com/office/drawing/2014/main" id="{99ECC931-60A1-4628-A34B-4B68DA3CC26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422181"/>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7" name="Freeform: Shape 76">
              <a:extLst>
                <a:ext uri="{FF2B5EF4-FFF2-40B4-BE49-F238E27FC236}">
                  <a16:creationId xmlns:a16="http://schemas.microsoft.com/office/drawing/2014/main" id="{A587D2BE-3417-44AE-BEEF-57F88CECB4D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8" name="Freeform: Shape 77">
              <a:extLst>
                <a:ext uri="{FF2B5EF4-FFF2-40B4-BE49-F238E27FC236}">
                  <a16:creationId xmlns:a16="http://schemas.microsoft.com/office/drawing/2014/main" id="{FCEB2ED3-A08D-4286-B75D-893289F3F3D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06700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6953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9" y="14097"/>
                  </a:cubicBezTo>
                  <a:cubicBezTo>
                    <a:pt x="3143" y="14097"/>
                    <a:pt x="0" y="10954"/>
                    <a:pt x="0" y="7049"/>
                  </a:cubicBezTo>
                  <a:cubicBezTo>
                    <a:pt x="0" y="3143"/>
                    <a:pt x="3048" y="0"/>
                    <a:pt x="6953"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79" name="Freeform: Shape 78">
              <a:extLst>
                <a:ext uri="{FF2B5EF4-FFF2-40B4-BE49-F238E27FC236}">
                  <a16:creationId xmlns:a16="http://schemas.microsoft.com/office/drawing/2014/main" id="{7C7DB7BB-8173-4377-85B0-032B7BDAB6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80" name="Freeform: Shape 79">
              <a:extLst>
                <a:ext uri="{FF2B5EF4-FFF2-40B4-BE49-F238E27FC236}">
                  <a16:creationId xmlns:a16="http://schemas.microsoft.com/office/drawing/2014/main" id="{93EF69B4-3F48-4509-8BF8-926E23BC1D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067000"/>
              <a:ext cx="14096" cy="14097"/>
            </a:xfrm>
            <a:custGeom>
              <a:avLst/>
              <a:gdLst>
                <a:gd name="connsiteX0" fmla="*/ 14097 w 14096"/>
                <a:gd name="connsiteY0" fmla="*/ 7049 h 14097"/>
                <a:gd name="connsiteX1" fmla="*/ 7049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9" y="14097"/>
                  </a:cubicBezTo>
                  <a:cubicBezTo>
                    <a:pt x="3143" y="14097"/>
                    <a:pt x="0" y="10954"/>
                    <a:pt x="0" y="7049"/>
                  </a:cubicBezTo>
                  <a:cubicBezTo>
                    <a:pt x="0" y="3143"/>
                    <a:pt x="3048" y="0"/>
                    <a:pt x="6953"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81" name="Freeform: Shape 80">
              <a:extLst>
                <a:ext uri="{FF2B5EF4-FFF2-40B4-BE49-F238E27FC236}">
                  <a16:creationId xmlns:a16="http://schemas.microsoft.com/office/drawing/2014/main" id="{C1A86650-1EF5-46E3-885D-96985105A8B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82" name="Freeform: Shape 81">
              <a:extLst>
                <a:ext uri="{FF2B5EF4-FFF2-40B4-BE49-F238E27FC236}">
                  <a16:creationId xmlns:a16="http://schemas.microsoft.com/office/drawing/2014/main" id="{47EBBDE2-BD90-481F-A671-34E2186FB0E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048" y="0"/>
                    <a:pt x="6953"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83" name="Freeform: Shape 82">
              <a:extLst>
                <a:ext uri="{FF2B5EF4-FFF2-40B4-BE49-F238E27FC236}">
                  <a16:creationId xmlns:a16="http://schemas.microsoft.com/office/drawing/2014/main" id="{87DAF1CB-838D-4C5C-8FB7-76BF677FEB0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067000"/>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84" name="Freeform: Shape 83">
              <a:extLst>
                <a:ext uri="{FF2B5EF4-FFF2-40B4-BE49-F238E27FC236}">
                  <a16:creationId xmlns:a16="http://schemas.microsoft.com/office/drawing/2014/main" id="{64573DA8-D2F3-4644-AC79-83843615C43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26241"/>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5" name="Freeform: Shape 84">
              <a:extLst>
                <a:ext uri="{FF2B5EF4-FFF2-40B4-BE49-F238E27FC236}">
                  <a16:creationId xmlns:a16="http://schemas.microsoft.com/office/drawing/2014/main" id="{41AB53B8-0D5C-44BD-A2A9-ABBF659E1F9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6" name="Freeform: Shape 85">
              <a:extLst>
                <a:ext uri="{FF2B5EF4-FFF2-40B4-BE49-F238E27FC236}">
                  <a16:creationId xmlns:a16="http://schemas.microsoft.com/office/drawing/2014/main" id="{29B7FA60-B453-4877-8D47-CA1209DF91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26241"/>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87" name="Freeform: Shape 86">
              <a:extLst>
                <a:ext uri="{FF2B5EF4-FFF2-40B4-BE49-F238E27FC236}">
                  <a16:creationId xmlns:a16="http://schemas.microsoft.com/office/drawing/2014/main" id="{7A6D2414-BCCC-40E8-B990-47642EFE96E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2624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8" name="Freeform: Shape 87">
              <a:extLst>
                <a:ext uri="{FF2B5EF4-FFF2-40B4-BE49-F238E27FC236}">
                  <a16:creationId xmlns:a16="http://schemas.microsoft.com/office/drawing/2014/main" id="{B0F37C2B-B7E6-420D-AD39-3AE4A2FBE9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2624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89" name="Freeform: Shape 88">
              <a:extLst>
                <a:ext uri="{FF2B5EF4-FFF2-40B4-BE49-F238E27FC236}">
                  <a16:creationId xmlns:a16="http://schemas.microsoft.com/office/drawing/2014/main" id="{F6417E45-D7FC-40B8-AD49-941B28D18C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26242"/>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90" name="Freeform: Shape 89">
              <a:extLst>
                <a:ext uri="{FF2B5EF4-FFF2-40B4-BE49-F238E27FC236}">
                  <a16:creationId xmlns:a16="http://schemas.microsoft.com/office/drawing/2014/main" id="{2A8D1963-0C59-476C-AAFA-A7AF4FF508F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18539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1" name="Freeform: Shape 90">
              <a:extLst>
                <a:ext uri="{FF2B5EF4-FFF2-40B4-BE49-F238E27FC236}">
                  <a16:creationId xmlns:a16="http://schemas.microsoft.com/office/drawing/2014/main" id="{6BE777A9-EC29-46FC-AD21-AC7FD89B13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2" name="Freeform: Shape 91">
              <a:extLst>
                <a:ext uri="{FF2B5EF4-FFF2-40B4-BE49-F238E27FC236}">
                  <a16:creationId xmlns:a16="http://schemas.microsoft.com/office/drawing/2014/main" id="{C63BA1CE-93FB-42C7-8381-765E500232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18539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93" name="Freeform: Shape 92">
              <a:extLst>
                <a:ext uri="{FF2B5EF4-FFF2-40B4-BE49-F238E27FC236}">
                  <a16:creationId xmlns:a16="http://schemas.microsoft.com/office/drawing/2014/main" id="{7F30F275-ADC8-4FD1-8B4B-673B37517B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4" name="Freeform: Shape 93">
              <a:extLst>
                <a:ext uri="{FF2B5EF4-FFF2-40B4-BE49-F238E27FC236}">
                  <a16:creationId xmlns:a16="http://schemas.microsoft.com/office/drawing/2014/main" id="{DB20529C-F2DD-4607-8DEE-19A9329686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18539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95" name="Freeform: Shape 94">
              <a:extLst>
                <a:ext uri="{FF2B5EF4-FFF2-40B4-BE49-F238E27FC236}">
                  <a16:creationId xmlns:a16="http://schemas.microsoft.com/office/drawing/2014/main" id="{B8029A9A-DFF9-49CE-8CEE-95A6695F39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185391"/>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96" name="Freeform: Shape 95">
              <a:extLst>
                <a:ext uri="{FF2B5EF4-FFF2-40B4-BE49-F238E27FC236}">
                  <a16:creationId xmlns:a16="http://schemas.microsoft.com/office/drawing/2014/main" id="{6822C2EC-B05D-4CE6-9D59-164769D0ED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244634"/>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7" name="Freeform: Shape 96">
              <a:extLst>
                <a:ext uri="{FF2B5EF4-FFF2-40B4-BE49-F238E27FC236}">
                  <a16:creationId xmlns:a16="http://schemas.microsoft.com/office/drawing/2014/main" id="{53A0760F-F576-4A97-94AF-8BBE590844E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8" name="Freeform: Shape 97">
              <a:extLst>
                <a:ext uri="{FF2B5EF4-FFF2-40B4-BE49-F238E27FC236}">
                  <a16:creationId xmlns:a16="http://schemas.microsoft.com/office/drawing/2014/main" id="{CA76721C-646A-4910-AD1A-BE6B67767C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244634"/>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99" name="Freeform: Shape 98">
              <a:extLst>
                <a:ext uri="{FF2B5EF4-FFF2-40B4-BE49-F238E27FC236}">
                  <a16:creationId xmlns:a16="http://schemas.microsoft.com/office/drawing/2014/main" id="{065D4766-CAEC-4074-A9E2-6110A12389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0" name="Freeform: Shape 99">
              <a:extLst>
                <a:ext uri="{FF2B5EF4-FFF2-40B4-BE49-F238E27FC236}">
                  <a16:creationId xmlns:a16="http://schemas.microsoft.com/office/drawing/2014/main" id="{4F1A0AC6-319D-49D8-A4FB-17A70E8E89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24463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01" name="Freeform: Shape 100">
              <a:extLst>
                <a:ext uri="{FF2B5EF4-FFF2-40B4-BE49-F238E27FC236}">
                  <a16:creationId xmlns:a16="http://schemas.microsoft.com/office/drawing/2014/main" id="{79502B48-2B92-45BF-B9AC-1102B38078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24463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2" name="Freeform: Shape 101">
              <a:extLst>
                <a:ext uri="{FF2B5EF4-FFF2-40B4-BE49-F238E27FC236}">
                  <a16:creationId xmlns:a16="http://schemas.microsoft.com/office/drawing/2014/main" id="{6363AFA7-321F-431C-B2FD-ADCB4D24BD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0378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3" name="Freeform: Shape 102">
              <a:extLst>
                <a:ext uri="{FF2B5EF4-FFF2-40B4-BE49-F238E27FC236}">
                  <a16:creationId xmlns:a16="http://schemas.microsoft.com/office/drawing/2014/main" id="{33EDDE1B-7379-4973-8CFD-F3C737104D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4" name="Freeform: Shape 103">
              <a:extLst>
                <a:ext uri="{FF2B5EF4-FFF2-40B4-BE49-F238E27FC236}">
                  <a16:creationId xmlns:a16="http://schemas.microsoft.com/office/drawing/2014/main" id="{1F20B58A-2DB8-46B2-9E93-9C8C817DCD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03786"/>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05" name="Freeform: Shape 104">
              <a:extLst>
                <a:ext uri="{FF2B5EF4-FFF2-40B4-BE49-F238E27FC236}">
                  <a16:creationId xmlns:a16="http://schemas.microsoft.com/office/drawing/2014/main" id="{A5A3EF12-3DA1-4505-A44B-1B96348873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6" name="Freeform: Shape 105">
              <a:extLst>
                <a:ext uri="{FF2B5EF4-FFF2-40B4-BE49-F238E27FC236}">
                  <a16:creationId xmlns:a16="http://schemas.microsoft.com/office/drawing/2014/main" id="{5B08812B-9264-47E7-8EC8-1233869F6B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037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07" name="Freeform: Shape 106">
              <a:extLst>
                <a:ext uri="{FF2B5EF4-FFF2-40B4-BE49-F238E27FC236}">
                  <a16:creationId xmlns:a16="http://schemas.microsoft.com/office/drawing/2014/main" id="{2A29F226-A243-410B-BEE4-EBA9DD76F8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0378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8" name="Freeform: Shape 107">
              <a:extLst>
                <a:ext uri="{FF2B5EF4-FFF2-40B4-BE49-F238E27FC236}">
                  <a16:creationId xmlns:a16="http://schemas.microsoft.com/office/drawing/2014/main" id="{9DF57348-F837-475C-A7AA-3C7210041E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363028"/>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9" name="Freeform: Shape 108">
              <a:extLst>
                <a:ext uri="{FF2B5EF4-FFF2-40B4-BE49-F238E27FC236}">
                  <a16:creationId xmlns:a16="http://schemas.microsoft.com/office/drawing/2014/main" id="{1E41B89A-9A45-4947-ADB0-9400400498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0" name="Freeform: Shape 109">
              <a:extLst>
                <a:ext uri="{FF2B5EF4-FFF2-40B4-BE49-F238E27FC236}">
                  <a16:creationId xmlns:a16="http://schemas.microsoft.com/office/drawing/2014/main" id="{6C1F1525-32BC-46E1-84E6-C2BB88730B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363028"/>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11" name="Freeform: Shape 110">
              <a:extLst>
                <a:ext uri="{FF2B5EF4-FFF2-40B4-BE49-F238E27FC236}">
                  <a16:creationId xmlns:a16="http://schemas.microsoft.com/office/drawing/2014/main" id="{C73A8972-BA44-40C6-B045-83E78C4D4A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36302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12" name="Freeform: Shape 111">
              <a:extLst>
                <a:ext uri="{FF2B5EF4-FFF2-40B4-BE49-F238E27FC236}">
                  <a16:creationId xmlns:a16="http://schemas.microsoft.com/office/drawing/2014/main" id="{C196E956-03D1-4F79-826A-A2F5E3DEF1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36302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13" name="Freeform: Shape 112">
              <a:extLst>
                <a:ext uri="{FF2B5EF4-FFF2-40B4-BE49-F238E27FC236}">
                  <a16:creationId xmlns:a16="http://schemas.microsoft.com/office/drawing/2014/main" id="{ADA7B07B-EAC8-4FA5-B14F-3ABF8BA7A2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363029"/>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4" name="Freeform: Shape 113">
              <a:extLst>
                <a:ext uri="{FF2B5EF4-FFF2-40B4-BE49-F238E27FC236}">
                  <a16:creationId xmlns:a16="http://schemas.microsoft.com/office/drawing/2014/main" id="{93C28672-FF9E-4FE0-AC47-2FDD26CD75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87" y="3422179"/>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5" name="Freeform: Shape 114">
              <a:extLst>
                <a:ext uri="{FF2B5EF4-FFF2-40B4-BE49-F238E27FC236}">
                  <a16:creationId xmlns:a16="http://schemas.microsoft.com/office/drawing/2014/main" id="{E347BAB3-EA9C-4ADD-AE5E-28F2E3C538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38" y="34221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6" name="Freeform: Shape 115">
              <a:extLst>
                <a:ext uri="{FF2B5EF4-FFF2-40B4-BE49-F238E27FC236}">
                  <a16:creationId xmlns:a16="http://schemas.microsoft.com/office/drawing/2014/main" id="{321920C4-EE31-4F03-A0D5-A280D3F4B1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83" y="3422179"/>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17" name="Freeform: Shape 116">
              <a:extLst>
                <a:ext uri="{FF2B5EF4-FFF2-40B4-BE49-F238E27FC236}">
                  <a16:creationId xmlns:a16="http://schemas.microsoft.com/office/drawing/2014/main" id="{6EBB3D05-4C78-4F10-8D03-8909DBCFB3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33" y="342217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8" name="Freeform: Shape 117">
              <a:extLst>
                <a:ext uri="{FF2B5EF4-FFF2-40B4-BE49-F238E27FC236}">
                  <a16:creationId xmlns:a16="http://schemas.microsoft.com/office/drawing/2014/main" id="{FC65F531-84E4-463F-8791-EB6EDFA63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79" y="342218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19" name="Freeform: Shape 118">
              <a:extLst>
                <a:ext uri="{FF2B5EF4-FFF2-40B4-BE49-F238E27FC236}">
                  <a16:creationId xmlns:a16="http://schemas.microsoft.com/office/drawing/2014/main" id="{A63BB6A3-D482-43F2-9F5F-20E163CC441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9" y="34221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20" name="Freeform: Shape 119">
              <a:extLst>
                <a:ext uri="{FF2B5EF4-FFF2-40B4-BE49-F238E27FC236}">
                  <a16:creationId xmlns:a16="http://schemas.microsoft.com/office/drawing/2014/main" id="{ABDCCD34-EB5D-4194-8A28-1424E98AE4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481330"/>
              <a:ext cx="14192" cy="14096"/>
            </a:xfrm>
            <a:custGeom>
              <a:avLst/>
              <a:gdLst>
                <a:gd name="connsiteX0" fmla="*/ 14192 w 14192"/>
                <a:gd name="connsiteY0" fmla="*/ 7049 h 14096"/>
                <a:gd name="connsiteX1" fmla="*/ 7144 w 14192"/>
                <a:gd name="connsiteY1" fmla="*/ 14097 h 14096"/>
                <a:gd name="connsiteX2" fmla="*/ 0 w 14192"/>
                <a:gd name="connsiteY2" fmla="*/ 7049 h 14096"/>
                <a:gd name="connsiteX3" fmla="*/ 7049 w 14192"/>
                <a:gd name="connsiteY3" fmla="*/ 0 h 14096"/>
                <a:gd name="connsiteX4" fmla="*/ 14192 w 14192"/>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9"/>
                  </a:moveTo>
                  <a:cubicBezTo>
                    <a:pt x="14192" y="10954"/>
                    <a:pt x="11049" y="14097"/>
                    <a:pt x="7144" y="14097"/>
                  </a:cubicBezTo>
                  <a:cubicBezTo>
                    <a:pt x="3239" y="14097"/>
                    <a:pt x="0" y="11049"/>
                    <a:pt x="0" y="7049"/>
                  </a:cubicBezTo>
                  <a:cubicBezTo>
                    <a:pt x="0" y="3048"/>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121" name="Freeform: Shape 120">
              <a:extLst>
                <a:ext uri="{FF2B5EF4-FFF2-40B4-BE49-F238E27FC236}">
                  <a16:creationId xmlns:a16="http://schemas.microsoft.com/office/drawing/2014/main" id="{F058544E-163D-4FFF-9A69-0B3A3F2D66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22" name="Freeform: Shape 121">
              <a:extLst>
                <a:ext uri="{FF2B5EF4-FFF2-40B4-BE49-F238E27FC236}">
                  <a16:creationId xmlns:a16="http://schemas.microsoft.com/office/drawing/2014/main" id="{11041486-0577-4F0E-8DD5-5E20E26729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3" name="Freeform: Shape 122">
              <a:extLst>
                <a:ext uri="{FF2B5EF4-FFF2-40B4-BE49-F238E27FC236}">
                  <a16:creationId xmlns:a16="http://schemas.microsoft.com/office/drawing/2014/main" id="{71D11099-C84E-43AC-9F20-92460E1708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4" name="Freeform: Shape 123">
              <a:extLst>
                <a:ext uri="{FF2B5EF4-FFF2-40B4-BE49-F238E27FC236}">
                  <a16:creationId xmlns:a16="http://schemas.microsoft.com/office/drawing/2014/main" id="{E598FB87-8AFF-4C56-9E2C-776F4641E9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5" name="Freeform: Shape 124">
              <a:extLst>
                <a:ext uri="{FF2B5EF4-FFF2-40B4-BE49-F238E27FC236}">
                  <a16:creationId xmlns:a16="http://schemas.microsoft.com/office/drawing/2014/main" id="{7701E761-16DE-4350-9718-DD81B37FB9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481330"/>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26" name="Freeform: Shape 125">
              <a:extLst>
                <a:ext uri="{FF2B5EF4-FFF2-40B4-BE49-F238E27FC236}">
                  <a16:creationId xmlns:a16="http://schemas.microsoft.com/office/drawing/2014/main" id="{552E747F-E415-4348-A11A-4CABCB64B5F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27" name="Freeform: Shape 126">
              <a:extLst>
                <a:ext uri="{FF2B5EF4-FFF2-40B4-BE49-F238E27FC236}">
                  <a16:creationId xmlns:a16="http://schemas.microsoft.com/office/drawing/2014/main" id="{C6472F13-E6DE-4469-9563-F478261B6E6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4057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28" name="Freeform: Shape 127">
              <a:extLst>
                <a:ext uri="{FF2B5EF4-FFF2-40B4-BE49-F238E27FC236}">
                  <a16:creationId xmlns:a16="http://schemas.microsoft.com/office/drawing/2014/main" id="{5C72FE15-910B-4622-A14C-AFA2DFCC02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29" name="Freeform: Shape 128">
              <a:extLst>
                <a:ext uri="{FF2B5EF4-FFF2-40B4-BE49-F238E27FC236}">
                  <a16:creationId xmlns:a16="http://schemas.microsoft.com/office/drawing/2014/main" id="{BAB8F759-DEFA-4D35-B76E-6D3034FB77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0" name="Freeform: Shape 129">
              <a:extLst>
                <a:ext uri="{FF2B5EF4-FFF2-40B4-BE49-F238E27FC236}">
                  <a16:creationId xmlns:a16="http://schemas.microsoft.com/office/drawing/2014/main" id="{A1BBCEBD-DCE2-4354-B878-49ABEC3679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1" name="Freeform: Shape 130">
              <a:extLst>
                <a:ext uri="{FF2B5EF4-FFF2-40B4-BE49-F238E27FC236}">
                  <a16:creationId xmlns:a16="http://schemas.microsoft.com/office/drawing/2014/main" id="{2CBB3A18-0021-403F-8E24-8805829B42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2" name="Freeform: Shape 131">
              <a:extLst>
                <a:ext uri="{FF2B5EF4-FFF2-40B4-BE49-F238E27FC236}">
                  <a16:creationId xmlns:a16="http://schemas.microsoft.com/office/drawing/2014/main" id="{8FDF7AAC-1EC6-4409-90AB-DBB984883D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2" y="3540575"/>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33" name="Freeform: Shape 132">
              <a:extLst>
                <a:ext uri="{FF2B5EF4-FFF2-40B4-BE49-F238E27FC236}">
                  <a16:creationId xmlns:a16="http://schemas.microsoft.com/office/drawing/2014/main" id="{5B9999E8-7D25-4049-8328-685B556DC6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4057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4" name="Freeform: Shape 133">
              <a:extLst>
                <a:ext uri="{FF2B5EF4-FFF2-40B4-BE49-F238E27FC236}">
                  <a16:creationId xmlns:a16="http://schemas.microsoft.com/office/drawing/2014/main" id="{E77FC8A9-DEAE-424D-B460-12E0F3268DC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59972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35" name="Freeform: Shape 134">
              <a:extLst>
                <a:ext uri="{FF2B5EF4-FFF2-40B4-BE49-F238E27FC236}">
                  <a16:creationId xmlns:a16="http://schemas.microsoft.com/office/drawing/2014/main" id="{54F9C69A-0DCF-444A-B970-32B4120483D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599725"/>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6" name="Freeform: Shape 135">
              <a:extLst>
                <a:ext uri="{FF2B5EF4-FFF2-40B4-BE49-F238E27FC236}">
                  <a16:creationId xmlns:a16="http://schemas.microsoft.com/office/drawing/2014/main" id="{8BD94DDA-54FF-48EE-9DAC-C0EA6F91D4A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7" name="Freeform: Shape 136">
              <a:extLst>
                <a:ext uri="{FF2B5EF4-FFF2-40B4-BE49-F238E27FC236}">
                  <a16:creationId xmlns:a16="http://schemas.microsoft.com/office/drawing/2014/main" id="{E18A6989-0132-4CB7-BB68-EEBC4E0806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8" name="Freeform: Shape 137">
              <a:extLst>
                <a:ext uri="{FF2B5EF4-FFF2-40B4-BE49-F238E27FC236}">
                  <a16:creationId xmlns:a16="http://schemas.microsoft.com/office/drawing/2014/main" id="{A1357332-D19F-4C2B-B474-21D5539B90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9" name="Freeform: Shape 138">
              <a:extLst>
                <a:ext uri="{FF2B5EF4-FFF2-40B4-BE49-F238E27FC236}">
                  <a16:creationId xmlns:a16="http://schemas.microsoft.com/office/drawing/2014/main" id="{295C7590-8B80-428C-95A9-638B265425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599725"/>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0" name="Freeform: Shape 139">
              <a:extLst>
                <a:ext uri="{FF2B5EF4-FFF2-40B4-BE49-F238E27FC236}">
                  <a16:creationId xmlns:a16="http://schemas.microsoft.com/office/drawing/2014/main" id="{CA0E8A31-7520-4726-9D96-43BA87407E0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5997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1" name="Freeform: Shape 140">
              <a:extLst>
                <a:ext uri="{FF2B5EF4-FFF2-40B4-BE49-F238E27FC236}">
                  <a16:creationId xmlns:a16="http://schemas.microsoft.com/office/drawing/2014/main" id="{9407EEE0-5D8E-4CCC-A91B-0CB523227CF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3" y="365896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2" name="Freeform: Shape 141">
              <a:extLst>
                <a:ext uri="{FF2B5EF4-FFF2-40B4-BE49-F238E27FC236}">
                  <a16:creationId xmlns:a16="http://schemas.microsoft.com/office/drawing/2014/main" id="{3799DFCC-868B-4257-B530-8E8D616CC5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99" y="365896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3" name="Freeform: Shape 142">
              <a:extLst>
                <a:ext uri="{FF2B5EF4-FFF2-40B4-BE49-F238E27FC236}">
                  <a16:creationId xmlns:a16="http://schemas.microsoft.com/office/drawing/2014/main" id="{F7F5EEB5-FE82-45A8-97C4-88460ABAFB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49"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4" name="Freeform: Shape 143">
              <a:extLst>
                <a:ext uri="{FF2B5EF4-FFF2-40B4-BE49-F238E27FC236}">
                  <a16:creationId xmlns:a16="http://schemas.microsoft.com/office/drawing/2014/main" id="{CD76E4C7-EB07-499D-9BC3-FF39C8B613F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5" name="Freeform: Shape 144">
              <a:extLst>
                <a:ext uri="{FF2B5EF4-FFF2-40B4-BE49-F238E27FC236}">
                  <a16:creationId xmlns:a16="http://schemas.microsoft.com/office/drawing/2014/main" id="{86EFDF8D-E5F7-4EB8-B8DA-3CC7E21D88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5"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6" name="Freeform: Shape 145">
              <a:extLst>
                <a:ext uri="{FF2B5EF4-FFF2-40B4-BE49-F238E27FC236}">
                  <a16:creationId xmlns:a16="http://schemas.microsoft.com/office/drawing/2014/main" id="{2CA6506B-EACA-4FB2-81AB-E028F44786F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0" y="365896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7" name="Freeform: Shape 146">
              <a:extLst>
                <a:ext uri="{FF2B5EF4-FFF2-40B4-BE49-F238E27FC236}">
                  <a16:creationId xmlns:a16="http://schemas.microsoft.com/office/drawing/2014/main" id="{193E4771-2787-4901-93D8-7E90F3F479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65896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8" name="Freeform: Shape 147">
              <a:extLst>
                <a:ext uri="{FF2B5EF4-FFF2-40B4-BE49-F238E27FC236}">
                  <a16:creationId xmlns:a16="http://schemas.microsoft.com/office/drawing/2014/main" id="{0EA31773-15F1-4605-8787-6891ABB2118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5" y="3718118"/>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9" name="Freeform: Shape 148">
              <a:extLst>
                <a:ext uri="{FF2B5EF4-FFF2-40B4-BE49-F238E27FC236}">
                  <a16:creationId xmlns:a16="http://schemas.microsoft.com/office/drawing/2014/main" id="{1302C213-2CD5-4168-9534-111E6E81A8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0" y="371811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0" name="Freeform: Shape 149">
              <a:extLst>
                <a:ext uri="{FF2B5EF4-FFF2-40B4-BE49-F238E27FC236}">
                  <a16:creationId xmlns:a16="http://schemas.microsoft.com/office/drawing/2014/main" id="{B9B36C24-2336-41FD-BAC4-6CD69DFD55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0"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1" name="Freeform: Shape 150">
              <a:extLst>
                <a:ext uri="{FF2B5EF4-FFF2-40B4-BE49-F238E27FC236}">
                  <a16:creationId xmlns:a16="http://schemas.microsoft.com/office/drawing/2014/main" id="{CA3AFAFE-D376-4A7B-928B-833531472D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9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2" name="Freeform: Shape 151">
              <a:extLst>
                <a:ext uri="{FF2B5EF4-FFF2-40B4-BE49-F238E27FC236}">
                  <a16:creationId xmlns:a16="http://schemas.microsoft.com/office/drawing/2014/main" id="{7C685A00-A4F7-4250-BAAA-70978DADE4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46"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3" name="Freeform: Shape 152">
              <a:extLst>
                <a:ext uri="{FF2B5EF4-FFF2-40B4-BE49-F238E27FC236}">
                  <a16:creationId xmlns:a16="http://schemas.microsoft.com/office/drawing/2014/main" id="{E52682F3-EDD5-4BDC-BB19-A4540873A8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91" y="3718118"/>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4" name="Freeform: Shape 153">
              <a:extLst>
                <a:ext uri="{FF2B5EF4-FFF2-40B4-BE49-F238E27FC236}">
                  <a16:creationId xmlns:a16="http://schemas.microsoft.com/office/drawing/2014/main" id="{2C5E1880-CFBA-4547-9C23-6D2C433048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42" y="371811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55" name="Freeform: Shape 154">
              <a:extLst>
                <a:ext uri="{FF2B5EF4-FFF2-40B4-BE49-F238E27FC236}">
                  <a16:creationId xmlns:a16="http://schemas.microsoft.com/office/drawing/2014/main" id="{439AAF4F-2AAD-4A02-A7FA-FE28D52869A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57" y="3777362"/>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56" name="Freeform: Shape 155">
              <a:extLst>
                <a:ext uri="{FF2B5EF4-FFF2-40B4-BE49-F238E27FC236}">
                  <a16:creationId xmlns:a16="http://schemas.microsoft.com/office/drawing/2014/main" id="{05614144-9309-41ED-8E05-839A6EEFF8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301"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57" name="Freeform: Shape 156">
              <a:extLst>
                <a:ext uri="{FF2B5EF4-FFF2-40B4-BE49-F238E27FC236}">
                  <a16:creationId xmlns:a16="http://schemas.microsoft.com/office/drawing/2014/main" id="{24324D6F-A81D-45F2-BA36-C53F1AB0C6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53"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8" name="Freeform: Shape 157">
              <a:extLst>
                <a:ext uri="{FF2B5EF4-FFF2-40B4-BE49-F238E27FC236}">
                  <a16:creationId xmlns:a16="http://schemas.microsoft.com/office/drawing/2014/main" id="{6B00668D-07BC-47CF-9D1E-F94EC7C56F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701"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9" name="Freeform: Shape 158">
              <a:extLst>
                <a:ext uri="{FF2B5EF4-FFF2-40B4-BE49-F238E27FC236}">
                  <a16:creationId xmlns:a16="http://schemas.microsoft.com/office/drawing/2014/main" id="{BCF78A89-29F2-4973-8463-DF3C57EFB4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54"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60" name="Freeform: Shape 159">
              <a:extLst>
                <a:ext uri="{FF2B5EF4-FFF2-40B4-BE49-F238E27FC236}">
                  <a16:creationId xmlns:a16="http://schemas.microsoft.com/office/drawing/2014/main" id="{F5BCB645-FB02-40FC-99A4-06CA3F1B28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102" y="377736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61" name="Freeform: Shape 160">
              <a:extLst>
                <a:ext uri="{FF2B5EF4-FFF2-40B4-BE49-F238E27FC236}">
                  <a16:creationId xmlns:a16="http://schemas.microsoft.com/office/drawing/2014/main" id="{F6115A3A-2FBE-4633-A426-37D05BC071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50" y="377736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62" name="Freeform: Shape 161">
              <a:extLst>
                <a:ext uri="{FF2B5EF4-FFF2-40B4-BE49-F238E27FC236}">
                  <a16:creationId xmlns:a16="http://schemas.microsoft.com/office/drawing/2014/main" id="{AEFD8D2F-B95A-4C0A-AE85-53171B29F5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481330"/>
              <a:ext cx="14097" cy="14096"/>
            </a:xfrm>
            <a:custGeom>
              <a:avLst/>
              <a:gdLst>
                <a:gd name="connsiteX0" fmla="*/ 14097 w 14097"/>
                <a:gd name="connsiteY0" fmla="*/ 7049 h 14096"/>
                <a:gd name="connsiteX1" fmla="*/ 7049 w 14097"/>
                <a:gd name="connsiteY1" fmla="*/ 14097 h 14096"/>
                <a:gd name="connsiteX2" fmla="*/ 0 w 14097"/>
                <a:gd name="connsiteY2" fmla="*/ 7049 h 14096"/>
                <a:gd name="connsiteX3" fmla="*/ 7049 w 14097"/>
                <a:gd name="connsiteY3" fmla="*/ 0 h 14096"/>
                <a:gd name="connsiteX4" fmla="*/ 14097 w 14097"/>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9"/>
                  </a:moveTo>
                  <a:cubicBezTo>
                    <a:pt x="14097" y="10954"/>
                    <a:pt x="10954" y="14097"/>
                    <a:pt x="7049" y="14097"/>
                  </a:cubicBezTo>
                  <a:cubicBezTo>
                    <a:pt x="3143" y="14097"/>
                    <a:pt x="0" y="10954"/>
                    <a:pt x="0" y="7049"/>
                  </a:cubicBezTo>
                  <a:cubicBezTo>
                    <a:pt x="0" y="3143"/>
                    <a:pt x="3143" y="0"/>
                    <a:pt x="7049"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3" name="Freeform: Shape 162">
              <a:extLst>
                <a:ext uri="{FF2B5EF4-FFF2-40B4-BE49-F238E27FC236}">
                  <a16:creationId xmlns:a16="http://schemas.microsoft.com/office/drawing/2014/main" id="{4DD4F397-1F35-4E06-8EC1-8F58C51912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4" name="Freeform: Shape 163">
              <a:extLst>
                <a:ext uri="{FF2B5EF4-FFF2-40B4-BE49-F238E27FC236}">
                  <a16:creationId xmlns:a16="http://schemas.microsoft.com/office/drawing/2014/main" id="{B031E5E0-C77D-49F7-ADF2-258D23052D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481330"/>
              <a:ext cx="14096" cy="14096"/>
            </a:xfrm>
            <a:custGeom>
              <a:avLst/>
              <a:gdLst>
                <a:gd name="connsiteX0" fmla="*/ 14097 w 14096"/>
                <a:gd name="connsiteY0" fmla="*/ 7049 h 14096"/>
                <a:gd name="connsiteX1" fmla="*/ 7049 w 14096"/>
                <a:gd name="connsiteY1" fmla="*/ 14097 h 14096"/>
                <a:gd name="connsiteX2" fmla="*/ 0 w 14096"/>
                <a:gd name="connsiteY2" fmla="*/ 7049 h 14096"/>
                <a:gd name="connsiteX3" fmla="*/ 7049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9" y="14097"/>
                  </a:cubicBezTo>
                  <a:cubicBezTo>
                    <a:pt x="3143" y="14097"/>
                    <a:pt x="0" y="10954"/>
                    <a:pt x="0" y="7049"/>
                  </a:cubicBezTo>
                  <a:cubicBezTo>
                    <a:pt x="0" y="3143"/>
                    <a:pt x="3143" y="0"/>
                    <a:pt x="7049"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165" name="Freeform: Shape 164">
              <a:extLst>
                <a:ext uri="{FF2B5EF4-FFF2-40B4-BE49-F238E27FC236}">
                  <a16:creationId xmlns:a16="http://schemas.microsoft.com/office/drawing/2014/main" id="{3F044DE9-FE64-4C30-8191-7E1547880C4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66" name="Freeform: Shape 165">
              <a:extLst>
                <a:ext uri="{FF2B5EF4-FFF2-40B4-BE49-F238E27FC236}">
                  <a16:creationId xmlns:a16="http://schemas.microsoft.com/office/drawing/2014/main" id="{9B18BCEB-85ED-4077-ACB7-FEB2F64432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481330"/>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167" name="Freeform: Shape 166">
              <a:extLst>
                <a:ext uri="{FF2B5EF4-FFF2-40B4-BE49-F238E27FC236}">
                  <a16:creationId xmlns:a16="http://schemas.microsoft.com/office/drawing/2014/main" id="{00C0927E-2CCF-4F8E-8A54-22B8A93C97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48132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68" name="Freeform: Shape 167">
              <a:extLst>
                <a:ext uri="{FF2B5EF4-FFF2-40B4-BE49-F238E27FC236}">
                  <a16:creationId xmlns:a16="http://schemas.microsoft.com/office/drawing/2014/main" id="{D0C3350E-04F5-4FED-9991-4DD964E099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40578"/>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69" name="Freeform: Shape 168">
              <a:extLst>
                <a:ext uri="{FF2B5EF4-FFF2-40B4-BE49-F238E27FC236}">
                  <a16:creationId xmlns:a16="http://schemas.microsoft.com/office/drawing/2014/main" id="{F43D0338-A6C9-4866-8D0C-072664518E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405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0" name="Freeform: Shape 169">
              <a:extLst>
                <a:ext uri="{FF2B5EF4-FFF2-40B4-BE49-F238E27FC236}">
                  <a16:creationId xmlns:a16="http://schemas.microsoft.com/office/drawing/2014/main" id="{40EA171B-27E2-4100-9D5F-123CF6E7F9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40584"/>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1" name="Freeform: Shape 170">
              <a:extLst>
                <a:ext uri="{FF2B5EF4-FFF2-40B4-BE49-F238E27FC236}">
                  <a16:creationId xmlns:a16="http://schemas.microsoft.com/office/drawing/2014/main" id="{22FD540C-F3DF-40F5-B2BE-BBD113EF43C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4058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2" name="Freeform: Shape 171">
              <a:extLst>
                <a:ext uri="{FF2B5EF4-FFF2-40B4-BE49-F238E27FC236}">
                  <a16:creationId xmlns:a16="http://schemas.microsoft.com/office/drawing/2014/main" id="{57768D93-FAD4-4236-969B-B8EE8E88F3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4058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3" name="Freeform: Shape 172">
              <a:extLst>
                <a:ext uri="{FF2B5EF4-FFF2-40B4-BE49-F238E27FC236}">
                  <a16:creationId xmlns:a16="http://schemas.microsoft.com/office/drawing/2014/main" id="{0F5E0490-21C2-4EF6-950D-38814F32C2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40588"/>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74" name="Freeform: Shape 173">
              <a:extLst>
                <a:ext uri="{FF2B5EF4-FFF2-40B4-BE49-F238E27FC236}">
                  <a16:creationId xmlns:a16="http://schemas.microsoft.com/office/drawing/2014/main" id="{8E981C9B-710F-4034-AE82-28B1B07245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599737"/>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5" name="Freeform: Shape 174">
              <a:extLst>
                <a:ext uri="{FF2B5EF4-FFF2-40B4-BE49-F238E27FC236}">
                  <a16:creationId xmlns:a16="http://schemas.microsoft.com/office/drawing/2014/main" id="{CC62C2CC-DBAE-4877-8F55-02FE00AE811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6" name="Freeform: Shape 175">
              <a:extLst>
                <a:ext uri="{FF2B5EF4-FFF2-40B4-BE49-F238E27FC236}">
                  <a16:creationId xmlns:a16="http://schemas.microsoft.com/office/drawing/2014/main" id="{D8F57D8B-1988-441F-9DAE-A525DA5E9D9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599737"/>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7" name="Freeform: Shape 176">
              <a:extLst>
                <a:ext uri="{FF2B5EF4-FFF2-40B4-BE49-F238E27FC236}">
                  <a16:creationId xmlns:a16="http://schemas.microsoft.com/office/drawing/2014/main" id="{6715F028-3A13-4D5F-86C4-74C0AD81D6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8" name="Freeform: Shape 177">
              <a:extLst>
                <a:ext uri="{FF2B5EF4-FFF2-40B4-BE49-F238E27FC236}">
                  <a16:creationId xmlns:a16="http://schemas.microsoft.com/office/drawing/2014/main" id="{DC6C9B50-47B3-44E7-B897-43D010A189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59973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9" name="Freeform: Shape 178">
              <a:extLst>
                <a:ext uri="{FF2B5EF4-FFF2-40B4-BE49-F238E27FC236}">
                  <a16:creationId xmlns:a16="http://schemas.microsoft.com/office/drawing/2014/main" id="{F3F602F0-702E-4D5F-A4FC-0E602C02B9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37" y="359973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0" name="Freeform: Shape 179">
              <a:extLst>
                <a:ext uri="{FF2B5EF4-FFF2-40B4-BE49-F238E27FC236}">
                  <a16:creationId xmlns:a16="http://schemas.microsoft.com/office/drawing/2014/main" id="{9F379870-B34C-4DFC-9F0A-BDAB8C89FE3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6589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1" name="Freeform: Shape 180">
              <a:extLst>
                <a:ext uri="{FF2B5EF4-FFF2-40B4-BE49-F238E27FC236}">
                  <a16:creationId xmlns:a16="http://schemas.microsoft.com/office/drawing/2014/main" id="{641092AC-FED1-4D1D-B57C-0AC883CA95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46"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2" name="Freeform: Shape 181">
              <a:extLst>
                <a:ext uri="{FF2B5EF4-FFF2-40B4-BE49-F238E27FC236}">
                  <a16:creationId xmlns:a16="http://schemas.microsoft.com/office/drawing/2014/main" id="{EA8A0B5E-5BB1-46AF-AC31-7D3756F354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1" y="365898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3" name="Freeform: Shape 182">
              <a:extLst>
                <a:ext uri="{FF2B5EF4-FFF2-40B4-BE49-F238E27FC236}">
                  <a16:creationId xmlns:a16="http://schemas.microsoft.com/office/drawing/2014/main" id="{1C519384-2192-432B-B768-64B4BC2DA98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2"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4" name="Freeform: Shape 183">
              <a:extLst>
                <a:ext uri="{FF2B5EF4-FFF2-40B4-BE49-F238E27FC236}">
                  <a16:creationId xmlns:a16="http://schemas.microsoft.com/office/drawing/2014/main" id="{13C77A9D-44F0-4289-A611-D8AF813570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8" y="36589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85" name="Freeform: Shape 184">
              <a:extLst>
                <a:ext uri="{FF2B5EF4-FFF2-40B4-BE49-F238E27FC236}">
                  <a16:creationId xmlns:a16="http://schemas.microsoft.com/office/drawing/2014/main" id="{0A54AEDC-E418-4E02-A713-6CE30C0CDD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1" y="36589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6" name="Freeform: Shape 185">
              <a:extLst>
                <a:ext uri="{FF2B5EF4-FFF2-40B4-BE49-F238E27FC236}">
                  <a16:creationId xmlns:a16="http://schemas.microsoft.com/office/drawing/2014/main" id="{24FECFE3-9F31-47B0-B17F-CF2A1CEE85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9" y="3718130"/>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7" name="Freeform: Shape 186">
              <a:extLst>
                <a:ext uri="{FF2B5EF4-FFF2-40B4-BE49-F238E27FC236}">
                  <a16:creationId xmlns:a16="http://schemas.microsoft.com/office/drawing/2014/main" id="{68167DF4-8B16-419B-B7BA-2FD5FF6CC8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8" name="Freeform: Shape 187">
              <a:extLst>
                <a:ext uri="{FF2B5EF4-FFF2-40B4-BE49-F238E27FC236}">
                  <a16:creationId xmlns:a16="http://schemas.microsoft.com/office/drawing/2014/main" id="{A543D24F-44C0-4DDF-A30E-8C8407548F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5" y="3718130"/>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9" name="Freeform: Shape 188">
              <a:extLst>
                <a:ext uri="{FF2B5EF4-FFF2-40B4-BE49-F238E27FC236}">
                  <a16:creationId xmlns:a16="http://schemas.microsoft.com/office/drawing/2014/main" id="{63DEAE3C-3931-41EE-B4A1-F9385602BE1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45" y="37181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0" name="Freeform: Shape 189">
              <a:extLst>
                <a:ext uri="{FF2B5EF4-FFF2-40B4-BE49-F238E27FC236}">
                  <a16:creationId xmlns:a16="http://schemas.microsoft.com/office/drawing/2014/main" id="{B11945CD-32F6-4C09-82AF-5510512312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92" y="3718128"/>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91" name="Freeform: Shape 190">
              <a:extLst>
                <a:ext uri="{FF2B5EF4-FFF2-40B4-BE49-F238E27FC236}">
                  <a16:creationId xmlns:a16="http://schemas.microsoft.com/office/drawing/2014/main" id="{9109F44F-512F-4792-AED2-ECA80DDE16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40" y="371813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92" name="Freeform: Shape 191">
              <a:extLst>
                <a:ext uri="{FF2B5EF4-FFF2-40B4-BE49-F238E27FC236}">
                  <a16:creationId xmlns:a16="http://schemas.microsoft.com/office/drawing/2014/main" id="{29B9E19B-BC56-46F2-BFFF-1688CEA55A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95" y="3777375"/>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3" name="Freeform: Shape 192">
              <a:extLst>
                <a:ext uri="{FF2B5EF4-FFF2-40B4-BE49-F238E27FC236}">
                  <a16:creationId xmlns:a16="http://schemas.microsoft.com/office/drawing/2014/main" id="{F573BDDE-4AED-43FB-B8D1-B5F3708931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50" y="3777375"/>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4" name="Freeform: Shape 193">
              <a:extLst>
                <a:ext uri="{FF2B5EF4-FFF2-40B4-BE49-F238E27FC236}">
                  <a16:creationId xmlns:a16="http://schemas.microsoft.com/office/drawing/2014/main" id="{EFFDA684-6DFF-4629-830E-6F2ACAB8C30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96" y="3777375"/>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95" name="Freeform: Shape 194">
              <a:extLst>
                <a:ext uri="{FF2B5EF4-FFF2-40B4-BE49-F238E27FC236}">
                  <a16:creationId xmlns:a16="http://schemas.microsoft.com/office/drawing/2014/main" id="{92E23250-6349-4726-AF61-08A57B3A2E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55" y="3777354"/>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96" name="Freeform: Shape 195">
              <a:extLst>
                <a:ext uri="{FF2B5EF4-FFF2-40B4-BE49-F238E27FC236}">
                  <a16:creationId xmlns:a16="http://schemas.microsoft.com/office/drawing/2014/main" id="{8536AAE6-5497-4B0A-9C9F-4EAA1BB322B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314" y="3777450"/>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97" name="Freeform: Shape 196">
              <a:extLst>
                <a:ext uri="{FF2B5EF4-FFF2-40B4-BE49-F238E27FC236}">
                  <a16:creationId xmlns:a16="http://schemas.microsoft.com/office/drawing/2014/main" id="{52B72898-B9DE-4574-BB20-0C317954D4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4" y="377742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178560745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f42aa342-8706-4288-bd11-ebb85995028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
  <TotalTime>0</TotalTime>
  <Words>4486</Words>
  <Application>Microsoft Office PowerPoint</Application>
  <PresentationFormat>Widescreen</PresentationFormat>
  <Paragraphs>653</Paragraphs>
  <Slides>66</Slides>
  <Notes>56</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66</vt:i4>
      </vt:variant>
    </vt:vector>
  </HeadingPairs>
  <TitlesOfParts>
    <vt:vector size="73" baseType="lpstr">
      <vt:lpstr>Aptos</vt:lpstr>
      <vt:lpstr>Aptos Display</vt:lpstr>
      <vt:lpstr>Arial</vt:lpstr>
      <vt:lpstr>Inter</vt:lpstr>
      <vt:lpstr>Segoe UI</vt:lpstr>
      <vt:lpstr>Wingdings</vt:lpstr>
      <vt:lpstr>Office Theme</vt:lpstr>
      <vt:lpstr>Supercharge SAST</vt:lpstr>
      <vt:lpstr>Agenda</vt:lpstr>
      <vt:lpstr>About Us</vt:lpstr>
      <vt:lpstr>SAST and Application Security</vt:lpstr>
      <vt:lpstr>SAST and Application Security</vt:lpstr>
      <vt:lpstr>What is SAST?</vt:lpstr>
      <vt:lpstr>Typical SDLC</vt:lpstr>
      <vt:lpstr>Getting Started with Semgrep</vt:lpstr>
      <vt:lpstr>Getting Started with Semgrep</vt:lpstr>
      <vt:lpstr>Installing and getting ready</vt:lpstr>
      <vt:lpstr>Semgrep… Installing and getting ready</vt:lpstr>
      <vt:lpstr>Navigating the Semgrep ecosystem: CLI and Playground</vt:lpstr>
      <vt:lpstr>Semgrep Playground (https://semgrep.dev/playground/new)</vt:lpstr>
      <vt:lpstr>Writing Custom Semgrep Rules</vt:lpstr>
      <vt:lpstr>Writing Custom Semgrep Rules</vt:lpstr>
      <vt:lpstr>Semgrep Rules</vt:lpstr>
      <vt:lpstr>Schema – Required Fields</vt:lpstr>
      <vt:lpstr>Schema – Optional Fields</vt:lpstr>
      <vt:lpstr>Semgrep Rule Syntax</vt:lpstr>
      <vt:lpstr>Pattern Syntax</vt:lpstr>
      <vt:lpstr>Ellipsis Operator …</vt:lpstr>
      <vt:lpstr>Ellipsis Operator …</vt:lpstr>
      <vt:lpstr>Ellipsis Operator …</vt:lpstr>
      <vt:lpstr>Metavariables - $VARIABLE_NAME</vt:lpstr>
      <vt:lpstr>Metavariables - $VARIABLE_NAME</vt:lpstr>
      <vt:lpstr>Metavariables - $VARIABLE_NAME</vt:lpstr>
      <vt:lpstr>Pattern Matching Operators</vt:lpstr>
      <vt:lpstr>Pattern</vt:lpstr>
      <vt:lpstr>Patterns</vt:lpstr>
      <vt:lpstr>Patterns</vt:lpstr>
      <vt:lpstr>Patterns</vt:lpstr>
      <vt:lpstr>Pattern-Either</vt:lpstr>
      <vt:lpstr>Pattern-Either</vt:lpstr>
      <vt:lpstr>Pattern-Either</vt:lpstr>
      <vt:lpstr>Pattern-Not</vt:lpstr>
      <vt:lpstr>Pattern-Not</vt:lpstr>
      <vt:lpstr>Pattern-Not</vt:lpstr>
      <vt:lpstr>Pattern-Inside</vt:lpstr>
      <vt:lpstr>Pattern-Inside</vt:lpstr>
      <vt:lpstr>Pattern-Inside</vt:lpstr>
      <vt:lpstr>Metavariable regex</vt:lpstr>
      <vt:lpstr>Metavariable-regex</vt:lpstr>
      <vt:lpstr>Metavariable-regex</vt:lpstr>
      <vt:lpstr>Advanced Semgrep Features </vt:lpstr>
      <vt:lpstr>Advanced Semgrep Features</vt:lpstr>
      <vt:lpstr>Taint Mode</vt:lpstr>
      <vt:lpstr>LLM-based Code Analysis</vt:lpstr>
      <vt:lpstr>LLM-based Code Analysis</vt:lpstr>
      <vt:lpstr>Building it up</vt:lpstr>
      <vt:lpstr>Building it up</vt:lpstr>
      <vt:lpstr>Building it up</vt:lpstr>
      <vt:lpstr>Building it up</vt:lpstr>
      <vt:lpstr>Building it up</vt:lpstr>
      <vt:lpstr>Putting it together</vt:lpstr>
      <vt:lpstr>Putting it together</vt:lpstr>
      <vt:lpstr>Putting it together</vt:lpstr>
      <vt:lpstr>Putting it together</vt:lpstr>
      <vt:lpstr>Putting it together</vt:lpstr>
      <vt:lpstr>Putting it together</vt:lpstr>
      <vt:lpstr>Initial Results</vt:lpstr>
      <vt:lpstr>Practical Exercises with Semgrep</vt:lpstr>
      <vt:lpstr>Practical Exercises with Semgrep</vt:lpstr>
      <vt:lpstr>Wrap-up  </vt:lpstr>
      <vt:lpstr>Wrap-up</vt:lpstr>
      <vt:lpstr>References</vt:lpstr>
      <vt:lpstr>Q&amp;A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Arjun Gopalakrishna</dc:creator>
  <cp:lastModifiedBy>Parsia Hakimian</cp:lastModifiedBy>
  <cp:revision>3</cp:revision>
  <dcterms:created xsi:type="dcterms:W3CDTF">2024-07-10T22:06:37Z</dcterms:created>
  <dcterms:modified xsi:type="dcterms:W3CDTF">2026-02-26T06:32:48Z</dcterms:modified>
</cp:coreProperties>
</file>